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Ideate – Generating Possible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GPS-based bus tracking system</a:t>
            </a:r>
          </a:p>
          <a:p>
            <a:r>
              <a:t>• Mobile app or web portal for students</a:t>
            </a:r>
          </a:p>
          <a:p>
            <a:r>
              <a:t>• Live map showing bus routes and stops</a:t>
            </a:r>
          </a:p>
          <a:p>
            <a:r>
              <a:t>• Notification alerts for arrival and delays</a:t>
            </a:r>
          </a:p>
          <a:p/>
          <a:p>
            <a:r>
              <a:t>Best Idea Selected:</a:t>
            </a:r>
          </a:p>
          <a:p>
            <a:r>
              <a:t>A mobile application that shows real-time college bus location using GPS.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Prototype – Creating a Basic Working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UI Features:</a:t>
            </a:r>
          </a:p>
          <a:p>
            <a:r>
              <a:t>• Bus selection</a:t>
            </a:r>
          </a:p>
          <a:p>
            <a:r>
              <a:t>• Live location on map</a:t>
            </a:r>
          </a:p>
          <a:p>
            <a:r>
              <a:t>• Estimated arrival time</a:t>
            </a:r>
          </a:p>
          <a:p/>
          <a:p>
            <a:r>
              <a:t>• GPS device installed in buses</a:t>
            </a:r>
          </a:p>
          <a:p>
            <a:r>
              <a:t>• Simple backend to update location data</a:t>
            </a:r>
          </a:p>
          <a:p/>
          <a:p>
            <a:r>
              <a:t>Prototype Output:</a:t>
            </a:r>
          </a:p>
          <a:p>
            <a:r>
              <a:t>A basic college bus tracking app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