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133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98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183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559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323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299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63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152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43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398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277993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5937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13697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5247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9593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919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703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Design Thinking – Unit 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By </a:t>
            </a:r>
          </a:p>
          <a:p>
            <a:r>
              <a:rPr lang="en-IN" dirty="0"/>
              <a:t>J. John Shiny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Design Thinking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Design Thinking is a structured, human-centered approach to innovation.</a:t>
            </a:r>
          </a:p>
          <a:p>
            <a:r>
              <a:rPr dirty="0"/>
              <a:t>It focuses on understanding user needs and redefining problems creatively.</a:t>
            </a:r>
          </a:p>
          <a:p>
            <a:r>
              <a:rPr dirty="0"/>
              <a:t>Widely applied in engineering, business, arts, healthcare, and education.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Design Thinking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strategic and practical methodology for developing solutions.</a:t>
            </a:r>
          </a:p>
          <a:p>
            <a:r>
              <a:t>Applies to products, services, systems, and processes.</a:t>
            </a:r>
          </a:p>
          <a:p>
            <a:r>
              <a:t>Balances creativity, technical feasibility, and business viability.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Origins of Design Thinking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Herbert A. Simon (1963) introduced design as problem-solving.</a:t>
            </a:r>
          </a:p>
          <a:p>
            <a:r>
              <a:rPr dirty="0"/>
              <a:t>Robert McKim emphasized visual thinking in design engineering.</a:t>
            </a:r>
          </a:p>
          <a:p>
            <a:r>
              <a:rPr dirty="0"/>
              <a:t>IDEO and Stanford </a:t>
            </a:r>
            <a:r>
              <a:rPr dirty="0" err="1"/>
              <a:t>d.school</a:t>
            </a:r>
            <a:r>
              <a:rPr dirty="0"/>
              <a:t> popularized it for business innovation.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Evolution of Design Thinking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Expanded from design fields to management and engineering.</a:t>
            </a:r>
          </a:p>
          <a:p>
            <a:r>
              <a:rPr dirty="0"/>
              <a:t>Adopted as a human-centered innovation framework.</a:t>
            </a:r>
          </a:p>
          <a:p>
            <a:r>
              <a:rPr dirty="0"/>
              <a:t>Encourages experimentation, learning, and continuous improvement.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Thinker in Organizations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Identifies real problems faced by employees and customers.</a:t>
            </a:r>
          </a:p>
          <a:p>
            <a:r>
              <a:rPr dirty="0"/>
              <a:t>Understands cross-functional processes in the organization.</a:t>
            </a:r>
          </a:p>
          <a:p>
            <a:r>
              <a:rPr dirty="0"/>
              <a:t>Plays a key role in innovation and change management.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of Design Thinking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Strong focus on customer and user experience.</a:t>
            </a:r>
          </a:p>
          <a:p>
            <a:r>
              <a:rPr dirty="0"/>
              <a:t>Uses iterative prototyping and continuous feedback.</a:t>
            </a:r>
          </a:p>
          <a:p>
            <a:r>
              <a:rPr dirty="0"/>
              <a:t>Encourages innovative and practical solutions.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Communication in Design Thinking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Uses visual tools like sketches and prototypes.</a:t>
            </a:r>
          </a:p>
          <a:p>
            <a:r>
              <a:rPr dirty="0"/>
              <a:t>Encourages open verbal discussions and storytelling.</a:t>
            </a:r>
          </a:p>
          <a:p>
            <a:r>
              <a:rPr dirty="0"/>
              <a:t>Enhances collaboration and shared understanding.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Stages of Design Thinking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Empathy – Understand users.</a:t>
            </a:r>
          </a:p>
          <a:p>
            <a:r>
              <a:rPr dirty="0"/>
              <a:t>Define – Frame the problem.</a:t>
            </a:r>
          </a:p>
          <a:p>
            <a:r>
              <a:rPr dirty="0"/>
              <a:t>Ideate – Generate solutions.</a:t>
            </a:r>
          </a:p>
          <a:p>
            <a:r>
              <a:rPr dirty="0"/>
              <a:t>Prototype – Build models.</a:t>
            </a:r>
          </a:p>
          <a:p>
            <a:r>
              <a:rPr dirty="0"/>
              <a:t>Test – Validate solutions.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Empathy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Involves observing and engaging with users.</a:t>
            </a:r>
          </a:p>
          <a:p>
            <a:r>
              <a:t>Helps understand emotions, motivations, and needs.</a:t>
            </a:r>
          </a:p>
          <a:p>
            <a:r>
              <a:t>Forms the foundation of human-centered solutions.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Define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Analyzes data collected during empathy stage.</a:t>
            </a:r>
          </a:p>
          <a:p>
            <a:r>
              <a:t>Clearly defines the core user problem.</a:t>
            </a:r>
          </a:p>
          <a:p>
            <a:r>
              <a:t>Ensures the problem is framed from the user’s perspective.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Ideate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Encourages brainstorming and creative thinking.</a:t>
            </a:r>
          </a:p>
          <a:p>
            <a:r>
              <a:t>Generates multiple solution ideas.</a:t>
            </a:r>
          </a:p>
          <a:p>
            <a:r>
              <a:t>Avoids early judgment to promote innovation.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Prototype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Creates low-cost and simple representations of ideas.</a:t>
            </a:r>
          </a:p>
          <a:p>
            <a:r>
              <a:rPr dirty="0"/>
              <a:t>Allows quick testing and refinement.</a:t>
            </a:r>
          </a:p>
          <a:p>
            <a:r>
              <a:rPr dirty="0"/>
              <a:t>Helps visualize and communicate solutions.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Solutions are tested with real users.</a:t>
            </a:r>
          </a:p>
          <a:p>
            <a:r>
              <a:rPr dirty="0"/>
              <a:t>Feedback is collected for improvement.</a:t>
            </a:r>
          </a:p>
          <a:p>
            <a:r>
              <a:rPr dirty="0"/>
              <a:t>Leads to iteration and refinement.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Shared Model in Team-Based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Represents common understanding among team members.</a:t>
            </a:r>
          </a:p>
          <a:p>
            <a:r>
              <a:t>Uses shared documents, tools, and prototypes.</a:t>
            </a:r>
          </a:p>
          <a:p>
            <a:r>
              <a:t>Improves coordination and reduces misunderstandings.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Culture and Leadership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Leadership supports creativity and experimentation.</a:t>
            </a:r>
          </a:p>
          <a:p>
            <a:r>
              <a:t>Encourages inclusion, trust, and open communication.</a:t>
            </a:r>
          </a:p>
          <a:p>
            <a:r>
              <a:t>Builds confidence and collaboration within teams.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Theory of Design Thinking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Thinking modes: Analytical, Judicial, Synthetic.</a:t>
            </a:r>
          </a:p>
          <a:p>
            <a:r>
              <a:t>Explains how designers solve complex problems.</a:t>
            </a:r>
          </a:p>
          <a:p>
            <a:r>
              <a:t>Highlights creativity and meta-cognitive control.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of Design Thinking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Designers focus on user-centered innovation.</a:t>
            </a:r>
          </a:p>
          <a:p>
            <a:r>
              <a:t>Consultants apply it to solve business challenges.</a:t>
            </a:r>
          </a:p>
          <a:p>
            <a:r>
              <a:t>Influences organizational culture and strategy.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Thinkers Across the Globe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 practices vary across cultures and regions.</a:t>
            </a:r>
          </a:p>
          <a:p>
            <a:r>
              <a:t>Client expectations influence design approaches.</a:t>
            </a:r>
          </a:p>
          <a:p>
            <a:r>
              <a:t>Cultural values affect creativity and prototyping.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MVP and Prototyping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MVP tests market demand with minimal features.</a:t>
            </a:r>
          </a:p>
          <a:p>
            <a:r>
              <a:t>Prototypes test design and usability concepts.</a:t>
            </a:r>
          </a:p>
          <a:p>
            <a:r>
              <a:t>Both reduce risk, cost, and development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146</TotalTime>
  <Words>530</Words>
  <Application>Microsoft Office PowerPoint</Application>
  <PresentationFormat>On-screen Show (4:3)</PresentationFormat>
  <Paragraphs>81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Trebuchet MS</vt:lpstr>
      <vt:lpstr>Wingdings 3</vt:lpstr>
      <vt:lpstr>Facet</vt:lpstr>
      <vt:lpstr>Design Thinking – Unit I</vt:lpstr>
      <vt:lpstr>Introduction to Design Thinking</vt:lpstr>
      <vt:lpstr>Understanding Design Thinking</vt:lpstr>
      <vt:lpstr>Origins of Design Thinking</vt:lpstr>
      <vt:lpstr>Evolution of Design Thinking</vt:lpstr>
      <vt:lpstr>Design Thinker in Organizations</vt:lpstr>
      <vt:lpstr>Features of Design Thinking</vt:lpstr>
      <vt:lpstr>Communication in Design Thinking</vt:lpstr>
      <vt:lpstr>Stages of Design Thinking</vt:lpstr>
      <vt:lpstr>Empathy Stage</vt:lpstr>
      <vt:lpstr>Define Stage</vt:lpstr>
      <vt:lpstr>Ideate Stage</vt:lpstr>
      <vt:lpstr>Prototype Stage</vt:lpstr>
      <vt:lpstr>Test Stage</vt:lpstr>
      <vt:lpstr>Shared Model in Team-Based Design</vt:lpstr>
      <vt:lpstr>Team Culture and Leadership</vt:lpstr>
      <vt:lpstr>Theory of Design Thinking</vt:lpstr>
      <vt:lpstr>Practice of Design Thinking</vt:lpstr>
      <vt:lpstr>Design Thinkers Across the Globe</vt:lpstr>
      <vt:lpstr>MVP and Prototyping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John Shiny</cp:lastModifiedBy>
  <cp:revision>4</cp:revision>
  <dcterms:created xsi:type="dcterms:W3CDTF">2013-01-27T09:14:16Z</dcterms:created>
  <dcterms:modified xsi:type="dcterms:W3CDTF">2026-03-06T09:06:08Z</dcterms:modified>
  <cp:category/>
</cp:coreProperties>
</file>