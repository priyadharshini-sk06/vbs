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 /><Relationship Id="rId2" Type="http://schemas.openxmlformats.org/package/2006/relationships/metadata/core-properties" Target="docProps/core.xml" /><Relationship Id="rId1" Type="http://schemas.openxmlformats.org/officeDocument/2006/relationships/officeDocument" Target="ppt/presentation.xml" /></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5" r:id="rId1"/>
    <p:sldMasterId id="2147483676" r:id="rId2"/>
  </p:sldMasterIdLst>
  <p:notesMasterIdLst>
    <p:notesMasterId r:id="rId40"/>
  </p:notesMasterIdLst>
  <p:sldIdLst>
    <p:sldId id="256" r:id="rId3"/>
    <p:sldId id="258" r:id="rId4"/>
    <p:sldId id="297" r:id="rId5"/>
    <p:sldId id="298" r:id="rId6"/>
    <p:sldId id="261" r:id="rId7"/>
    <p:sldId id="259" r:id="rId8"/>
    <p:sldId id="263" r:id="rId9"/>
    <p:sldId id="264" r:id="rId10"/>
    <p:sldId id="266" r:id="rId11"/>
    <p:sldId id="265" r:id="rId12"/>
    <p:sldId id="260" r:id="rId13"/>
    <p:sldId id="270" r:id="rId14"/>
    <p:sldId id="269" r:id="rId15"/>
    <p:sldId id="277" r:id="rId16"/>
    <p:sldId id="276" r:id="rId17"/>
    <p:sldId id="268" r:id="rId18"/>
    <p:sldId id="262" r:id="rId19"/>
    <p:sldId id="273" r:id="rId20"/>
    <p:sldId id="278" r:id="rId21"/>
    <p:sldId id="279" r:id="rId22"/>
    <p:sldId id="280" r:id="rId23"/>
    <p:sldId id="281" r:id="rId24"/>
    <p:sldId id="282" r:id="rId25"/>
    <p:sldId id="283" r:id="rId26"/>
    <p:sldId id="284" r:id="rId27"/>
    <p:sldId id="285" r:id="rId28"/>
    <p:sldId id="286" r:id="rId29"/>
    <p:sldId id="287" r:id="rId30"/>
    <p:sldId id="288" r:id="rId31"/>
    <p:sldId id="289" r:id="rId32"/>
    <p:sldId id="290" r:id="rId33"/>
    <p:sldId id="291" r:id="rId34"/>
    <p:sldId id="292" r:id="rId35"/>
    <p:sldId id="293" r:id="rId36"/>
    <p:sldId id="294" r:id="rId37"/>
    <p:sldId id="295" r:id="rId38"/>
    <p:sldId id="296" r:id="rId39"/>
  </p:sldIdLst>
  <p:sldSz cx="9144000" cy="5143500" type="screen16x9"/>
  <p:notesSz cx="6858000" cy="9144000"/>
  <p:embeddedFontLst>
    <p:embeddedFont>
      <p:font typeface="Amatic SC" pitchFamily="2" charset="-79"/>
      <p:regular r:id="rId41"/>
      <p:bold r:id="rId42"/>
    </p:embeddedFont>
    <p:embeddedFont>
      <p:font typeface="Inter" panose="02000503000000020004" pitchFamily="2" charset="0"/>
      <p:regular r:id="rId43"/>
      <p:bold r:id="rId44"/>
      <p:italic r:id="rId45"/>
      <p:boldItalic r:id="rId46"/>
    </p:embeddedFont>
    <p:embeddedFont>
      <p:font typeface="Nunito Light" panose="02000000000000000000" pitchFamily="2" charset="0"/>
      <p:regular r:id="rId47"/>
      <p:italic r:id="rId48"/>
    </p:embeddedFont>
    <p:embeddedFont>
      <p:font typeface="Proxima Nova" panose="02000506030000020004" pitchFamily="2" charset="0"/>
      <p:regular r:id="rId49"/>
      <p:bold r:id="rId50"/>
      <p:italic r:id="rId51"/>
      <p:boldItalic r:id="rId52"/>
    </p:embeddedFont>
    <p:embeddedFont>
      <p:font typeface="PT Sans" panose="02000000000000000000" pitchFamily="2" charset="0"/>
      <p:regular r:id="rId53"/>
      <p:bold r:id="rId54"/>
      <p:italic r:id="rId55"/>
      <p:boldItalic r:id="rId56"/>
    </p:embeddedFont>
    <p:embeddedFont>
      <p:font typeface="Raleway" panose="02000000000000000000" pitchFamily="2" charset="0"/>
      <p:regular r:id="rId57"/>
      <p:bold r:id="rId58"/>
      <p:italic r:id="rId59"/>
      <p:boldItalic r:id="rId60"/>
    </p:embeddedFont>
    <p:embeddedFont>
      <p:font typeface="Raleway Light" panose="02000000000000000000" pitchFamily="2" charset="0"/>
      <p:regular r:id="rId61"/>
      <p:italic r:id="rId62"/>
    </p:embeddedFont>
    <p:embeddedFont>
      <p:font typeface="Roboto Medium" panose="02000000000000000000" pitchFamily="2" charset="0"/>
      <p:regular r:id="rId63"/>
      <p:bold r:id="rId64"/>
      <p:italic r:id="rId65"/>
      <p:boldItalic r:id="rId6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140A"/>
    <a:srgbClr val="00221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71F83446-3464-4476-9E23-2EA631771F1C}">
  <a:tblStyle styleId="{71F83446-3464-4476-9E23-2EA631771F1C}"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B37F7A1C-67F9-489D-A2C0-8CBD6E9CE484}"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A111915-BE36-4E01-A7E5-04B1672EAD32}" styleName="Light Style 2 - Accent 5">
    <a:wholeTbl>
      <a:tcTxStyle>
        <a:fontRef idx="minor">
          <a:scrgbClr r="0" g="0" b="0"/>
        </a:fontRef>
        <a:schemeClr val="tx1"/>
      </a:tcTxStyle>
      <a:tcStyle>
        <a:tcBdr>
          <a:left>
            <a:lnRef idx="1">
              <a:schemeClr val="accent5"/>
            </a:lnRef>
          </a:left>
          <a:right>
            <a:lnRef idx="1">
              <a:schemeClr val="accent5"/>
            </a:lnRef>
          </a:right>
          <a:top>
            <a:lnRef idx="1">
              <a:schemeClr val="accent5"/>
            </a:lnRef>
          </a:top>
          <a:bottom>
            <a:lnRef idx="1">
              <a:schemeClr val="accent5"/>
            </a:lnRef>
          </a:bottom>
          <a:insideH>
            <a:ln>
              <a:noFill/>
            </a:ln>
          </a:insideH>
          <a:insideV>
            <a:ln>
              <a:noFill/>
            </a:ln>
          </a:insideV>
        </a:tcBdr>
        <a:fill>
          <a:noFill/>
        </a:fill>
      </a:tcStyle>
    </a:wholeTbl>
    <a:band1H>
      <a:tcStyle>
        <a:tcBdr>
          <a:top>
            <a:lnRef idx="1">
              <a:schemeClr val="accent5"/>
            </a:lnRef>
          </a:top>
          <a:bottom>
            <a:lnRef idx="1">
              <a:schemeClr val="accent5"/>
            </a:lnRef>
          </a:bottom>
        </a:tcBdr>
      </a:tcStyle>
    </a:band1H>
    <a:band1V>
      <a:tcStyle>
        <a:tcBdr>
          <a:left>
            <a:lnRef idx="1">
              <a:schemeClr val="accent5"/>
            </a:lnRef>
          </a:left>
          <a:right>
            <a:lnRef idx="1">
              <a:schemeClr val="accent5"/>
            </a:lnRef>
          </a:right>
        </a:tcBdr>
      </a:tcStyle>
    </a:band1V>
    <a:band2V>
      <a:tcStyle>
        <a:tcBdr>
          <a:left>
            <a:lnRef idx="1">
              <a:schemeClr val="accent5"/>
            </a:lnRef>
          </a:left>
          <a:right>
            <a:lnRef idx="1">
              <a:schemeClr val="accent5"/>
            </a:lnRef>
          </a:right>
        </a:tcBdr>
      </a:tcStyle>
    </a:band2V>
    <a:lastCol>
      <a:tcTxStyle b="on"/>
      <a:tcStyle>
        <a:tcBdr/>
      </a:tcStyle>
    </a:lastCol>
    <a:firstCol>
      <a:tcTxStyle b="on"/>
      <a:tcStyle>
        <a:tcBdr/>
      </a:tcStyle>
    </a:firstCol>
    <a:lastRow>
      <a:tcTxStyle b="on"/>
      <a:tcStyle>
        <a:tcBdr>
          <a:top>
            <a:ln w="50800" cmpd="dbl">
              <a:solidFill>
                <a:schemeClr val="accent5"/>
              </a:solidFill>
            </a:ln>
          </a:top>
        </a:tcBdr>
      </a:tcStyle>
    </a:lastRow>
    <a:firstRow>
      <a:tcTxStyle b="on">
        <a:fontRef idx="minor">
          <a:scrgbClr r="0" g="0" b="0"/>
        </a:fontRef>
        <a:schemeClr val="bg1"/>
      </a:tcTxStyle>
      <a:tcStyle>
        <a:tcBdr/>
        <a:fillRef idx="1">
          <a:schemeClr val="accent5"/>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8265" autoAdjust="0"/>
    <p:restoredTop sz="94660"/>
  </p:normalViewPr>
  <p:slideViewPr>
    <p:cSldViewPr snapToGrid="0">
      <p:cViewPr>
        <p:scale>
          <a:sx n="75" d="100"/>
          <a:sy n="75" d="100"/>
        </p:scale>
        <p:origin x="1085" y="66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 /><Relationship Id="rId18" Type="http://schemas.openxmlformats.org/officeDocument/2006/relationships/slide" Target="slides/slide16.xml" /><Relationship Id="rId26" Type="http://schemas.openxmlformats.org/officeDocument/2006/relationships/slide" Target="slides/slide24.xml" /><Relationship Id="rId39" Type="http://schemas.openxmlformats.org/officeDocument/2006/relationships/slide" Target="slides/slide37.xml" /><Relationship Id="rId21" Type="http://schemas.openxmlformats.org/officeDocument/2006/relationships/slide" Target="slides/slide19.xml" /><Relationship Id="rId34" Type="http://schemas.openxmlformats.org/officeDocument/2006/relationships/slide" Target="slides/slide32.xml" /><Relationship Id="rId42" Type="http://schemas.openxmlformats.org/officeDocument/2006/relationships/font" Target="fonts/font2.fntdata" /><Relationship Id="rId47" Type="http://schemas.openxmlformats.org/officeDocument/2006/relationships/font" Target="fonts/font7.fntdata" /><Relationship Id="rId50" Type="http://schemas.openxmlformats.org/officeDocument/2006/relationships/font" Target="fonts/font10.fntdata" /><Relationship Id="rId55" Type="http://schemas.openxmlformats.org/officeDocument/2006/relationships/font" Target="fonts/font15.fntdata" /><Relationship Id="rId63" Type="http://schemas.openxmlformats.org/officeDocument/2006/relationships/font" Target="fonts/font23.fntdata" /><Relationship Id="rId68" Type="http://schemas.openxmlformats.org/officeDocument/2006/relationships/viewProps" Target="viewProps.xml" /><Relationship Id="rId7" Type="http://schemas.openxmlformats.org/officeDocument/2006/relationships/slide" Target="slides/slide5.xml" /><Relationship Id="rId2" Type="http://schemas.openxmlformats.org/officeDocument/2006/relationships/slideMaster" Target="slideMasters/slideMaster2.xml" /><Relationship Id="rId16" Type="http://schemas.openxmlformats.org/officeDocument/2006/relationships/slide" Target="slides/slide14.xml" /><Relationship Id="rId29" Type="http://schemas.openxmlformats.org/officeDocument/2006/relationships/slide" Target="slides/slide27.xml" /><Relationship Id="rId1" Type="http://schemas.openxmlformats.org/officeDocument/2006/relationships/slideMaster" Target="slideMasters/slideMaster1.xml" /><Relationship Id="rId6" Type="http://schemas.openxmlformats.org/officeDocument/2006/relationships/slide" Target="slides/slide4.xml" /><Relationship Id="rId11" Type="http://schemas.openxmlformats.org/officeDocument/2006/relationships/slide" Target="slides/slide9.xml" /><Relationship Id="rId24" Type="http://schemas.openxmlformats.org/officeDocument/2006/relationships/slide" Target="slides/slide22.xml" /><Relationship Id="rId32" Type="http://schemas.openxmlformats.org/officeDocument/2006/relationships/slide" Target="slides/slide30.xml" /><Relationship Id="rId37" Type="http://schemas.openxmlformats.org/officeDocument/2006/relationships/slide" Target="slides/slide35.xml" /><Relationship Id="rId40" Type="http://schemas.openxmlformats.org/officeDocument/2006/relationships/notesMaster" Target="notesMasters/notesMaster1.xml" /><Relationship Id="rId45" Type="http://schemas.openxmlformats.org/officeDocument/2006/relationships/font" Target="fonts/font5.fntdata" /><Relationship Id="rId53" Type="http://schemas.openxmlformats.org/officeDocument/2006/relationships/font" Target="fonts/font13.fntdata" /><Relationship Id="rId58" Type="http://schemas.openxmlformats.org/officeDocument/2006/relationships/font" Target="fonts/font18.fntdata" /><Relationship Id="rId66" Type="http://schemas.openxmlformats.org/officeDocument/2006/relationships/font" Target="fonts/font26.fntdata" /><Relationship Id="rId5" Type="http://schemas.openxmlformats.org/officeDocument/2006/relationships/slide" Target="slides/slide3.xml" /><Relationship Id="rId15" Type="http://schemas.openxmlformats.org/officeDocument/2006/relationships/slide" Target="slides/slide13.xml" /><Relationship Id="rId23" Type="http://schemas.openxmlformats.org/officeDocument/2006/relationships/slide" Target="slides/slide21.xml" /><Relationship Id="rId28" Type="http://schemas.openxmlformats.org/officeDocument/2006/relationships/slide" Target="slides/slide26.xml" /><Relationship Id="rId36" Type="http://schemas.openxmlformats.org/officeDocument/2006/relationships/slide" Target="slides/slide34.xml" /><Relationship Id="rId49" Type="http://schemas.openxmlformats.org/officeDocument/2006/relationships/font" Target="fonts/font9.fntdata" /><Relationship Id="rId57" Type="http://schemas.openxmlformats.org/officeDocument/2006/relationships/font" Target="fonts/font17.fntdata" /><Relationship Id="rId61" Type="http://schemas.openxmlformats.org/officeDocument/2006/relationships/font" Target="fonts/font21.fntdata" /><Relationship Id="rId10" Type="http://schemas.openxmlformats.org/officeDocument/2006/relationships/slide" Target="slides/slide8.xml" /><Relationship Id="rId19" Type="http://schemas.openxmlformats.org/officeDocument/2006/relationships/slide" Target="slides/slide17.xml" /><Relationship Id="rId31" Type="http://schemas.openxmlformats.org/officeDocument/2006/relationships/slide" Target="slides/slide29.xml" /><Relationship Id="rId44" Type="http://schemas.openxmlformats.org/officeDocument/2006/relationships/font" Target="fonts/font4.fntdata" /><Relationship Id="rId52" Type="http://schemas.openxmlformats.org/officeDocument/2006/relationships/font" Target="fonts/font12.fntdata" /><Relationship Id="rId60" Type="http://schemas.openxmlformats.org/officeDocument/2006/relationships/font" Target="fonts/font20.fntdata" /><Relationship Id="rId65" Type="http://schemas.openxmlformats.org/officeDocument/2006/relationships/font" Target="fonts/font25.fntdata" /><Relationship Id="rId4" Type="http://schemas.openxmlformats.org/officeDocument/2006/relationships/slide" Target="slides/slide2.xml" /><Relationship Id="rId9" Type="http://schemas.openxmlformats.org/officeDocument/2006/relationships/slide" Target="slides/slide7.xml" /><Relationship Id="rId14" Type="http://schemas.openxmlformats.org/officeDocument/2006/relationships/slide" Target="slides/slide12.xml" /><Relationship Id="rId22" Type="http://schemas.openxmlformats.org/officeDocument/2006/relationships/slide" Target="slides/slide20.xml" /><Relationship Id="rId27" Type="http://schemas.openxmlformats.org/officeDocument/2006/relationships/slide" Target="slides/slide25.xml" /><Relationship Id="rId30" Type="http://schemas.openxmlformats.org/officeDocument/2006/relationships/slide" Target="slides/slide28.xml" /><Relationship Id="rId35" Type="http://schemas.openxmlformats.org/officeDocument/2006/relationships/slide" Target="slides/slide33.xml" /><Relationship Id="rId43" Type="http://schemas.openxmlformats.org/officeDocument/2006/relationships/font" Target="fonts/font3.fntdata" /><Relationship Id="rId48" Type="http://schemas.openxmlformats.org/officeDocument/2006/relationships/font" Target="fonts/font8.fntdata" /><Relationship Id="rId56" Type="http://schemas.openxmlformats.org/officeDocument/2006/relationships/font" Target="fonts/font16.fntdata" /><Relationship Id="rId64" Type="http://schemas.openxmlformats.org/officeDocument/2006/relationships/font" Target="fonts/font24.fntdata" /><Relationship Id="rId69" Type="http://schemas.openxmlformats.org/officeDocument/2006/relationships/theme" Target="theme/theme1.xml" /><Relationship Id="rId8" Type="http://schemas.openxmlformats.org/officeDocument/2006/relationships/slide" Target="slides/slide6.xml" /><Relationship Id="rId51" Type="http://schemas.openxmlformats.org/officeDocument/2006/relationships/font" Target="fonts/font11.fntdata" /><Relationship Id="rId3" Type="http://schemas.openxmlformats.org/officeDocument/2006/relationships/slide" Target="slides/slide1.xml" /><Relationship Id="rId12" Type="http://schemas.openxmlformats.org/officeDocument/2006/relationships/slide" Target="slides/slide10.xml" /><Relationship Id="rId17" Type="http://schemas.openxmlformats.org/officeDocument/2006/relationships/slide" Target="slides/slide15.xml" /><Relationship Id="rId25" Type="http://schemas.openxmlformats.org/officeDocument/2006/relationships/slide" Target="slides/slide23.xml" /><Relationship Id="rId33" Type="http://schemas.openxmlformats.org/officeDocument/2006/relationships/slide" Target="slides/slide31.xml" /><Relationship Id="rId38" Type="http://schemas.openxmlformats.org/officeDocument/2006/relationships/slide" Target="slides/slide36.xml" /><Relationship Id="rId46" Type="http://schemas.openxmlformats.org/officeDocument/2006/relationships/font" Target="fonts/font6.fntdata" /><Relationship Id="rId59" Type="http://schemas.openxmlformats.org/officeDocument/2006/relationships/font" Target="fonts/font19.fntdata" /><Relationship Id="rId67" Type="http://schemas.openxmlformats.org/officeDocument/2006/relationships/presProps" Target="presProps.xml" /><Relationship Id="rId20" Type="http://schemas.openxmlformats.org/officeDocument/2006/relationships/slide" Target="slides/slide18.xml" /><Relationship Id="rId41" Type="http://schemas.openxmlformats.org/officeDocument/2006/relationships/font" Target="fonts/font1.fntdata" /><Relationship Id="rId54" Type="http://schemas.openxmlformats.org/officeDocument/2006/relationships/font" Target="fonts/font14.fntdata" /><Relationship Id="rId62" Type="http://schemas.openxmlformats.org/officeDocument/2006/relationships/font" Target="fonts/font22.fntdata" /><Relationship Id="rId70" Type="http://schemas.openxmlformats.org/officeDocument/2006/relationships/tableStyles" Target="tableStyles.xml" /></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 /></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 /><Relationship Id="rId1" Type="http://schemas.openxmlformats.org/officeDocument/2006/relationships/notesMaster" Target="../notesMasters/notesMaster1.xml" /></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 /><Relationship Id="rId1" Type="http://schemas.openxmlformats.org/officeDocument/2006/relationships/notesMaster" Target="../notesMasters/notesMaster1.xml" /></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 /><Relationship Id="rId1" Type="http://schemas.openxmlformats.org/officeDocument/2006/relationships/notesMaster" Target="../notesMasters/notesMaster1.xml" /></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 /><Relationship Id="rId1" Type="http://schemas.openxmlformats.org/officeDocument/2006/relationships/notesMaster" Target="../notesMasters/notesMaster1.xml" /></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 /><Relationship Id="rId1" Type="http://schemas.openxmlformats.org/officeDocument/2006/relationships/notesMaster" Target="../notesMasters/notesMaster1.xml" /></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 /><Relationship Id="rId1" Type="http://schemas.openxmlformats.org/officeDocument/2006/relationships/notesMaster" Target="../notesMasters/notesMaster1.xml" /></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 /><Relationship Id="rId1" Type="http://schemas.openxmlformats.org/officeDocument/2006/relationships/notesMaster" Target="../notesMasters/notesMaster1.xml" /></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 /><Relationship Id="rId1" Type="http://schemas.openxmlformats.org/officeDocument/2006/relationships/notesMaster" Target="../notesMasters/notesMaster1.xml" /></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 /><Relationship Id="rId1" Type="http://schemas.openxmlformats.org/officeDocument/2006/relationships/notesMaster" Target="../notesMasters/notesMaster1.xml" /></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 /><Relationship Id="rId1" Type="http://schemas.openxmlformats.org/officeDocument/2006/relationships/notesMaster" Target="../notesMasters/notesMaster1.xml" /></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 /><Relationship Id="rId1" Type="http://schemas.openxmlformats.org/officeDocument/2006/relationships/notesMaster" Target="../notesMasters/notesMaster1.xml" /></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 /><Relationship Id="rId1" Type="http://schemas.openxmlformats.org/officeDocument/2006/relationships/notesMaster" Target="../notesMasters/notesMaster1.xml" /></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 /><Relationship Id="rId1" Type="http://schemas.openxmlformats.org/officeDocument/2006/relationships/notesMaster" Target="../notesMasters/notesMaster1.xml" /></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 /><Relationship Id="rId1" Type="http://schemas.openxmlformats.org/officeDocument/2006/relationships/notesMaster" Target="../notesMasters/notesMaster1.xml" /></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 /><Relationship Id="rId1" Type="http://schemas.openxmlformats.org/officeDocument/2006/relationships/notesMaster" Target="../notesMasters/notesMaster1.xml" /></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 /><Relationship Id="rId1" Type="http://schemas.openxmlformats.org/officeDocument/2006/relationships/notesMaster" Target="../notesMasters/notesMaster1.xml" /></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 /><Relationship Id="rId1" Type="http://schemas.openxmlformats.org/officeDocument/2006/relationships/notesMaster" Target="../notesMasters/notesMaster1.xml" /></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 /><Relationship Id="rId1" Type="http://schemas.openxmlformats.org/officeDocument/2006/relationships/notesMaster" Target="../notesMasters/notesMaster1.xml" /></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 /><Relationship Id="rId1" Type="http://schemas.openxmlformats.org/officeDocument/2006/relationships/notesMaster" Target="../notesMasters/notesMaster1.xml" /></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 /><Relationship Id="rId1" Type="http://schemas.openxmlformats.org/officeDocument/2006/relationships/notesMaster" Target="../notesMasters/notesMaster1.xml" /></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 /><Relationship Id="rId1" Type="http://schemas.openxmlformats.org/officeDocument/2006/relationships/notesMaster" Target="../notesMasters/notesMaster1.xml" /></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 /><Relationship Id="rId1" Type="http://schemas.openxmlformats.org/officeDocument/2006/relationships/notesMaster" Target="../notesMasters/notesMaster1.xml" /></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 /><Relationship Id="rId1" Type="http://schemas.openxmlformats.org/officeDocument/2006/relationships/notesMaster" Target="../notesMasters/notesMaster1.xml" /></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 /><Relationship Id="rId1" Type="http://schemas.openxmlformats.org/officeDocument/2006/relationships/notesMaster" Target="../notesMasters/notesMaster1.xml" /></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 /><Relationship Id="rId1" Type="http://schemas.openxmlformats.org/officeDocument/2006/relationships/notesMaster" Target="../notesMasters/notesMaster1.xml" /></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 /><Relationship Id="rId1" Type="http://schemas.openxmlformats.org/officeDocument/2006/relationships/notesMaster" Target="../notesMasters/notesMaster1.xml" /></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 /><Relationship Id="rId1" Type="http://schemas.openxmlformats.org/officeDocument/2006/relationships/notesMaster" Target="../notesMasters/notesMaster1.xml" /></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 /><Relationship Id="rId1" Type="http://schemas.openxmlformats.org/officeDocument/2006/relationships/notesMaster" Target="../notesMasters/notesMaster1.xml" /></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 /><Relationship Id="rId1" Type="http://schemas.openxmlformats.org/officeDocument/2006/relationships/notesMaster" Target="../notesMasters/notesMaster1.xml" /></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 /><Relationship Id="rId1" Type="http://schemas.openxmlformats.org/officeDocument/2006/relationships/notesMaster" Target="../notesMasters/notesMaster1.xml" /></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 /><Relationship Id="rId1" Type="http://schemas.openxmlformats.org/officeDocument/2006/relationships/notesMaster" Target="../notesMasters/notesMaster1.xml" /></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 /><Relationship Id="rId1" Type="http://schemas.openxmlformats.org/officeDocument/2006/relationships/notesMaster" Target="../notesMasters/notesMaster1.xml" /></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 /><Relationship Id="rId1" Type="http://schemas.openxmlformats.org/officeDocument/2006/relationships/notesMaster" Target="../notesMasters/notesMaster1.xml" /></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 /><Relationship Id="rId1" Type="http://schemas.openxmlformats.org/officeDocument/2006/relationships/notesMaster" Target="../notesMasters/notesMaster1.xml" /></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 /><Relationship Id="rId1" Type="http://schemas.openxmlformats.org/officeDocument/2006/relationships/notesMaster" Target="../notesMasters/notesMaster1.xml" /></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 /><Relationship Id="rId1" Type="http://schemas.openxmlformats.org/officeDocument/2006/relationships/notesMaster" Target="../notesMasters/notesMaster1.xml" /></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 /><Relationship Id="rId1" Type="http://schemas.openxmlformats.org/officeDocument/2006/relationships/notesMaster" Target="../notesMasters/notesMaster1.xml" /></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7"/>
        <p:cNvGrpSpPr/>
        <p:nvPr/>
      </p:nvGrpSpPr>
      <p:grpSpPr>
        <a:xfrm>
          <a:off x="0" y="0"/>
          <a:ext cx="0" cy="0"/>
          <a:chOff x="0" y="0"/>
          <a:chExt cx="0" cy="0"/>
        </a:xfrm>
      </p:grpSpPr>
      <p:sp>
        <p:nvSpPr>
          <p:cNvPr id="268" name="Google Shape;268;g4dfce81f19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9" name="Google Shape;269;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7"/>
        <p:cNvGrpSpPr/>
        <p:nvPr/>
      </p:nvGrpSpPr>
      <p:grpSpPr>
        <a:xfrm>
          <a:off x="0" y="0"/>
          <a:ext cx="0" cy="0"/>
          <a:chOff x="0" y="0"/>
          <a:chExt cx="0" cy="0"/>
        </a:xfrm>
      </p:grpSpPr>
      <p:sp>
        <p:nvSpPr>
          <p:cNvPr id="288" name="Google Shape;288;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9" name="Google Shape;289;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7">
          <a:extLst>
            <a:ext uri="{FF2B5EF4-FFF2-40B4-BE49-F238E27FC236}">
              <a16:creationId xmlns:a16="http://schemas.microsoft.com/office/drawing/2014/main" id="{17708DAF-6B7C-FFF4-5823-B7D992120DD3}"/>
            </a:ext>
          </a:extLst>
        </p:cNvPr>
        <p:cNvGrpSpPr/>
        <p:nvPr/>
      </p:nvGrpSpPr>
      <p:grpSpPr>
        <a:xfrm>
          <a:off x="0" y="0"/>
          <a:ext cx="0" cy="0"/>
          <a:chOff x="0" y="0"/>
          <a:chExt cx="0" cy="0"/>
        </a:xfrm>
      </p:grpSpPr>
      <p:sp>
        <p:nvSpPr>
          <p:cNvPr id="288" name="Google Shape;288;gd431007ba2_0_215:notes">
            <a:extLst>
              <a:ext uri="{FF2B5EF4-FFF2-40B4-BE49-F238E27FC236}">
                <a16:creationId xmlns:a16="http://schemas.microsoft.com/office/drawing/2014/main" id="{E675153F-DA8D-F571-8F41-7EE4C06DDF2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9" name="Google Shape;289;gd431007ba2_0_215:notes">
            <a:extLst>
              <a:ext uri="{FF2B5EF4-FFF2-40B4-BE49-F238E27FC236}">
                <a16:creationId xmlns:a16="http://schemas.microsoft.com/office/drawing/2014/main" id="{42AB8D75-B5D9-2FD8-66D0-FBEFEE79DD9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9668904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7">
          <a:extLst>
            <a:ext uri="{FF2B5EF4-FFF2-40B4-BE49-F238E27FC236}">
              <a16:creationId xmlns:a16="http://schemas.microsoft.com/office/drawing/2014/main" id="{F03F7154-94C2-FAA6-5A09-D6F378572F86}"/>
            </a:ext>
          </a:extLst>
        </p:cNvPr>
        <p:cNvGrpSpPr/>
        <p:nvPr/>
      </p:nvGrpSpPr>
      <p:grpSpPr>
        <a:xfrm>
          <a:off x="0" y="0"/>
          <a:ext cx="0" cy="0"/>
          <a:chOff x="0" y="0"/>
          <a:chExt cx="0" cy="0"/>
        </a:xfrm>
      </p:grpSpPr>
      <p:sp>
        <p:nvSpPr>
          <p:cNvPr id="288" name="Google Shape;288;gd431007ba2_0_215:notes">
            <a:extLst>
              <a:ext uri="{FF2B5EF4-FFF2-40B4-BE49-F238E27FC236}">
                <a16:creationId xmlns:a16="http://schemas.microsoft.com/office/drawing/2014/main" id="{DAE750A6-1F64-CD82-9B36-99B5382DFEB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9" name="Google Shape;289;gd431007ba2_0_215:notes">
            <a:extLst>
              <a:ext uri="{FF2B5EF4-FFF2-40B4-BE49-F238E27FC236}">
                <a16:creationId xmlns:a16="http://schemas.microsoft.com/office/drawing/2014/main" id="{DD81B9A9-E468-63C7-4A07-2831F9C61F7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0961869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4"/>
        <p:cNvGrpSpPr/>
        <p:nvPr/>
      </p:nvGrpSpPr>
      <p:grpSpPr>
        <a:xfrm>
          <a:off x="0" y="0"/>
          <a:ext cx="0" cy="0"/>
          <a:chOff x="0" y="0"/>
          <a:chExt cx="0" cy="0"/>
        </a:xfrm>
      </p:grpSpPr>
      <p:sp>
        <p:nvSpPr>
          <p:cNvPr id="325" name="Google Shape;325;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6" name="Google Shape;326;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8"/>
        <p:cNvGrpSpPr/>
        <p:nvPr/>
      </p:nvGrpSpPr>
      <p:grpSpPr>
        <a:xfrm>
          <a:off x="0" y="0"/>
          <a:ext cx="0" cy="0"/>
          <a:chOff x="0" y="0"/>
          <a:chExt cx="0" cy="0"/>
        </a:xfrm>
      </p:grpSpPr>
      <p:sp>
        <p:nvSpPr>
          <p:cNvPr id="309" name="Google Shape;309;g2dd20c7b4f1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0" name="Google Shape;310;g2dd20c7b4f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
        <p:cNvGrpSpPr/>
        <p:nvPr/>
      </p:nvGrpSpPr>
      <p:grpSpPr>
        <a:xfrm>
          <a:off x="0" y="0"/>
          <a:ext cx="0" cy="0"/>
          <a:chOff x="0" y="0"/>
          <a:chExt cx="0" cy="0"/>
        </a:xfrm>
      </p:grpSpPr>
      <p:sp>
        <p:nvSpPr>
          <p:cNvPr id="361" name="Google Shape;361;g184d99d1a72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2" name="Google Shape;362;g184d99d1a72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4"/>
        <p:cNvGrpSpPr/>
        <p:nvPr/>
      </p:nvGrpSpPr>
      <p:grpSpPr>
        <a:xfrm>
          <a:off x="0" y="0"/>
          <a:ext cx="0" cy="0"/>
          <a:chOff x="0" y="0"/>
          <a:chExt cx="0" cy="0"/>
        </a:xfrm>
      </p:grpSpPr>
      <p:sp>
        <p:nvSpPr>
          <p:cNvPr id="395" name="Google Shape;395;g184d99d1a72_0_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6" name="Google Shape;396;g184d99d1a72_0_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4"/>
        <p:cNvGrpSpPr/>
        <p:nvPr/>
      </p:nvGrpSpPr>
      <p:grpSpPr>
        <a:xfrm>
          <a:off x="0" y="0"/>
          <a:ext cx="0" cy="0"/>
          <a:chOff x="0" y="0"/>
          <a:chExt cx="0" cy="0"/>
        </a:xfrm>
      </p:grpSpPr>
      <p:sp>
        <p:nvSpPr>
          <p:cNvPr id="425" name="Google Shape;425;g54dda1946d_4_27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6" name="Google Shape;426;g54dda1946d_4_2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7"/>
        <p:cNvGrpSpPr/>
        <p:nvPr/>
      </p:nvGrpSpPr>
      <p:grpSpPr>
        <a:xfrm>
          <a:off x="0" y="0"/>
          <a:ext cx="0" cy="0"/>
          <a:chOff x="0" y="0"/>
          <a:chExt cx="0" cy="0"/>
        </a:xfrm>
      </p:grpSpPr>
      <p:sp>
        <p:nvSpPr>
          <p:cNvPr id="408" name="Google Shape;408;g184d99d1a72_0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9" name="Google Shape;409;g184d99d1a72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4"/>
        <p:cNvGrpSpPr/>
        <p:nvPr/>
      </p:nvGrpSpPr>
      <p:grpSpPr>
        <a:xfrm>
          <a:off x="0" y="0"/>
          <a:ext cx="0" cy="0"/>
          <a:chOff x="0" y="0"/>
          <a:chExt cx="0" cy="0"/>
        </a:xfrm>
      </p:grpSpPr>
      <p:sp>
        <p:nvSpPr>
          <p:cNvPr id="315" name="Google Shape;315;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6" name="Google Shape;316;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9"/>
        <p:cNvGrpSpPr/>
        <p:nvPr/>
      </p:nvGrpSpPr>
      <p:grpSpPr>
        <a:xfrm>
          <a:off x="0" y="0"/>
          <a:ext cx="0" cy="0"/>
          <a:chOff x="0" y="0"/>
          <a:chExt cx="0" cy="0"/>
        </a:xfrm>
      </p:grpSpPr>
      <p:sp>
        <p:nvSpPr>
          <p:cNvPr id="470" name="Google Shape;470;g190cccfa97d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1" name="Google Shape;471;g190cccfa97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3"/>
        <p:cNvGrpSpPr/>
        <p:nvPr/>
      </p:nvGrpSpPr>
      <p:grpSpPr>
        <a:xfrm>
          <a:off x="0" y="0"/>
          <a:ext cx="0" cy="0"/>
          <a:chOff x="0" y="0"/>
          <a:chExt cx="0" cy="0"/>
        </a:xfrm>
      </p:grpSpPr>
      <p:sp>
        <p:nvSpPr>
          <p:cNvPr id="464" name="Google Shape;464;g54dda1946d_4_2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5" name="Google Shape;465;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a25404f26e_0_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a25404f26e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1"/>
        <p:cNvGrpSpPr/>
        <p:nvPr/>
      </p:nvGrpSpPr>
      <p:grpSpPr>
        <a:xfrm>
          <a:off x="0" y="0"/>
          <a:ext cx="0" cy="0"/>
          <a:chOff x="0" y="0"/>
          <a:chExt cx="0" cy="0"/>
        </a:xfrm>
      </p:grpSpPr>
      <p:sp>
        <p:nvSpPr>
          <p:cNvPr id="652" name="Google Shape;652;g135e18421cc_13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3" name="Google Shape;653;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4"/>
        <p:cNvGrpSpPr/>
        <p:nvPr/>
      </p:nvGrpSpPr>
      <p:grpSpPr>
        <a:xfrm>
          <a:off x="0" y="0"/>
          <a:ext cx="0" cy="0"/>
          <a:chOff x="0" y="0"/>
          <a:chExt cx="0" cy="0"/>
        </a:xfrm>
      </p:grpSpPr>
      <p:sp>
        <p:nvSpPr>
          <p:cNvPr id="445" name="Google Shape;445;g216241d4a31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6" name="Google Shape;446;g216241d4a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2"/>
        <p:cNvGrpSpPr/>
        <p:nvPr/>
      </p:nvGrpSpPr>
      <p:grpSpPr>
        <a:xfrm>
          <a:off x="0" y="0"/>
          <a:ext cx="0" cy="0"/>
          <a:chOff x="0" y="0"/>
          <a:chExt cx="0" cy="0"/>
        </a:xfrm>
      </p:grpSpPr>
      <p:sp>
        <p:nvSpPr>
          <p:cNvPr id="333" name="Google Shape;333;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4" name="Google Shape;334;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1"/>
        <p:cNvGrpSpPr/>
        <p:nvPr/>
      </p:nvGrpSpPr>
      <p:grpSpPr>
        <a:xfrm>
          <a:off x="0" y="0"/>
          <a:ext cx="0" cy="0"/>
          <a:chOff x="0" y="0"/>
          <a:chExt cx="0" cy="0"/>
        </a:xfrm>
      </p:grpSpPr>
      <p:sp>
        <p:nvSpPr>
          <p:cNvPr id="612" name="Google Shape;612;g216241d4a31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3" name="Google Shape;613;g216241d4a31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
        <p:cNvGrpSpPr/>
        <p:nvPr/>
      </p:nvGrpSpPr>
      <p:grpSpPr>
        <a:xfrm>
          <a:off x="0" y="0"/>
          <a:ext cx="0" cy="0"/>
          <a:chOff x="0" y="0"/>
          <a:chExt cx="0" cy="0"/>
        </a:xfrm>
      </p:grpSpPr>
      <p:sp>
        <p:nvSpPr>
          <p:cNvPr id="687" name="Google Shape;687;g2a25404f26e_0_1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8" name="Google Shape;688;g2a25404f26e_0_1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p:cNvGrpSpPr/>
        <p:nvPr/>
      </p:nvGrpSpPr>
      <p:grpSpPr>
        <a:xfrm>
          <a:off x="0" y="0"/>
          <a:ext cx="0" cy="0"/>
          <a:chOff x="0" y="0"/>
          <a:chExt cx="0" cy="0"/>
        </a:xfrm>
      </p:grpSpPr>
      <p:sp>
        <p:nvSpPr>
          <p:cNvPr id="693" name="Google Shape;693;g2a25404f26e_2_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2a25404f26e_2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8"/>
        <p:cNvGrpSpPr/>
        <p:nvPr/>
      </p:nvGrpSpPr>
      <p:grpSpPr>
        <a:xfrm>
          <a:off x="0" y="0"/>
          <a:ext cx="0" cy="0"/>
          <a:chOff x="0" y="0"/>
          <a:chExt cx="0" cy="0"/>
        </a:xfrm>
      </p:grpSpPr>
      <p:sp>
        <p:nvSpPr>
          <p:cNvPr id="699" name="Google Shape;699;g2a25404f26e_2_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0" name="Google Shape;700;g2a25404f26e_2_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
        <p:cNvGrpSpPr/>
        <p:nvPr/>
      </p:nvGrpSpPr>
      <p:grpSpPr>
        <a:xfrm>
          <a:off x="0" y="0"/>
          <a:ext cx="0" cy="0"/>
          <a:chOff x="0" y="0"/>
          <a:chExt cx="0" cy="0"/>
        </a:xfrm>
      </p:grpSpPr>
      <p:sp>
        <p:nvSpPr>
          <p:cNvPr id="705" name="Google Shape;705;g2a25404f26e_2_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6" name="Google Shape;706;g2a25404f26e_2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
        <p:cNvGrpSpPr/>
        <p:nvPr/>
      </p:nvGrpSpPr>
      <p:grpSpPr>
        <a:xfrm>
          <a:off x="0" y="0"/>
          <a:ext cx="0" cy="0"/>
          <a:chOff x="0" y="0"/>
          <a:chExt cx="0" cy="0"/>
        </a:xfrm>
      </p:grpSpPr>
      <p:sp>
        <p:nvSpPr>
          <p:cNvPr id="723" name="Google Shape;723;g2a25404f26e_2_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4" name="Google Shape;724;g2a25404f26e_2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8"/>
        <p:cNvGrpSpPr/>
        <p:nvPr/>
      </p:nvGrpSpPr>
      <p:grpSpPr>
        <a:xfrm>
          <a:off x="0" y="0"/>
          <a:ext cx="0" cy="0"/>
          <a:chOff x="0" y="0"/>
          <a:chExt cx="0" cy="0"/>
        </a:xfrm>
      </p:grpSpPr>
      <p:sp>
        <p:nvSpPr>
          <p:cNvPr id="739" name="Google Shape;739;g2a25404f26e_2_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0" name="Google Shape;740;g2a25404f26e_2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5"/>
        <p:cNvGrpSpPr/>
        <p:nvPr/>
      </p:nvGrpSpPr>
      <p:grpSpPr>
        <a:xfrm>
          <a:off x="0" y="0"/>
          <a:ext cx="0" cy="0"/>
          <a:chOff x="0" y="0"/>
          <a:chExt cx="0" cy="0"/>
        </a:xfrm>
      </p:grpSpPr>
      <p:sp>
        <p:nvSpPr>
          <p:cNvPr id="1076" name="Google Shape;1076;g2a25404f26e_2_3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7" name="Google Shape;1077;g2a25404f26e_2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89"/>
        <p:cNvGrpSpPr/>
        <p:nvPr/>
      </p:nvGrpSpPr>
      <p:grpSpPr>
        <a:xfrm>
          <a:off x="0" y="0"/>
          <a:ext cx="0" cy="0"/>
          <a:chOff x="0" y="0"/>
          <a:chExt cx="0" cy="0"/>
        </a:xfrm>
      </p:grpSpPr>
      <p:sp>
        <p:nvSpPr>
          <p:cNvPr id="6990" name="Google Shape;6990;g2a25404f26e_2_63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91" name="Google Shape;6991;g2a25404f26e_2_6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16"/>
        <p:cNvGrpSpPr/>
        <p:nvPr/>
      </p:nvGrpSpPr>
      <p:grpSpPr>
        <a:xfrm>
          <a:off x="0" y="0"/>
          <a:ext cx="0" cy="0"/>
          <a:chOff x="0" y="0"/>
          <a:chExt cx="0" cy="0"/>
        </a:xfrm>
      </p:grpSpPr>
      <p:sp>
        <p:nvSpPr>
          <p:cNvPr id="7417" name="Google Shape;7417;g2a25404f26e_2_67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18" name="Google Shape;7418;g2a25404f26e_2_67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79"/>
        <p:cNvGrpSpPr/>
        <p:nvPr/>
      </p:nvGrpSpPr>
      <p:grpSpPr>
        <a:xfrm>
          <a:off x="0" y="0"/>
          <a:ext cx="0" cy="0"/>
          <a:chOff x="0" y="0"/>
          <a:chExt cx="0" cy="0"/>
        </a:xfrm>
      </p:grpSpPr>
      <p:sp>
        <p:nvSpPr>
          <p:cNvPr id="7580" name="Google Shape;7580;g2a25404f26e_2_68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81" name="Google Shape;7581;g2a25404f26e_2_68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81"/>
        <p:cNvGrpSpPr/>
        <p:nvPr/>
      </p:nvGrpSpPr>
      <p:grpSpPr>
        <a:xfrm>
          <a:off x="0" y="0"/>
          <a:ext cx="0" cy="0"/>
          <a:chOff x="0" y="0"/>
          <a:chExt cx="0" cy="0"/>
        </a:xfrm>
      </p:grpSpPr>
      <p:sp>
        <p:nvSpPr>
          <p:cNvPr id="7982" name="Google Shape;7982;g2a25404f26e_2_72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83" name="Google Shape;7983;g2a25404f26e_2_72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52"/>
        <p:cNvGrpSpPr/>
        <p:nvPr/>
      </p:nvGrpSpPr>
      <p:grpSpPr>
        <a:xfrm>
          <a:off x="0" y="0"/>
          <a:ext cx="0" cy="0"/>
          <a:chOff x="0" y="0"/>
          <a:chExt cx="0" cy="0"/>
        </a:xfrm>
      </p:grpSpPr>
      <p:sp>
        <p:nvSpPr>
          <p:cNvPr id="8353" name="Google Shape;8353;g2a25404f26e_2_76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54" name="Google Shape;8354;g2a25404f26e_2_76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41"/>
        <p:cNvGrpSpPr/>
        <p:nvPr/>
      </p:nvGrpSpPr>
      <p:grpSpPr>
        <a:xfrm>
          <a:off x="0" y="0"/>
          <a:ext cx="0" cy="0"/>
          <a:chOff x="0" y="0"/>
          <a:chExt cx="0" cy="0"/>
        </a:xfrm>
      </p:grpSpPr>
      <p:sp>
        <p:nvSpPr>
          <p:cNvPr id="8742" name="Google Shape;8742;g2a25404f26e_2_80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43" name="Google Shape;8743;g2a25404f26e_2_80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72"/>
        <p:cNvGrpSpPr/>
        <p:nvPr/>
      </p:nvGrpSpPr>
      <p:grpSpPr>
        <a:xfrm>
          <a:off x="0" y="0"/>
          <a:ext cx="0" cy="0"/>
          <a:chOff x="0" y="0"/>
          <a:chExt cx="0" cy="0"/>
        </a:xfrm>
      </p:grpSpPr>
      <p:sp>
        <p:nvSpPr>
          <p:cNvPr id="9173" name="Google Shape;9173;g2a25404f26e_2_84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74" name="Google Shape;9174;g2a25404f26e_2_84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65"/>
        <p:cNvGrpSpPr/>
        <p:nvPr/>
      </p:nvGrpSpPr>
      <p:grpSpPr>
        <a:xfrm>
          <a:off x="0" y="0"/>
          <a:ext cx="0" cy="0"/>
          <a:chOff x="0" y="0"/>
          <a:chExt cx="0" cy="0"/>
        </a:xfrm>
      </p:grpSpPr>
      <p:sp>
        <p:nvSpPr>
          <p:cNvPr id="9966" name="Google Shape;9966;g2a25404f26e_2_927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67" name="Google Shape;9967;g2a25404f26e_2_9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06"/>
        <p:cNvGrpSpPr/>
        <p:nvPr/>
      </p:nvGrpSpPr>
      <p:grpSpPr>
        <a:xfrm>
          <a:off x="0" y="0"/>
          <a:ext cx="0" cy="0"/>
          <a:chOff x="0" y="0"/>
          <a:chExt cx="0" cy="0"/>
        </a:xfrm>
      </p:grpSpPr>
      <p:sp>
        <p:nvSpPr>
          <p:cNvPr id="10707" name="Google Shape;10707;g2a25404f26e_2_100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08" name="Google Shape;10708;g2a25404f26e_2_100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99"/>
        <p:cNvGrpSpPr/>
        <p:nvPr/>
      </p:nvGrpSpPr>
      <p:grpSpPr>
        <a:xfrm>
          <a:off x="0" y="0"/>
          <a:ext cx="0" cy="0"/>
          <a:chOff x="0" y="0"/>
          <a:chExt cx="0" cy="0"/>
        </a:xfrm>
      </p:grpSpPr>
      <p:sp>
        <p:nvSpPr>
          <p:cNvPr id="11400" name="Google Shape;11400;g2a25404f26e_2_1070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01" name="Google Shape;11401;g2a25404f26e_2_107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01"/>
        <p:cNvGrpSpPr/>
        <p:nvPr/>
      </p:nvGrpSpPr>
      <p:grpSpPr>
        <a:xfrm>
          <a:off x="0" y="0"/>
          <a:ext cx="0" cy="0"/>
          <a:chOff x="0" y="0"/>
          <a:chExt cx="0" cy="0"/>
        </a:xfrm>
      </p:grpSpPr>
      <p:sp>
        <p:nvSpPr>
          <p:cNvPr id="11702" name="Google Shape;11702;g2a25404f26e_2_110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03" name="Google Shape;11703;g2a25404f26e_2_110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41"/>
        <p:cNvGrpSpPr/>
        <p:nvPr/>
      </p:nvGrpSpPr>
      <p:grpSpPr>
        <a:xfrm>
          <a:off x="0" y="0"/>
          <a:ext cx="0" cy="0"/>
          <a:chOff x="0" y="0"/>
          <a:chExt cx="0" cy="0"/>
        </a:xfrm>
      </p:grpSpPr>
      <p:sp>
        <p:nvSpPr>
          <p:cNvPr id="12342" name="Google Shape;12342;g2a25404f26e_2_136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43" name="Google Shape;12343;g2a25404f26e_2_136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 /><Relationship Id="rId2" Type="http://schemas.openxmlformats.org/officeDocument/2006/relationships/image" Target="../media/image1.png" /><Relationship Id="rId1" Type="http://schemas.openxmlformats.org/officeDocument/2006/relationships/slideMaster" Target="../slideMasters/slideMaster1.xml" /></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 /><Relationship Id="rId1" Type="http://schemas.openxmlformats.org/officeDocument/2006/relationships/slideMaster" Target="../slideMasters/slideMaster1.xml" /></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5.png" /><Relationship Id="rId2" Type="http://schemas.openxmlformats.org/officeDocument/2006/relationships/image" Target="../media/image4.png" /><Relationship Id="rId1" Type="http://schemas.openxmlformats.org/officeDocument/2006/relationships/slideMaster" Target="../slideMasters/slideMaster1.xml" /></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1.png" /><Relationship Id="rId2" Type="http://schemas.openxmlformats.org/officeDocument/2006/relationships/image" Target="../media/image6.png" /><Relationship Id="rId1" Type="http://schemas.openxmlformats.org/officeDocument/2006/relationships/slideMaster" Target="../slideMasters/slideMaster1.xml" /><Relationship Id="rId4" Type="http://schemas.openxmlformats.org/officeDocument/2006/relationships/image" Target="../media/image7.png" /></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6.png" /><Relationship Id="rId2" Type="http://schemas.openxmlformats.org/officeDocument/2006/relationships/image" Target="../media/image1.png" /><Relationship Id="rId1" Type="http://schemas.openxmlformats.org/officeDocument/2006/relationships/slideMaster" Target="../slideMasters/slideMaster1.xml" /></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png" /><Relationship Id="rId1" Type="http://schemas.openxmlformats.org/officeDocument/2006/relationships/slideMaster" Target="../slideMasters/slideMaster1.xml" /></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6.png" /><Relationship Id="rId1" Type="http://schemas.openxmlformats.org/officeDocument/2006/relationships/slideMaster" Target="../slideMasters/slideMaster1.xml" /></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 /></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 /></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7.png" /><Relationship Id="rId2" Type="http://schemas.openxmlformats.org/officeDocument/2006/relationships/image" Target="../media/image3.png" /><Relationship Id="rId1" Type="http://schemas.openxmlformats.org/officeDocument/2006/relationships/slideMaster" Target="../slideMasters/slideMaster1.xml" /></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4.png" /><Relationship Id="rId1" Type="http://schemas.openxmlformats.org/officeDocument/2006/relationships/slideMaster" Target="../slideMasters/slideMaster1.xml" /></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2.png" /><Relationship Id="rId2" Type="http://schemas.openxmlformats.org/officeDocument/2006/relationships/image" Target="../media/image1.png" /><Relationship Id="rId1" Type="http://schemas.openxmlformats.org/officeDocument/2006/relationships/slideMaster" Target="../slideMasters/slideMaster1.xml" /></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1.png" /><Relationship Id="rId2" Type="http://schemas.openxmlformats.org/officeDocument/2006/relationships/image" Target="../media/image7.png" /><Relationship Id="rId1" Type="http://schemas.openxmlformats.org/officeDocument/2006/relationships/slideMaster" Target="../slideMasters/slideMaster1.xml" /></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1.png" /><Relationship Id="rId2" Type="http://schemas.openxmlformats.org/officeDocument/2006/relationships/image" Target="../media/image6.png" /><Relationship Id="rId1" Type="http://schemas.openxmlformats.org/officeDocument/2006/relationships/slideMaster" Target="../slideMasters/slideMaster1.xml" /><Relationship Id="rId4" Type="http://schemas.openxmlformats.org/officeDocument/2006/relationships/image" Target="../media/image7.png" /></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6.png" /><Relationship Id="rId2" Type="http://schemas.openxmlformats.org/officeDocument/2006/relationships/image" Target="../media/image1.png" /><Relationship Id="rId1" Type="http://schemas.openxmlformats.org/officeDocument/2006/relationships/slideMaster" Target="../slideMasters/slideMaster1.xml" /></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8.png" /><Relationship Id="rId1" Type="http://schemas.openxmlformats.org/officeDocument/2006/relationships/slideMaster" Target="../slideMasters/slideMaster1.xml" /></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png" /><Relationship Id="rId2" Type="http://schemas.openxmlformats.org/officeDocument/2006/relationships/image" Target="../media/image1.png" /><Relationship Id="rId1" Type="http://schemas.openxmlformats.org/officeDocument/2006/relationships/slideMaster" Target="../slideMasters/slideMaster1.xml" /></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3.png" /><Relationship Id="rId1" Type="http://schemas.openxmlformats.org/officeDocument/2006/relationships/slideMaster" Target="../slideMasters/slideMaster1.xml" /></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9.png" /><Relationship Id="rId2" Type="http://schemas.openxmlformats.org/officeDocument/2006/relationships/image" Target="../media/image2.png" /><Relationship Id="rId1" Type="http://schemas.openxmlformats.org/officeDocument/2006/relationships/slideMaster" Target="../slideMasters/slideMaster1.xml" /></Relationships>
</file>

<file path=ppt/slideLayouts/_rels/slideLayout20.xml.rels><?xml version="1.0" encoding="UTF-8" standalone="yes"?>
<Relationships xmlns="http://schemas.openxmlformats.org/package/2006/relationships"><Relationship Id="rId3" Type="http://schemas.openxmlformats.org/officeDocument/2006/relationships/hyperlink" Target="https://bit.ly/3A1uf1Q" TargetMode="External" /><Relationship Id="rId2" Type="http://schemas.openxmlformats.org/officeDocument/2006/relationships/image" Target="../media/image2.png" /><Relationship Id="rId1" Type="http://schemas.openxmlformats.org/officeDocument/2006/relationships/slideMaster" Target="../slideMasters/slideMaster1.xml" /><Relationship Id="rId4" Type="http://schemas.openxmlformats.org/officeDocument/2006/relationships/hyperlink" Target="http://bit.ly/2TtBDfr" TargetMode="External" /></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9.png" /><Relationship Id="rId2" Type="http://schemas.openxmlformats.org/officeDocument/2006/relationships/image" Target="../media/image2.png" /><Relationship Id="rId1" Type="http://schemas.openxmlformats.org/officeDocument/2006/relationships/slideMaster" Target="../slideMasters/slideMaster1.xml" /></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3.png" /><Relationship Id="rId1" Type="http://schemas.openxmlformats.org/officeDocument/2006/relationships/slideMaster" Target="../slideMasters/slideMaster1.xml" /></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 /></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 /></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3223008" y="-2215775"/>
            <a:ext cx="14556557" cy="10211427"/>
            <a:chOff x="-3223008" y="-2215775"/>
            <a:chExt cx="14556557" cy="10211427"/>
          </a:xfrm>
        </p:grpSpPr>
        <p:pic>
          <p:nvPicPr>
            <p:cNvPr id="10" name="Google Shape;10;p2"/>
            <p:cNvPicPr preferRelativeResize="0"/>
            <p:nvPr/>
          </p:nvPicPr>
          <p:blipFill>
            <a:blip r:embed="rId2">
              <a:alphaModFix/>
            </a:blip>
            <a:stretch>
              <a:fillRect/>
            </a:stretch>
          </p:blipFill>
          <p:spPr>
            <a:xfrm rot="1776129">
              <a:off x="5398439" y="-990361"/>
              <a:ext cx="5655472" cy="2626522"/>
            </a:xfrm>
            <a:prstGeom prst="rect">
              <a:avLst/>
            </a:prstGeom>
            <a:noFill/>
            <a:ln>
              <a:noFill/>
            </a:ln>
          </p:spPr>
        </p:pic>
        <p:pic>
          <p:nvPicPr>
            <p:cNvPr id="11" name="Google Shape;11;p2"/>
            <p:cNvPicPr preferRelativeResize="0"/>
            <p:nvPr/>
          </p:nvPicPr>
          <p:blipFill>
            <a:blip r:embed="rId3">
              <a:alphaModFix/>
            </a:blip>
            <a:stretch>
              <a:fillRect/>
            </a:stretch>
          </p:blipFill>
          <p:spPr>
            <a:xfrm rot="1180232">
              <a:off x="-2566982" y="1792900"/>
              <a:ext cx="7185315" cy="5143501"/>
            </a:xfrm>
            <a:prstGeom prst="rect">
              <a:avLst/>
            </a:prstGeom>
            <a:noFill/>
            <a:ln>
              <a:noFill/>
            </a:ln>
          </p:spPr>
        </p:pic>
      </p:grpSp>
      <p:sp>
        <p:nvSpPr>
          <p:cNvPr id="12" name="Google Shape;12;p2"/>
          <p:cNvSpPr/>
          <p:nvPr/>
        </p:nvSpPr>
        <p:spPr>
          <a:xfrm>
            <a:off x="233100" y="252900"/>
            <a:ext cx="8677800" cy="46377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13" name="Google Shape;13;p2"/>
          <p:cNvSpPr txBox="1">
            <a:spLocks noGrp="1"/>
          </p:cNvSpPr>
          <p:nvPr>
            <p:ph type="ctrTitle"/>
          </p:nvPr>
        </p:nvSpPr>
        <p:spPr>
          <a:xfrm>
            <a:off x="619500" y="1191425"/>
            <a:ext cx="7905000" cy="2031900"/>
          </a:xfrm>
          <a:prstGeom prst="rect">
            <a:avLst/>
          </a:prstGeom>
        </p:spPr>
        <p:txBody>
          <a:bodyPr spcFirstLastPara="1" wrap="square" lIns="91425" tIns="91425" rIns="91425" bIns="91425" anchor="b" anchorCtr="0">
            <a:noAutofit/>
          </a:bodyPr>
          <a:lstStyle>
            <a:lvl1pPr lvl="0" algn="ctr">
              <a:spcBef>
                <a:spcPts val="0"/>
              </a:spcBef>
              <a:spcAft>
                <a:spcPts val="0"/>
              </a:spcAft>
              <a:buClr>
                <a:srgbClr val="191919"/>
              </a:buClr>
              <a:buSzPts val="6000"/>
              <a:buNone/>
              <a:defRPr sz="6000" b="0"/>
            </a:lvl1pPr>
            <a:lvl2pPr lvl="1" algn="ctr">
              <a:spcBef>
                <a:spcPts val="0"/>
              </a:spcBef>
              <a:spcAft>
                <a:spcPts val="0"/>
              </a:spcAft>
              <a:buClr>
                <a:srgbClr val="191919"/>
              </a:buClr>
              <a:buSzPts val="6000"/>
              <a:buNone/>
              <a:defRPr sz="6000">
                <a:solidFill>
                  <a:srgbClr val="191919"/>
                </a:solidFill>
              </a:defRPr>
            </a:lvl2pPr>
            <a:lvl3pPr lvl="2" algn="ctr">
              <a:spcBef>
                <a:spcPts val="0"/>
              </a:spcBef>
              <a:spcAft>
                <a:spcPts val="0"/>
              </a:spcAft>
              <a:buClr>
                <a:srgbClr val="191919"/>
              </a:buClr>
              <a:buSzPts val="6000"/>
              <a:buNone/>
              <a:defRPr sz="6000">
                <a:solidFill>
                  <a:srgbClr val="191919"/>
                </a:solidFill>
              </a:defRPr>
            </a:lvl3pPr>
            <a:lvl4pPr lvl="3" algn="ctr">
              <a:spcBef>
                <a:spcPts val="0"/>
              </a:spcBef>
              <a:spcAft>
                <a:spcPts val="0"/>
              </a:spcAft>
              <a:buClr>
                <a:srgbClr val="191919"/>
              </a:buClr>
              <a:buSzPts val="6000"/>
              <a:buNone/>
              <a:defRPr sz="6000">
                <a:solidFill>
                  <a:srgbClr val="191919"/>
                </a:solidFill>
              </a:defRPr>
            </a:lvl4pPr>
            <a:lvl5pPr lvl="4" algn="ctr">
              <a:spcBef>
                <a:spcPts val="0"/>
              </a:spcBef>
              <a:spcAft>
                <a:spcPts val="0"/>
              </a:spcAft>
              <a:buClr>
                <a:srgbClr val="191919"/>
              </a:buClr>
              <a:buSzPts val="6000"/>
              <a:buNone/>
              <a:defRPr sz="6000">
                <a:solidFill>
                  <a:srgbClr val="191919"/>
                </a:solidFill>
              </a:defRPr>
            </a:lvl5pPr>
            <a:lvl6pPr lvl="5" algn="ctr">
              <a:spcBef>
                <a:spcPts val="0"/>
              </a:spcBef>
              <a:spcAft>
                <a:spcPts val="0"/>
              </a:spcAft>
              <a:buClr>
                <a:srgbClr val="191919"/>
              </a:buClr>
              <a:buSzPts val="6000"/>
              <a:buNone/>
              <a:defRPr sz="6000">
                <a:solidFill>
                  <a:srgbClr val="191919"/>
                </a:solidFill>
              </a:defRPr>
            </a:lvl6pPr>
            <a:lvl7pPr lvl="6" algn="ctr">
              <a:spcBef>
                <a:spcPts val="0"/>
              </a:spcBef>
              <a:spcAft>
                <a:spcPts val="0"/>
              </a:spcAft>
              <a:buClr>
                <a:srgbClr val="191919"/>
              </a:buClr>
              <a:buSzPts val="6000"/>
              <a:buNone/>
              <a:defRPr sz="6000">
                <a:solidFill>
                  <a:srgbClr val="191919"/>
                </a:solidFill>
              </a:defRPr>
            </a:lvl7pPr>
            <a:lvl8pPr lvl="7" algn="ctr">
              <a:spcBef>
                <a:spcPts val="0"/>
              </a:spcBef>
              <a:spcAft>
                <a:spcPts val="0"/>
              </a:spcAft>
              <a:buClr>
                <a:srgbClr val="191919"/>
              </a:buClr>
              <a:buSzPts val="6000"/>
              <a:buNone/>
              <a:defRPr sz="6000">
                <a:solidFill>
                  <a:srgbClr val="191919"/>
                </a:solidFill>
              </a:defRPr>
            </a:lvl8pPr>
            <a:lvl9pPr lvl="8" algn="ctr">
              <a:spcBef>
                <a:spcPts val="0"/>
              </a:spcBef>
              <a:spcAft>
                <a:spcPts val="0"/>
              </a:spcAft>
              <a:buClr>
                <a:srgbClr val="191919"/>
              </a:buClr>
              <a:buSzPts val="6000"/>
              <a:buNone/>
              <a:defRPr sz="6000">
                <a:solidFill>
                  <a:srgbClr val="191919"/>
                </a:solidFill>
              </a:defRPr>
            </a:lvl9pPr>
          </a:lstStyle>
          <a:p>
            <a:endParaRPr/>
          </a:p>
        </p:txBody>
      </p:sp>
      <p:sp>
        <p:nvSpPr>
          <p:cNvPr id="14" name="Google Shape;14;p2"/>
          <p:cNvSpPr txBox="1">
            <a:spLocks noGrp="1"/>
          </p:cNvSpPr>
          <p:nvPr>
            <p:ph type="subTitle" idx="1"/>
          </p:nvPr>
        </p:nvSpPr>
        <p:spPr>
          <a:xfrm>
            <a:off x="1830450" y="3712375"/>
            <a:ext cx="5483100" cy="4311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5"/>
        <p:cNvGrpSpPr/>
        <p:nvPr/>
      </p:nvGrpSpPr>
      <p:grpSpPr>
        <a:xfrm>
          <a:off x="0" y="0"/>
          <a:ext cx="0" cy="0"/>
          <a:chOff x="0" y="0"/>
          <a:chExt cx="0" cy="0"/>
        </a:xfrm>
      </p:grpSpPr>
      <p:grpSp>
        <p:nvGrpSpPr>
          <p:cNvPr id="16" name="Google Shape;16;p3"/>
          <p:cNvGrpSpPr/>
          <p:nvPr/>
        </p:nvGrpSpPr>
        <p:grpSpPr>
          <a:xfrm>
            <a:off x="233100" y="252900"/>
            <a:ext cx="8677800" cy="4637700"/>
            <a:chOff x="233100" y="252900"/>
            <a:chExt cx="8677800" cy="4637700"/>
          </a:xfrm>
        </p:grpSpPr>
        <p:sp>
          <p:nvSpPr>
            <p:cNvPr id="17" name="Google Shape;17;p3"/>
            <p:cNvSpPr/>
            <p:nvPr/>
          </p:nvSpPr>
          <p:spPr>
            <a:xfrm>
              <a:off x="233100" y="252900"/>
              <a:ext cx="8677800" cy="46377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nvGrpSpPr>
            <p:cNvPr id="18" name="Google Shape;18;p3"/>
            <p:cNvGrpSpPr/>
            <p:nvPr/>
          </p:nvGrpSpPr>
          <p:grpSpPr>
            <a:xfrm>
              <a:off x="7688150" y="4376900"/>
              <a:ext cx="974000" cy="227100"/>
              <a:chOff x="415725" y="425950"/>
              <a:chExt cx="974000" cy="227100"/>
            </a:xfrm>
          </p:grpSpPr>
          <p:sp>
            <p:nvSpPr>
              <p:cNvPr id="19" name="Google Shape;19;p3"/>
              <p:cNvSpPr/>
              <p:nvPr/>
            </p:nvSpPr>
            <p:spPr>
              <a:xfrm>
                <a:off x="4157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20" name="Google Shape;20;p3"/>
              <p:cNvSpPr/>
              <p:nvPr/>
            </p:nvSpPr>
            <p:spPr>
              <a:xfrm>
                <a:off x="78917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21" name="Google Shape;21;p3"/>
              <p:cNvSpPr/>
              <p:nvPr/>
            </p:nvSpPr>
            <p:spPr>
              <a:xfrm>
                <a:off x="11626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grpSp>
      <p:pic>
        <p:nvPicPr>
          <p:cNvPr id="22" name="Google Shape;22;p3"/>
          <p:cNvPicPr preferRelativeResize="0"/>
          <p:nvPr/>
        </p:nvPicPr>
        <p:blipFill>
          <a:blip r:embed="rId2">
            <a:alphaModFix/>
          </a:blip>
          <a:stretch>
            <a:fillRect/>
          </a:stretch>
        </p:blipFill>
        <p:spPr>
          <a:xfrm rot="4174570">
            <a:off x="-2728068" y="-1291109"/>
            <a:ext cx="7575637" cy="5476464"/>
          </a:xfrm>
          <a:prstGeom prst="rect">
            <a:avLst/>
          </a:prstGeom>
          <a:noFill/>
          <a:ln>
            <a:noFill/>
          </a:ln>
        </p:spPr>
      </p:pic>
      <p:sp>
        <p:nvSpPr>
          <p:cNvPr id="23" name="Google Shape;23;p3"/>
          <p:cNvSpPr txBox="1">
            <a:spLocks noGrp="1"/>
          </p:cNvSpPr>
          <p:nvPr>
            <p:ph type="title"/>
          </p:nvPr>
        </p:nvSpPr>
        <p:spPr>
          <a:xfrm>
            <a:off x="4219950" y="2666938"/>
            <a:ext cx="3931200" cy="923400"/>
          </a:xfrm>
          <a:prstGeom prst="rect">
            <a:avLst/>
          </a:prstGeom>
        </p:spPr>
        <p:txBody>
          <a:bodyPr spcFirstLastPara="1" wrap="square" lIns="91425" tIns="91425" rIns="91425" bIns="91425" anchor="t" anchorCtr="0">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4" name="Google Shape;24;p3"/>
          <p:cNvSpPr txBox="1">
            <a:spLocks noGrp="1"/>
          </p:cNvSpPr>
          <p:nvPr>
            <p:ph type="title" idx="2" hasCustomPrompt="1"/>
          </p:nvPr>
        </p:nvSpPr>
        <p:spPr>
          <a:xfrm>
            <a:off x="4219950" y="1702288"/>
            <a:ext cx="1235700" cy="646500"/>
          </a:xfrm>
          <a:prstGeom prst="rect">
            <a:avLst/>
          </a:prstGeom>
          <a:noFill/>
        </p:spPr>
        <p:txBody>
          <a:bodyPr spcFirstLastPara="1" wrap="square" lIns="91425" tIns="91425" rIns="91425" bIns="91425" anchor="b" anchorCtr="0">
            <a:noAutofit/>
          </a:bodyPr>
          <a:lstStyle>
            <a:lvl1pPr lvl="0" rtl="0">
              <a:spcBef>
                <a:spcPts val="0"/>
              </a:spcBef>
              <a:spcAft>
                <a:spcPts val="0"/>
              </a:spcAft>
              <a:buClr>
                <a:schemeClr val="lt1"/>
              </a:buClr>
              <a:buSzPts val="6000"/>
              <a:buNone/>
              <a:defRPr>
                <a:solidFill>
                  <a:schemeClr val="accen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5" name="Google Shape;25;p3"/>
          <p:cNvSpPr>
            <a:spLocks noGrp="1"/>
          </p:cNvSpPr>
          <p:nvPr>
            <p:ph type="pic" idx="3"/>
          </p:nvPr>
        </p:nvSpPr>
        <p:spPr>
          <a:xfrm>
            <a:off x="528425" y="539500"/>
            <a:ext cx="2760600" cy="4064400"/>
          </a:xfrm>
          <a:prstGeom prst="rect">
            <a:avLst/>
          </a:prstGeom>
          <a:noFill/>
          <a:ln w="9525" cap="flat" cmpd="sng">
            <a:solidFill>
              <a:schemeClr val="dk1"/>
            </a:solidFill>
            <a:prstDash val="solid"/>
            <a:round/>
            <a:headEnd type="none" w="sm" len="sm"/>
            <a:tailEnd type="none" w="sm" len="sm"/>
          </a:ln>
        </p:spPr>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2"/>
        <p:cNvGrpSpPr/>
        <p:nvPr/>
      </p:nvGrpSpPr>
      <p:grpSpPr>
        <a:xfrm>
          <a:off x="0" y="0"/>
          <a:ext cx="0" cy="0"/>
          <a:chOff x="0" y="0"/>
          <a:chExt cx="0" cy="0"/>
        </a:xfrm>
      </p:grpSpPr>
      <p:grpSp>
        <p:nvGrpSpPr>
          <p:cNvPr id="33" name="Google Shape;33;p5"/>
          <p:cNvGrpSpPr/>
          <p:nvPr/>
        </p:nvGrpSpPr>
        <p:grpSpPr>
          <a:xfrm>
            <a:off x="-4289842" y="-1304667"/>
            <a:ext cx="16897342" cy="8304584"/>
            <a:chOff x="-4289842" y="-1304667"/>
            <a:chExt cx="16897342" cy="8304584"/>
          </a:xfrm>
        </p:grpSpPr>
        <p:pic>
          <p:nvPicPr>
            <p:cNvPr id="34" name="Google Shape;34;p5"/>
            <p:cNvPicPr preferRelativeResize="0"/>
            <p:nvPr/>
          </p:nvPicPr>
          <p:blipFill>
            <a:blip r:embed="rId2">
              <a:alphaModFix/>
            </a:blip>
            <a:stretch>
              <a:fillRect/>
            </a:stretch>
          </p:blipFill>
          <p:spPr>
            <a:xfrm rot="-2565567" flipH="1">
              <a:off x="6303202" y="702652"/>
              <a:ext cx="5591046" cy="4289945"/>
            </a:xfrm>
            <a:prstGeom prst="rect">
              <a:avLst/>
            </a:prstGeom>
            <a:noFill/>
            <a:ln>
              <a:noFill/>
            </a:ln>
          </p:spPr>
        </p:pic>
        <p:pic>
          <p:nvPicPr>
            <p:cNvPr id="35" name="Google Shape;35;p5"/>
            <p:cNvPicPr preferRelativeResize="0"/>
            <p:nvPr/>
          </p:nvPicPr>
          <p:blipFill>
            <a:blip r:embed="rId3">
              <a:alphaModFix/>
            </a:blip>
            <a:stretch>
              <a:fillRect/>
            </a:stretch>
          </p:blipFill>
          <p:spPr>
            <a:xfrm rot="8100000" flipH="1">
              <a:off x="-3438028" y="275875"/>
              <a:ext cx="6600954" cy="5143501"/>
            </a:xfrm>
            <a:prstGeom prst="rect">
              <a:avLst/>
            </a:prstGeom>
            <a:noFill/>
            <a:ln>
              <a:noFill/>
            </a:ln>
          </p:spPr>
        </p:pic>
      </p:grpSp>
      <p:sp>
        <p:nvSpPr>
          <p:cNvPr id="36" name="Google Shape;36;p5"/>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7" name="Google Shape;37;p5"/>
          <p:cNvSpPr txBox="1">
            <a:spLocks noGrp="1"/>
          </p:cNvSpPr>
          <p:nvPr>
            <p:ph type="subTitle" idx="1"/>
          </p:nvPr>
        </p:nvSpPr>
        <p:spPr>
          <a:xfrm>
            <a:off x="4931306" y="2985568"/>
            <a:ext cx="3177900" cy="1293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8" name="Google Shape;38;p5"/>
          <p:cNvSpPr txBox="1">
            <a:spLocks noGrp="1"/>
          </p:cNvSpPr>
          <p:nvPr>
            <p:ph type="subTitle" idx="2"/>
          </p:nvPr>
        </p:nvSpPr>
        <p:spPr>
          <a:xfrm>
            <a:off x="1034779" y="2985568"/>
            <a:ext cx="3177900" cy="1293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9" name="Google Shape;39;p5"/>
          <p:cNvSpPr txBox="1">
            <a:spLocks noGrp="1"/>
          </p:cNvSpPr>
          <p:nvPr>
            <p:ph type="subTitle" idx="3"/>
          </p:nvPr>
        </p:nvSpPr>
        <p:spPr>
          <a:xfrm>
            <a:off x="1034779" y="2495086"/>
            <a:ext cx="3177900" cy="461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2"/>
              </a:buClr>
              <a:buSzPts val="1800"/>
              <a:buFont typeface="Inter"/>
              <a:buNone/>
              <a:defRPr sz="1800">
                <a:solidFill>
                  <a:schemeClr val="accent2"/>
                </a:solidFill>
                <a:latin typeface="Inter"/>
                <a:ea typeface="Inter"/>
                <a:cs typeface="Inter"/>
                <a:sym typeface="Inter"/>
              </a:defRPr>
            </a:lvl1pPr>
            <a:lvl2pPr lvl="1" algn="ctr" rtl="0">
              <a:lnSpc>
                <a:spcPct val="100000"/>
              </a:lnSpc>
              <a:spcBef>
                <a:spcPts val="0"/>
              </a:spcBef>
              <a:spcAft>
                <a:spcPts val="0"/>
              </a:spcAft>
              <a:buClr>
                <a:schemeClr val="accent2"/>
              </a:buClr>
              <a:buSzPts val="1800"/>
              <a:buFont typeface="Inter"/>
              <a:buNone/>
              <a:defRPr sz="1800">
                <a:solidFill>
                  <a:schemeClr val="accent2"/>
                </a:solidFill>
                <a:latin typeface="Inter"/>
                <a:ea typeface="Inter"/>
                <a:cs typeface="Inter"/>
                <a:sym typeface="Inter"/>
              </a:defRPr>
            </a:lvl2pPr>
            <a:lvl3pPr lvl="2" algn="ctr" rtl="0">
              <a:lnSpc>
                <a:spcPct val="100000"/>
              </a:lnSpc>
              <a:spcBef>
                <a:spcPts val="0"/>
              </a:spcBef>
              <a:spcAft>
                <a:spcPts val="0"/>
              </a:spcAft>
              <a:buClr>
                <a:schemeClr val="accent2"/>
              </a:buClr>
              <a:buSzPts val="1800"/>
              <a:buFont typeface="Inter"/>
              <a:buNone/>
              <a:defRPr sz="1800">
                <a:solidFill>
                  <a:schemeClr val="accent2"/>
                </a:solidFill>
                <a:latin typeface="Inter"/>
                <a:ea typeface="Inter"/>
                <a:cs typeface="Inter"/>
                <a:sym typeface="Inter"/>
              </a:defRPr>
            </a:lvl3pPr>
            <a:lvl4pPr lvl="3" algn="ctr" rtl="0">
              <a:lnSpc>
                <a:spcPct val="100000"/>
              </a:lnSpc>
              <a:spcBef>
                <a:spcPts val="0"/>
              </a:spcBef>
              <a:spcAft>
                <a:spcPts val="0"/>
              </a:spcAft>
              <a:buClr>
                <a:schemeClr val="accent2"/>
              </a:buClr>
              <a:buSzPts val="1800"/>
              <a:buFont typeface="Inter"/>
              <a:buNone/>
              <a:defRPr sz="1800">
                <a:solidFill>
                  <a:schemeClr val="accent2"/>
                </a:solidFill>
                <a:latin typeface="Inter"/>
                <a:ea typeface="Inter"/>
                <a:cs typeface="Inter"/>
                <a:sym typeface="Inter"/>
              </a:defRPr>
            </a:lvl4pPr>
            <a:lvl5pPr lvl="4" algn="ctr" rtl="0">
              <a:lnSpc>
                <a:spcPct val="100000"/>
              </a:lnSpc>
              <a:spcBef>
                <a:spcPts val="0"/>
              </a:spcBef>
              <a:spcAft>
                <a:spcPts val="0"/>
              </a:spcAft>
              <a:buClr>
                <a:schemeClr val="accent2"/>
              </a:buClr>
              <a:buSzPts val="1800"/>
              <a:buFont typeface="Inter"/>
              <a:buNone/>
              <a:defRPr sz="1800">
                <a:solidFill>
                  <a:schemeClr val="accent2"/>
                </a:solidFill>
                <a:latin typeface="Inter"/>
                <a:ea typeface="Inter"/>
                <a:cs typeface="Inter"/>
                <a:sym typeface="Inter"/>
              </a:defRPr>
            </a:lvl5pPr>
            <a:lvl6pPr lvl="5" algn="ctr" rtl="0">
              <a:lnSpc>
                <a:spcPct val="100000"/>
              </a:lnSpc>
              <a:spcBef>
                <a:spcPts val="0"/>
              </a:spcBef>
              <a:spcAft>
                <a:spcPts val="0"/>
              </a:spcAft>
              <a:buClr>
                <a:schemeClr val="accent2"/>
              </a:buClr>
              <a:buSzPts val="1800"/>
              <a:buFont typeface="Inter"/>
              <a:buNone/>
              <a:defRPr sz="1800">
                <a:solidFill>
                  <a:schemeClr val="accent2"/>
                </a:solidFill>
                <a:latin typeface="Inter"/>
                <a:ea typeface="Inter"/>
                <a:cs typeface="Inter"/>
                <a:sym typeface="Inter"/>
              </a:defRPr>
            </a:lvl6pPr>
            <a:lvl7pPr lvl="6" algn="ctr" rtl="0">
              <a:lnSpc>
                <a:spcPct val="100000"/>
              </a:lnSpc>
              <a:spcBef>
                <a:spcPts val="0"/>
              </a:spcBef>
              <a:spcAft>
                <a:spcPts val="0"/>
              </a:spcAft>
              <a:buClr>
                <a:schemeClr val="accent2"/>
              </a:buClr>
              <a:buSzPts val="1800"/>
              <a:buFont typeface="Inter"/>
              <a:buNone/>
              <a:defRPr sz="1800">
                <a:solidFill>
                  <a:schemeClr val="accent2"/>
                </a:solidFill>
                <a:latin typeface="Inter"/>
                <a:ea typeface="Inter"/>
                <a:cs typeface="Inter"/>
                <a:sym typeface="Inter"/>
              </a:defRPr>
            </a:lvl7pPr>
            <a:lvl8pPr lvl="7" algn="ctr" rtl="0">
              <a:lnSpc>
                <a:spcPct val="100000"/>
              </a:lnSpc>
              <a:spcBef>
                <a:spcPts val="0"/>
              </a:spcBef>
              <a:spcAft>
                <a:spcPts val="0"/>
              </a:spcAft>
              <a:buClr>
                <a:schemeClr val="accent2"/>
              </a:buClr>
              <a:buSzPts val="1800"/>
              <a:buFont typeface="Inter"/>
              <a:buNone/>
              <a:defRPr sz="1800">
                <a:solidFill>
                  <a:schemeClr val="accent2"/>
                </a:solidFill>
                <a:latin typeface="Inter"/>
                <a:ea typeface="Inter"/>
                <a:cs typeface="Inter"/>
                <a:sym typeface="Inter"/>
              </a:defRPr>
            </a:lvl8pPr>
            <a:lvl9pPr lvl="8" algn="ctr" rtl="0">
              <a:lnSpc>
                <a:spcPct val="100000"/>
              </a:lnSpc>
              <a:spcBef>
                <a:spcPts val="0"/>
              </a:spcBef>
              <a:spcAft>
                <a:spcPts val="0"/>
              </a:spcAft>
              <a:buClr>
                <a:schemeClr val="accent2"/>
              </a:buClr>
              <a:buSzPts val="1800"/>
              <a:buFont typeface="Inter"/>
              <a:buNone/>
              <a:defRPr sz="1800">
                <a:solidFill>
                  <a:schemeClr val="accent2"/>
                </a:solidFill>
                <a:latin typeface="Inter"/>
                <a:ea typeface="Inter"/>
                <a:cs typeface="Inter"/>
                <a:sym typeface="Inter"/>
              </a:defRPr>
            </a:lvl9pPr>
          </a:lstStyle>
          <a:p>
            <a:endParaRPr/>
          </a:p>
        </p:txBody>
      </p:sp>
      <p:sp>
        <p:nvSpPr>
          <p:cNvPr id="40" name="Google Shape;40;p5"/>
          <p:cNvSpPr txBox="1">
            <a:spLocks noGrp="1"/>
          </p:cNvSpPr>
          <p:nvPr>
            <p:ph type="subTitle" idx="4"/>
          </p:nvPr>
        </p:nvSpPr>
        <p:spPr>
          <a:xfrm>
            <a:off x="4931306" y="2495086"/>
            <a:ext cx="3177900" cy="461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2"/>
              </a:buClr>
              <a:buSzPts val="1800"/>
              <a:buFont typeface="Inter"/>
              <a:buNone/>
              <a:defRPr sz="1800">
                <a:solidFill>
                  <a:schemeClr val="accent2"/>
                </a:solidFill>
                <a:latin typeface="Inter"/>
                <a:ea typeface="Inter"/>
                <a:cs typeface="Inter"/>
                <a:sym typeface="Inter"/>
              </a:defRPr>
            </a:lvl1pPr>
            <a:lvl2pPr lvl="1" algn="ctr" rtl="0">
              <a:lnSpc>
                <a:spcPct val="100000"/>
              </a:lnSpc>
              <a:spcBef>
                <a:spcPts val="0"/>
              </a:spcBef>
              <a:spcAft>
                <a:spcPts val="0"/>
              </a:spcAft>
              <a:buClr>
                <a:schemeClr val="accent2"/>
              </a:buClr>
              <a:buSzPts val="1800"/>
              <a:buFont typeface="Inter"/>
              <a:buNone/>
              <a:defRPr sz="1800">
                <a:solidFill>
                  <a:schemeClr val="accent2"/>
                </a:solidFill>
                <a:latin typeface="Inter"/>
                <a:ea typeface="Inter"/>
                <a:cs typeface="Inter"/>
                <a:sym typeface="Inter"/>
              </a:defRPr>
            </a:lvl2pPr>
            <a:lvl3pPr lvl="2" algn="ctr" rtl="0">
              <a:lnSpc>
                <a:spcPct val="100000"/>
              </a:lnSpc>
              <a:spcBef>
                <a:spcPts val="0"/>
              </a:spcBef>
              <a:spcAft>
                <a:spcPts val="0"/>
              </a:spcAft>
              <a:buClr>
                <a:schemeClr val="accent2"/>
              </a:buClr>
              <a:buSzPts val="1800"/>
              <a:buFont typeface="Inter"/>
              <a:buNone/>
              <a:defRPr sz="1800">
                <a:solidFill>
                  <a:schemeClr val="accent2"/>
                </a:solidFill>
                <a:latin typeface="Inter"/>
                <a:ea typeface="Inter"/>
                <a:cs typeface="Inter"/>
                <a:sym typeface="Inter"/>
              </a:defRPr>
            </a:lvl3pPr>
            <a:lvl4pPr lvl="3" algn="ctr" rtl="0">
              <a:lnSpc>
                <a:spcPct val="100000"/>
              </a:lnSpc>
              <a:spcBef>
                <a:spcPts val="0"/>
              </a:spcBef>
              <a:spcAft>
                <a:spcPts val="0"/>
              </a:spcAft>
              <a:buClr>
                <a:schemeClr val="accent2"/>
              </a:buClr>
              <a:buSzPts val="1800"/>
              <a:buFont typeface="Inter"/>
              <a:buNone/>
              <a:defRPr sz="1800">
                <a:solidFill>
                  <a:schemeClr val="accent2"/>
                </a:solidFill>
                <a:latin typeface="Inter"/>
                <a:ea typeface="Inter"/>
                <a:cs typeface="Inter"/>
                <a:sym typeface="Inter"/>
              </a:defRPr>
            </a:lvl4pPr>
            <a:lvl5pPr lvl="4" algn="ctr" rtl="0">
              <a:lnSpc>
                <a:spcPct val="100000"/>
              </a:lnSpc>
              <a:spcBef>
                <a:spcPts val="0"/>
              </a:spcBef>
              <a:spcAft>
                <a:spcPts val="0"/>
              </a:spcAft>
              <a:buClr>
                <a:schemeClr val="accent2"/>
              </a:buClr>
              <a:buSzPts val="1800"/>
              <a:buFont typeface="Inter"/>
              <a:buNone/>
              <a:defRPr sz="1800">
                <a:solidFill>
                  <a:schemeClr val="accent2"/>
                </a:solidFill>
                <a:latin typeface="Inter"/>
                <a:ea typeface="Inter"/>
                <a:cs typeface="Inter"/>
                <a:sym typeface="Inter"/>
              </a:defRPr>
            </a:lvl5pPr>
            <a:lvl6pPr lvl="5" algn="ctr" rtl="0">
              <a:lnSpc>
                <a:spcPct val="100000"/>
              </a:lnSpc>
              <a:spcBef>
                <a:spcPts val="0"/>
              </a:spcBef>
              <a:spcAft>
                <a:spcPts val="0"/>
              </a:spcAft>
              <a:buClr>
                <a:schemeClr val="accent2"/>
              </a:buClr>
              <a:buSzPts val="1800"/>
              <a:buFont typeface="Inter"/>
              <a:buNone/>
              <a:defRPr sz="1800">
                <a:solidFill>
                  <a:schemeClr val="accent2"/>
                </a:solidFill>
                <a:latin typeface="Inter"/>
                <a:ea typeface="Inter"/>
                <a:cs typeface="Inter"/>
                <a:sym typeface="Inter"/>
              </a:defRPr>
            </a:lvl6pPr>
            <a:lvl7pPr lvl="6" algn="ctr" rtl="0">
              <a:lnSpc>
                <a:spcPct val="100000"/>
              </a:lnSpc>
              <a:spcBef>
                <a:spcPts val="0"/>
              </a:spcBef>
              <a:spcAft>
                <a:spcPts val="0"/>
              </a:spcAft>
              <a:buClr>
                <a:schemeClr val="accent2"/>
              </a:buClr>
              <a:buSzPts val="1800"/>
              <a:buFont typeface="Inter"/>
              <a:buNone/>
              <a:defRPr sz="1800">
                <a:solidFill>
                  <a:schemeClr val="accent2"/>
                </a:solidFill>
                <a:latin typeface="Inter"/>
                <a:ea typeface="Inter"/>
                <a:cs typeface="Inter"/>
                <a:sym typeface="Inter"/>
              </a:defRPr>
            </a:lvl7pPr>
            <a:lvl8pPr lvl="7" algn="ctr" rtl="0">
              <a:lnSpc>
                <a:spcPct val="100000"/>
              </a:lnSpc>
              <a:spcBef>
                <a:spcPts val="0"/>
              </a:spcBef>
              <a:spcAft>
                <a:spcPts val="0"/>
              </a:spcAft>
              <a:buClr>
                <a:schemeClr val="accent2"/>
              </a:buClr>
              <a:buSzPts val="1800"/>
              <a:buFont typeface="Inter"/>
              <a:buNone/>
              <a:defRPr sz="1800">
                <a:solidFill>
                  <a:schemeClr val="accent2"/>
                </a:solidFill>
                <a:latin typeface="Inter"/>
                <a:ea typeface="Inter"/>
                <a:cs typeface="Inter"/>
                <a:sym typeface="Inter"/>
              </a:defRPr>
            </a:lvl8pPr>
            <a:lvl9pPr lvl="8" algn="ctr" rtl="0">
              <a:lnSpc>
                <a:spcPct val="100000"/>
              </a:lnSpc>
              <a:spcBef>
                <a:spcPts val="0"/>
              </a:spcBef>
              <a:spcAft>
                <a:spcPts val="0"/>
              </a:spcAft>
              <a:buClr>
                <a:schemeClr val="accent2"/>
              </a:buClr>
              <a:buSzPts val="1800"/>
              <a:buFont typeface="Inter"/>
              <a:buNone/>
              <a:defRPr sz="1800">
                <a:solidFill>
                  <a:schemeClr val="accent2"/>
                </a:solidFill>
                <a:latin typeface="Inter"/>
                <a:ea typeface="Inter"/>
                <a:cs typeface="Inter"/>
                <a:sym typeface="Inter"/>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1"/>
        <p:cNvGrpSpPr/>
        <p:nvPr/>
      </p:nvGrpSpPr>
      <p:grpSpPr>
        <a:xfrm>
          <a:off x="0" y="0"/>
          <a:ext cx="0" cy="0"/>
          <a:chOff x="0" y="0"/>
          <a:chExt cx="0" cy="0"/>
        </a:xfrm>
      </p:grpSpPr>
      <p:sp>
        <p:nvSpPr>
          <p:cNvPr id="42" name="Google Shape;42;p6"/>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43" name="Google Shape;43;p6"/>
          <p:cNvGrpSpPr/>
          <p:nvPr/>
        </p:nvGrpSpPr>
        <p:grpSpPr>
          <a:xfrm>
            <a:off x="-3249083" y="-2554995"/>
            <a:ext cx="13382083" cy="10199264"/>
            <a:chOff x="-3249083" y="-2554995"/>
            <a:chExt cx="13382083" cy="10199264"/>
          </a:xfrm>
        </p:grpSpPr>
        <p:pic>
          <p:nvPicPr>
            <p:cNvPr id="44" name="Google Shape;44;p6"/>
            <p:cNvPicPr preferRelativeResize="0"/>
            <p:nvPr/>
          </p:nvPicPr>
          <p:blipFill>
            <a:blip r:embed="rId2">
              <a:alphaModFix/>
            </a:blip>
            <a:stretch>
              <a:fillRect/>
            </a:stretch>
          </p:blipFill>
          <p:spPr>
            <a:xfrm rot="-8749677" flipH="1">
              <a:off x="5789549" y="-1600199"/>
              <a:ext cx="4076800" cy="2202575"/>
            </a:xfrm>
            <a:prstGeom prst="rect">
              <a:avLst/>
            </a:prstGeom>
            <a:noFill/>
            <a:ln>
              <a:noFill/>
            </a:ln>
          </p:spPr>
        </p:pic>
        <p:pic>
          <p:nvPicPr>
            <p:cNvPr id="45" name="Google Shape;45;p6"/>
            <p:cNvPicPr preferRelativeResize="0"/>
            <p:nvPr/>
          </p:nvPicPr>
          <p:blipFill>
            <a:blip r:embed="rId3">
              <a:alphaModFix/>
            </a:blip>
            <a:stretch>
              <a:fillRect/>
            </a:stretch>
          </p:blipFill>
          <p:spPr>
            <a:xfrm rot="-5399998" flipH="1">
              <a:off x="6997389" y="-156474"/>
              <a:ext cx="3625604" cy="1683801"/>
            </a:xfrm>
            <a:prstGeom prst="rect">
              <a:avLst/>
            </a:prstGeom>
            <a:noFill/>
            <a:ln>
              <a:noFill/>
            </a:ln>
          </p:spPr>
        </p:pic>
        <p:pic>
          <p:nvPicPr>
            <p:cNvPr id="46" name="Google Shape;46;p6"/>
            <p:cNvPicPr preferRelativeResize="0"/>
            <p:nvPr/>
          </p:nvPicPr>
          <p:blipFill>
            <a:blip r:embed="rId4">
              <a:alphaModFix/>
            </a:blip>
            <a:stretch>
              <a:fillRect/>
            </a:stretch>
          </p:blipFill>
          <p:spPr>
            <a:xfrm rot="3030686">
              <a:off x="-2360369" y="3109466"/>
              <a:ext cx="3434962" cy="3923570"/>
            </a:xfrm>
            <a:prstGeom prst="rect">
              <a:avLst/>
            </a:prstGeom>
            <a:noFill/>
            <a:ln>
              <a:noFill/>
            </a:ln>
          </p:spPr>
        </p:pic>
      </p:grpSp>
      <p:grpSp>
        <p:nvGrpSpPr>
          <p:cNvPr id="47" name="Google Shape;47;p6"/>
          <p:cNvGrpSpPr/>
          <p:nvPr/>
        </p:nvGrpSpPr>
        <p:grpSpPr>
          <a:xfrm>
            <a:off x="317375" y="312400"/>
            <a:ext cx="8562875" cy="4535000"/>
            <a:chOff x="317375" y="312400"/>
            <a:chExt cx="8562875" cy="4535000"/>
          </a:xfrm>
        </p:grpSpPr>
        <p:grpSp>
          <p:nvGrpSpPr>
            <p:cNvPr id="48" name="Google Shape;48;p6"/>
            <p:cNvGrpSpPr/>
            <p:nvPr/>
          </p:nvGrpSpPr>
          <p:grpSpPr>
            <a:xfrm flipH="1">
              <a:off x="8653150" y="4246850"/>
              <a:ext cx="227100" cy="600550"/>
              <a:chOff x="228300" y="4246850"/>
              <a:chExt cx="227100" cy="600550"/>
            </a:xfrm>
          </p:grpSpPr>
          <p:sp>
            <p:nvSpPr>
              <p:cNvPr id="49" name="Google Shape;49;p6"/>
              <p:cNvSpPr/>
              <p:nvPr/>
            </p:nvSpPr>
            <p:spPr>
              <a:xfrm rot="5400000">
                <a:off x="228300" y="42468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50" name="Google Shape;50;p6"/>
              <p:cNvSpPr/>
              <p:nvPr/>
            </p:nvSpPr>
            <p:spPr>
              <a:xfrm rot="5400000">
                <a:off x="228300" y="462030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sp>
          <p:nvSpPr>
            <p:cNvPr id="51" name="Google Shape;51;p6"/>
            <p:cNvSpPr/>
            <p:nvPr/>
          </p:nvSpPr>
          <p:spPr>
            <a:xfrm flipH="1">
              <a:off x="317375" y="31240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52"/>
        <p:cNvGrpSpPr/>
        <p:nvPr/>
      </p:nvGrpSpPr>
      <p:grpSpPr>
        <a:xfrm>
          <a:off x="0" y="0"/>
          <a:ext cx="0" cy="0"/>
          <a:chOff x="0" y="0"/>
          <a:chExt cx="0" cy="0"/>
        </a:xfrm>
      </p:grpSpPr>
      <p:grpSp>
        <p:nvGrpSpPr>
          <p:cNvPr id="53" name="Google Shape;53;p7"/>
          <p:cNvGrpSpPr/>
          <p:nvPr/>
        </p:nvGrpSpPr>
        <p:grpSpPr>
          <a:xfrm>
            <a:off x="4603568" y="-2592501"/>
            <a:ext cx="8123095" cy="8341702"/>
            <a:chOff x="4260143" y="-2592501"/>
            <a:chExt cx="8123095" cy="8341702"/>
          </a:xfrm>
        </p:grpSpPr>
        <p:pic>
          <p:nvPicPr>
            <p:cNvPr id="54" name="Google Shape;54;p7"/>
            <p:cNvPicPr preferRelativeResize="0"/>
            <p:nvPr/>
          </p:nvPicPr>
          <p:blipFill>
            <a:blip r:embed="rId2">
              <a:alphaModFix/>
            </a:blip>
            <a:stretch>
              <a:fillRect/>
            </a:stretch>
          </p:blipFill>
          <p:spPr>
            <a:xfrm rot="4001898">
              <a:off x="3921136" y="361618"/>
              <a:ext cx="3811483" cy="1770122"/>
            </a:xfrm>
            <a:prstGeom prst="rect">
              <a:avLst/>
            </a:prstGeom>
            <a:noFill/>
            <a:ln>
              <a:noFill/>
            </a:ln>
          </p:spPr>
        </p:pic>
        <p:pic>
          <p:nvPicPr>
            <p:cNvPr id="55" name="Google Shape;55;p7"/>
            <p:cNvPicPr preferRelativeResize="0"/>
            <p:nvPr/>
          </p:nvPicPr>
          <p:blipFill>
            <a:blip r:embed="rId3">
              <a:alphaModFix/>
            </a:blip>
            <a:stretch>
              <a:fillRect/>
            </a:stretch>
          </p:blipFill>
          <p:spPr>
            <a:xfrm rot="3430132">
              <a:off x="5126443" y="-993400"/>
              <a:ext cx="6608665" cy="5143500"/>
            </a:xfrm>
            <a:prstGeom prst="rect">
              <a:avLst/>
            </a:prstGeom>
            <a:noFill/>
            <a:ln>
              <a:noFill/>
            </a:ln>
          </p:spPr>
        </p:pic>
      </p:grpSp>
      <p:sp>
        <p:nvSpPr>
          <p:cNvPr id="56" name="Google Shape;56;p7"/>
          <p:cNvSpPr txBox="1">
            <a:spLocks noGrp="1"/>
          </p:cNvSpPr>
          <p:nvPr>
            <p:ph type="title"/>
          </p:nvPr>
        </p:nvSpPr>
        <p:spPr>
          <a:xfrm>
            <a:off x="713225" y="1129450"/>
            <a:ext cx="4160700" cy="6465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57" name="Google Shape;57;p7"/>
          <p:cNvSpPr txBox="1">
            <a:spLocks noGrp="1"/>
          </p:cNvSpPr>
          <p:nvPr>
            <p:ph type="subTitle" idx="1"/>
          </p:nvPr>
        </p:nvSpPr>
        <p:spPr>
          <a:xfrm>
            <a:off x="713225" y="1910450"/>
            <a:ext cx="4160700" cy="2103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Raleway Light"/>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0"/>
              </a:spcBef>
              <a:spcAft>
                <a:spcPts val="0"/>
              </a:spcAft>
              <a:buClr>
                <a:srgbClr val="E76A28"/>
              </a:buClr>
              <a:buSzPts val="1200"/>
              <a:buFont typeface="Nunito Light"/>
              <a:buChar char="■"/>
              <a:defRPr/>
            </a:lvl3pPr>
            <a:lvl4pPr lvl="3" algn="ctr" rtl="0">
              <a:lnSpc>
                <a:spcPct val="100000"/>
              </a:lnSpc>
              <a:spcBef>
                <a:spcPts val="0"/>
              </a:spcBef>
              <a:spcAft>
                <a:spcPts val="0"/>
              </a:spcAft>
              <a:buClr>
                <a:srgbClr val="E76A28"/>
              </a:buClr>
              <a:buSzPts val="1200"/>
              <a:buFont typeface="Nunito Light"/>
              <a:buChar char="●"/>
              <a:defRPr/>
            </a:lvl4pPr>
            <a:lvl5pPr lvl="4" algn="ctr" rtl="0">
              <a:lnSpc>
                <a:spcPct val="100000"/>
              </a:lnSpc>
              <a:spcBef>
                <a:spcPts val="0"/>
              </a:spcBef>
              <a:spcAft>
                <a:spcPts val="0"/>
              </a:spcAft>
              <a:buClr>
                <a:srgbClr val="E76A28"/>
              </a:buClr>
              <a:buSzPts val="1200"/>
              <a:buFont typeface="Nunito Light"/>
              <a:buChar char="○"/>
              <a:defRPr/>
            </a:lvl5pPr>
            <a:lvl6pPr lvl="5" algn="ctr" rtl="0">
              <a:lnSpc>
                <a:spcPct val="100000"/>
              </a:lnSpc>
              <a:spcBef>
                <a:spcPts val="0"/>
              </a:spcBef>
              <a:spcAft>
                <a:spcPts val="0"/>
              </a:spcAft>
              <a:buClr>
                <a:srgbClr val="999999"/>
              </a:buClr>
              <a:buSzPts val="1200"/>
              <a:buFont typeface="Nunito Light"/>
              <a:buChar char="■"/>
              <a:defRPr/>
            </a:lvl6pPr>
            <a:lvl7pPr lvl="6" algn="ctr" rtl="0">
              <a:lnSpc>
                <a:spcPct val="100000"/>
              </a:lnSpc>
              <a:spcBef>
                <a:spcPts val="0"/>
              </a:spcBef>
              <a:spcAft>
                <a:spcPts val="0"/>
              </a:spcAft>
              <a:buClr>
                <a:srgbClr val="999999"/>
              </a:buClr>
              <a:buSzPts val="1200"/>
              <a:buFont typeface="Nunito Light"/>
              <a:buChar char="●"/>
              <a:defRPr/>
            </a:lvl7pPr>
            <a:lvl8pPr lvl="7" algn="ctr" rtl="0">
              <a:lnSpc>
                <a:spcPct val="100000"/>
              </a:lnSpc>
              <a:spcBef>
                <a:spcPts val="0"/>
              </a:spcBef>
              <a:spcAft>
                <a:spcPts val="0"/>
              </a:spcAft>
              <a:buClr>
                <a:srgbClr val="999999"/>
              </a:buClr>
              <a:buSzPts val="1200"/>
              <a:buFont typeface="Nunito Light"/>
              <a:buChar char="○"/>
              <a:defRPr/>
            </a:lvl8pPr>
            <a:lvl9pPr lvl="8" algn="ctr" rtl="0">
              <a:lnSpc>
                <a:spcPct val="100000"/>
              </a:lnSpc>
              <a:spcBef>
                <a:spcPts val="0"/>
              </a:spcBef>
              <a:spcAft>
                <a:spcPts val="0"/>
              </a:spcAft>
              <a:buClr>
                <a:srgbClr val="999999"/>
              </a:buClr>
              <a:buSzPts val="1200"/>
              <a:buFont typeface="Nunito Light"/>
              <a:buChar char="■"/>
              <a:defRPr/>
            </a:lvl9pPr>
          </a:lstStyle>
          <a:p>
            <a:endParaRPr/>
          </a:p>
        </p:txBody>
      </p:sp>
      <p:sp>
        <p:nvSpPr>
          <p:cNvPr id="58" name="Google Shape;58;p7"/>
          <p:cNvSpPr>
            <a:spLocks noGrp="1"/>
          </p:cNvSpPr>
          <p:nvPr>
            <p:ph type="pic" idx="2"/>
          </p:nvPr>
        </p:nvSpPr>
        <p:spPr>
          <a:xfrm>
            <a:off x="5827325" y="539550"/>
            <a:ext cx="2787000" cy="4064400"/>
          </a:xfrm>
          <a:prstGeom prst="rect">
            <a:avLst/>
          </a:prstGeom>
          <a:noFill/>
          <a:ln w="9525" cap="flat" cmpd="sng">
            <a:solidFill>
              <a:schemeClr val="dk1"/>
            </a:solidFill>
            <a:prstDash val="solid"/>
            <a:round/>
            <a:headEnd type="none" w="sm" len="sm"/>
            <a:tailEnd type="none" w="sm" len="sm"/>
          </a:ln>
        </p:spPr>
      </p:sp>
      <p:grpSp>
        <p:nvGrpSpPr>
          <p:cNvPr id="59" name="Google Shape;59;p7"/>
          <p:cNvGrpSpPr/>
          <p:nvPr/>
        </p:nvGrpSpPr>
        <p:grpSpPr>
          <a:xfrm>
            <a:off x="226225" y="4734650"/>
            <a:ext cx="974000" cy="227100"/>
            <a:chOff x="415725" y="425950"/>
            <a:chExt cx="974000" cy="227100"/>
          </a:xfrm>
        </p:grpSpPr>
        <p:sp>
          <p:nvSpPr>
            <p:cNvPr id="60" name="Google Shape;60;p7"/>
            <p:cNvSpPr/>
            <p:nvPr/>
          </p:nvSpPr>
          <p:spPr>
            <a:xfrm>
              <a:off x="4157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61" name="Google Shape;61;p7"/>
            <p:cNvSpPr/>
            <p:nvPr/>
          </p:nvSpPr>
          <p:spPr>
            <a:xfrm>
              <a:off x="78917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62" name="Google Shape;62;p7"/>
            <p:cNvSpPr/>
            <p:nvPr/>
          </p:nvSpPr>
          <p:spPr>
            <a:xfrm>
              <a:off x="11626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63"/>
        <p:cNvGrpSpPr/>
        <p:nvPr/>
      </p:nvGrpSpPr>
      <p:grpSpPr>
        <a:xfrm>
          <a:off x="0" y="0"/>
          <a:ext cx="0" cy="0"/>
          <a:chOff x="0" y="0"/>
          <a:chExt cx="0" cy="0"/>
        </a:xfrm>
      </p:grpSpPr>
      <p:pic>
        <p:nvPicPr>
          <p:cNvPr id="64" name="Google Shape;64;p8"/>
          <p:cNvPicPr preferRelativeResize="0"/>
          <p:nvPr/>
        </p:nvPicPr>
        <p:blipFill>
          <a:blip r:embed="rId2">
            <a:alphaModFix/>
          </a:blip>
          <a:stretch>
            <a:fillRect/>
          </a:stretch>
        </p:blipFill>
        <p:spPr>
          <a:xfrm rot="-1180232" flipH="1">
            <a:off x="4983783" y="1865850"/>
            <a:ext cx="7185315" cy="5143501"/>
          </a:xfrm>
          <a:prstGeom prst="rect">
            <a:avLst/>
          </a:prstGeom>
          <a:noFill/>
          <a:ln>
            <a:noFill/>
          </a:ln>
        </p:spPr>
      </p:pic>
      <p:sp>
        <p:nvSpPr>
          <p:cNvPr id="65" name="Google Shape;65;p8"/>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60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66"/>
        <p:cNvGrpSpPr/>
        <p:nvPr/>
      </p:nvGrpSpPr>
      <p:grpSpPr>
        <a:xfrm>
          <a:off x="0" y="0"/>
          <a:ext cx="0" cy="0"/>
          <a:chOff x="0" y="0"/>
          <a:chExt cx="0" cy="0"/>
        </a:xfrm>
      </p:grpSpPr>
      <p:grpSp>
        <p:nvGrpSpPr>
          <p:cNvPr id="67" name="Google Shape;67;p9"/>
          <p:cNvGrpSpPr/>
          <p:nvPr/>
        </p:nvGrpSpPr>
        <p:grpSpPr>
          <a:xfrm>
            <a:off x="-3528300" y="-3099700"/>
            <a:ext cx="15963524" cy="11225150"/>
            <a:chOff x="-3528300" y="-3099700"/>
            <a:chExt cx="15963524" cy="11225150"/>
          </a:xfrm>
        </p:grpSpPr>
        <p:pic>
          <p:nvPicPr>
            <p:cNvPr id="68" name="Google Shape;68;p9"/>
            <p:cNvPicPr preferRelativeResize="0"/>
            <p:nvPr/>
          </p:nvPicPr>
          <p:blipFill>
            <a:blip r:embed="rId2">
              <a:alphaModFix/>
            </a:blip>
            <a:stretch>
              <a:fillRect/>
            </a:stretch>
          </p:blipFill>
          <p:spPr>
            <a:xfrm rot="3430134">
              <a:off x="6535544" y="-1799650"/>
              <a:ext cx="5372760" cy="4181599"/>
            </a:xfrm>
            <a:prstGeom prst="rect">
              <a:avLst/>
            </a:prstGeom>
            <a:noFill/>
            <a:ln>
              <a:noFill/>
            </a:ln>
          </p:spPr>
        </p:pic>
        <p:pic>
          <p:nvPicPr>
            <p:cNvPr id="69" name="Google Shape;69;p9"/>
            <p:cNvPicPr preferRelativeResize="0"/>
            <p:nvPr/>
          </p:nvPicPr>
          <p:blipFill>
            <a:blip r:embed="rId2">
              <a:alphaModFix/>
            </a:blip>
            <a:stretch>
              <a:fillRect/>
            </a:stretch>
          </p:blipFill>
          <p:spPr>
            <a:xfrm rot="3430134">
              <a:off x="-3001381" y="2643800"/>
              <a:ext cx="5372760" cy="4181599"/>
            </a:xfrm>
            <a:prstGeom prst="rect">
              <a:avLst/>
            </a:prstGeom>
            <a:noFill/>
            <a:ln>
              <a:noFill/>
            </a:ln>
          </p:spPr>
        </p:pic>
      </p:grpSp>
      <p:sp>
        <p:nvSpPr>
          <p:cNvPr id="70" name="Google Shape;70;p9"/>
          <p:cNvSpPr txBox="1">
            <a:spLocks noGrp="1"/>
          </p:cNvSpPr>
          <p:nvPr>
            <p:ph type="title"/>
          </p:nvPr>
        </p:nvSpPr>
        <p:spPr>
          <a:xfrm>
            <a:off x="1370400" y="944100"/>
            <a:ext cx="6403200" cy="1196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71" name="Google Shape;71;p9"/>
          <p:cNvSpPr txBox="1">
            <a:spLocks noGrp="1"/>
          </p:cNvSpPr>
          <p:nvPr>
            <p:ph type="subTitle" idx="1"/>
          </p:nvPr>
        </p:nvSpPr>
        <p:spPr>
          <a:xfrm>
            <a:off x="2135550" y="2375100"/>
            <a:ext cx="4872900" cy="136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72"/>
        <p:cNvGrpSpPr/>
        <p:nvPr/>
      </p:nvGrpSpPr>
      <p:grpSpPr>
        <a:xfrm>
          <a:off x="0" y="0"/>
          <a:ext cx="0" cy="0"/>
          <a:chOff x="0" y="0"/>
          <a:chExt cx="0" cy="0"/>
        </a:xfrm>
      </p:grpSpPr>
      <p:sp>
        <p:nvSpPr>
          <p:cNvPr id="73" name="Google Shape;73;p10"/>
          <p:cNvSpPr>
            <a:spLocks noGrp="1"/>
          </p:cNvSpPr>
          <p:nvPr>
            <p:ph type="pic" idx="2"/>
          </p:nvPr>
        </p:nvSpPr>
        <p:spPr>
          <a:xfrm>
            <a:off x="8100" y="0"/>
            <a:ext cx="9144000" cy="5143500"/>
          </a:xfrm>
          <a:prstGeom prst="rect">
            <a:avLst/>
          </a:prstGeom>
          <a:noFill/>
          <a:ln>
            <a:noFill/>
          </a:ln>
        </p:spPr>
      </p:sp>
      <p:sp>
        <p:nvSpPr>
          <p:cNvPr id="74" name="Google Shape;74;p10"/>
          <p:cNvSpPr txBox="1">
            <a:spLocks noGrp="1"/>
          </p:cNvSpPr>
          <p:nvPr>
            <p:ph type="title"/>
          </p:nvPr>
        </p:nvSpPr>
        <p:spPr>
          <a:xfrm>
            <a:off x="720000" y="4014450"/>
            <a:ext cx="7704000" cy="572700"/>
          </a:xfrm>
          <a:prstGeom prst="rect">
            <a:avLst/>
          </a:prstGeom>
          <a:solidFill>
            <a:schemeClr val="lt1"/>
          </a:solidFill>
        </p:spPr>
        <p:txBody>
          <a:bodyPr spcFirstLastPara="1" wrap="square" lIns="91425" tIns="91425" rIns="91425" bIns="91425" anchor="ctr" anchorCtr="0">
            <a:noAutofit/>
          </a:bodyPr>
          <a:lstStyle>
            <a:lvl1pPr lvl="0" algn="ctr" rtl="0">
              <a:spcBef>
                <a:spcPts val="0"/>
              </a:spcBef>
              <a:spcAft>
                <a:spcPts val="0"/>
              </a:spcAft>
              <a:buSzPts val="1800"/>
              <a:buNone/>
              <a:defRPr sz="18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82"/>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83"/>
        <p:cNvGrpSpPr/>
        <p:nvPr/>
      </p:nvGrpSpPr>
      <p:grpSpPr>
        <a:xfrm>
          <a:off x="0" y="0"/>
          <a:ext cx="0" cy="0"/>
          <a:chOff x="0" y="0"/>
          <a:chExt cx="0" cy="0"/>
        </a:xfrm>
      </p:grpSpPr>
      <p:sp>
        <p:nvSpPr>
          <p:cNvPr id="84" name="Google Shape;84;p13"/>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5" name="Google Shape;85;p13"/>
          <p:cNvSpPr txBox="1">
            <a:spLocks noGrp="1"/>
          </p:cNvSpPr>
          <p:nvPr>
            <p:ph type="title" idx="2" hasCustomPrompt="1"/>
          </p:nvPr>
        </p:nvSpPr>
        <p:spPr>
          <a:xfrm>
            <a:off x="719990" y="1485883"/>
            <a:ext cx="640200" cy="6402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6" name="Google Shape;86;p13"/>
          <p:cNvSpPr txBox="1">
            <a:spLocks noGrp="1"/>
          </p:cNvSpPr>
          <p:nvPr>
            <p:ph type="title" idx="3" hasCustomPrompt="1"/>
          </p:nvPr>
        </p:nvSpPr>
        <p:spPr>
          <a:xfrm>
            <a:off x="719990" y="3071691"/>
            <a:ext cx="640200" cy="6402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7" name="Google Shape;87;p13"/>
          <p:cNvSpPr txBox="1">
            <a:spLocks noGrp="1"/>
          </p:cNvSpPr>
          <p:nvPr>
            <p:ph type="title" idx="4" hasCustomPrompt="1"/>
          </p:nvPr>
        </p:nvSpPr>
        <p:spPr>
          <a:xfrm>
            <a:off x="3395853" y="1485883"/>
            <a:ext cx="640200" cy="6402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8" name="Google Shape;88;p13"/>
          <p:cNvSpPr txBox="1">
            <a:spLocks noGrp="1"/>
          </p:cNvSpPr>
          <p:nvPr>
            <p:ph type="title" idx="5" hasCustomPrompt="1"/>
          </p:nvPr>
        </p:nvSpPr>
        <p:spPr>
          <a:xfrm>
            <a:off x="3395853" y="3071691"/>
            <a:ext cx="640200" cy="6492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9" name="Google Shape;89;p13"/>
          <p:cNvSpPr txBox="1">
            <a:spLocks noGrp="1"/>
          </p:cNvSpPr>
          <p:nvPr>
            <p:ph type="title" idx="6" hasCustomPrompt="1"/>
          </p:nvPr>
        </p:nvSpPr>
        <p:spPr>
          <a:xfrm>
            <a:off x="6071690" y="1485883"/>
            <a:ext cx="640200" cy="6402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0" name="Google Shape;90;p13"/>
          <p:cNvSpPr txBox="1">
            <a:spLocks noGrp="1"/>
          </p:cNvSpPr>
          <p:nvPr>
            <p:ph type="title" idx="7" hasCustomPrompt="1"/>
          </p:nvPr>
        </p:nvSpPr>
        <p:spPr>
          <a:xfrm>
            <a:off x="6071690" y="3071691"/>
            <a:ext cx="640200" cy="6402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1" name="Google Shape;91;p13"/>
          <p:cNvSpPr txBox="1">
            <a:spLocks noGrp="1"/>
          </p:cNvSpPr>
          <p:nvPr>
            <p:ph type="subTitle" idx="1"/>
          </p:nvPr>
        </p:nvSpPr>
        <p:spPr>
          <a:xfrm>
            <a:off x="719990" y="2069875"/>
            <a:ext cx="2352300" cy="461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1800">
                <a:solidFill>
                  <a:schemeClr val="accent2"/>
                </a:solidFill>
                <a:latin typeface="Inter"/>
                <a:ea typeface="Inter"/>
                <a:cs typeface="Inter"/>
                <a:sym typeface="Inter"/>
              </a:defRPr>
            </a:lvl1pPr>
            <a:lvl2pPr lvl="1" rtl="0">
              <a:lnSpc>
                <a:spcPct val="100000"/>
              </a:lnSpc>
              <a:spcBef>
                <a:spcPts val="0"/>
              </a:spcBef>
              <a:spcAft>
                <a:spcPts val="0"/>
              </a:spcAft>
              <a:buSzPts val="2400"/>
              <a:buFont typeface="Raleway"/>
              <a:buNone/>
              <a:defRPr sz="2400" b="1">
                <a:latin typeface="Raleway"/>
                <a:ea typeface="Raleway"/>
                <a:cs typeface="Raleway"/>
                <a:sym typeface="Raleway"/>
              </a:defRPr>
            </a:lvl2pPr>
            <a:lvl3pPr lvl="2" rtl="0">
              <a:lnSpc>
                <a:spcPct val="100000"/>
              </a:lnSpc>
              <a:spcBef>
                <a:spcPts val="0"/>
              </a:spcBef>
              <a:spcAft>
                <a:spcPts val="0"/>
              </a:spcAft>
              <a:buSzPts val="2400"/>
              <a:buFont typeface="Raleway"/>
              <a:buNone/>
              <a:defRPr sz="2400" b="1">
                <a:latin typeface="Raleway"/>
                <a:ea typeface="Raleway"/>
                <a:cs typeface="Raleway"/>
                <a:sym typeface="Raleway"/>
              </a:defRPr>
            </a:lvl3pPr>
            <a:lvl4pPr lvl="3" rtl="0">
              <a:lnSpc>
                <a:spcPct val="100000"/>
              </a:lnSpc>
              <a:spcBef>
                <a:spcPts val="0"/>
              </a:spcBef>
              <a:spcAft>
                <a:spcPts val="0"/>
              </a:spcAft>
              <a:buSzPts val="2400"/>
              <a:buFont typeface="Raleway"/>
              <a:buNone/>
              <a:defRPr sz="2400" b="1">
                <a:latin typeface="Raleway"/>
                <a:ea typeface="Raleway"/>
                <a:cs typeface="Raleway"/>
                <a:sym typeface="Raleway"/>
              </a:defRPr>
            </a:lvl4pPr>
            <a:lvl5pPr lvl="4" rtl="0">
              <a:lnSpc>
                <a:spcPct val="100000"/>
              </a:lnSpc>
              <a:spcBef>
                <a:spcPts val="0"/>
              </a:spcBef>
              <a:spcAft>
                <a:spcPts val="0"/>
              </a:spcAft>
              <a:buSzPts val="2400"/>
              <a:buFont typeface="Raleway"/>
              <a:buNone/>
              <a:defRPr sz="2400" b="1">
                <a:latin typeface="Raleway"/>
                <a:ea typeface="Raleway"/>
                <a:cs typeface="Raleway"/>
                <a:sym typeface="Raleway"/>
              </a:defRPr>
            </a:lvl5pPr>
            <a:lvl6pPr lvl="5" rtl="0">
              <a:lnSpc>
                <a:spcPct val="100000"/>
              </a:lnSpc>
              <a:spcBef>
                <a:spcPts val="0"/>
              </a:spcBef>
              <a:spcAft>
                <a:spcPts val="0"/>
              </a:spcAft>
              <a:buSzPts val="2400"/>
              <a:buFont typeface="Raleway"/>
              <a:buNone/>
              <a:defRPr sz="2400" b="1">
                <a:latin typeface="Raleway"/>
                <a:ea typeface="Raleway"/>
                <a:cs typeface="Raleway"/>
                <a:sym typeface="Raleway"/>
              </a:defRPr>
            </a:lvl6pPr>
            <a:lvl7pPr lvl="6" rtl="0">
              <a:lnSpc>
                <a:spcPct val="100000"/>
              </a:lnSpc>
              <a:spcBef>
                <a:spcPts val="0"/>
              </a:spcBef>
              <a:spcAft>
                <a:spcPts val="0"/>
              </a:spcAft>
              <a:buSzPts val="2400"/>
              <a:buFont typeface="Raleway"/>
              <a:buNone/>
              <a:defRPr sz="2400" b="1">
                <a:latin typeface="Raleway"/>
                <a:ea typeface="Raleway"/>
                <a:cs typeface="Raleway"/>
                <a:sym typeface="Raleway"/>
              </a:defRPr>
            </a:lvl7pPr>
            <a:lvl8pPr lvl="7" rtl="0">
              <a:lnSpc>
                <a:spcPct val="100000"/>
              </a:lnSpc>
              <a:spcBef>
                <a:spcPts val="0"/>
              </a:spcBef>
              <a:spcAft>
                <a:spcPts val="0"/>
              </a:spcAft>
              <a:buSzPts val="2400"/>
              <a:buFont typeface="Raleway"/>
              <a:buNone/>
              <a:defRPr sz="2400" b="1">
                <a:latin typeface="Raleway"/>
                <a:ea typeface="Raleway"/>
                <a:cs typeface="Raleway"/>
                <a:sym typeface="Raleway"/>
              </a:defRPr>
            </a:lvl8pPr>
            <a:lvl9pPr lvl="8"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92" name="Google Shape;92;p13"/>
          <p:cNvSpPr txBox="1">
            <a:spLocks noGrp="1"/>
          </p:cNvSpPr>
          <p:nvPr>
            <p:ph type="subTitle" idx="8"/>
          </p:nvPr>
        </p:nvSpPr>
        <p:spPr>
          <a:xfrm>
            <a:off x="3395853" y="2069875"/>
            <a:ext cx="2352300" cy="461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1800">
                <a:solidFill>
                  <a:schemeClr val="accent2"/>
                </a:solidFill>
                <a:latin typeface="Inter"/>
                <a:ea typeface="Inter"/>
                <a:cs typeface="Inter"/>
                <a:sym typeface="Inter"/>
              </a:defRPr>
            </a:lvl1pPr>
            <a:lvl2pPr lvl="1" rtl="0">
              <a:lnSpc>
                <a:spcPct val="100000"/>
              </a:lnSpc>
              <a:spcBef>
                <a:spcPts val="0"/>
              </a:spcBef>
              <a:spcAft>
                <a:spcPts val="0"/>
              </a:spcAft>
              <a:buSzPts val="2400"/>
              <a:buFont typeface="Raleway"/>
              <a:buNone/>
              <a:defRPr sz="2400" b="1">
                <a:latin typeface="Raleway"/>
                <a:ea typeface="Raleway"/>
                <a:cs typeface="Raleway"/>
                <a:sym typeface="Raleway"/>
              </a:defRPr>
            </a:lvl2pPr>
            <a:lvl3pPr lvl="2" rtl="0">
              <a:lnSpc>
                <a:spcPct val="100000"/>
              </a:lnSpc>
              <a:spcBef>
                <a:spcPts val="0"/>
              </a:spcBef>
              <a:spcAft>
                <a:spcPts val="0"/>
              </a:spcAft>
              <a:buSzPts val="2400"/>
              <a:buFont typeface="Raleway"/>
              <a:buNone/>
              <a:defRPr sz="2400" b="1">
                <a:latin typeface="Raleway"/>
                <a:ea typeface="Raleway"/>
                <a:cs typeface="Raleway"/>
                <a:sym typeface="Raleway"/>
              </a:defRPr>
            </a:lvl3pPr>
            <a:lvl4pPr lvl="3" rtl="0">
              <a:lnSpc>
                <a:spcPct val="100000"/>
              </a:lnSpc>
              <a:spcBef>
                <a:spcPts val="0"/>
              </a:spcBef>
              <a:spcAft>
                <a:spcPts val="0"/>
              </a:spcAft>
              <a:buSzPts val="2400"/>
              <a:buFont typeface="Raleway"/>
              <a:buNone/>
              <a:defRPr sz="2400" b="1">
                <a:latin typeface="Raleway"/>
                <a:ea typeface="Raleway"/>
                <a:cs typeface="Raleway"/>
                <a:sym typeface="Raleway"/>
              </a:defRPr>
            </a:lvl4pPr>
            <a:lvl5pPr lvl="4" rtl="0">
              <a:lnSpc>
                <a:spcPct val="100000"/>
              </a:lnSpc>
              <a:spcBef>
                <a:spcPts val="0"/>
              </a:spcBef>
              <a:spcAft>
                <a:spcPts val="0"/>
              </a:spcAft>
              <a:buSzPts val="2400"/>
              <a:buFont typeface="Raleway"/>
              <a:buNone/>
              <a:defRPr sz="2400" b="1">
                <a:latin typeface="Raleway"/>
                <a:ea typeface="Raleway"/>
                <a:cs typeface="Raleway"/>
                <a:sym typeface="Raleway"/>
              </a:defRPr>
            </a:lvl5pPr>
            <a:lvl6pPr lvl="5" rtl="0">
              <a:lnSpc>
                <a:spcPct val="100000"/>
              </a:lnSpc>
              <a:spcBef>
                <a:spcPts val="0"/>
              </a:spcBef>
              <a:spcAft>
                <a:spcPts val="0"/>
              </a:spcAft>
              <a:buSzPts val="2400"/>
              <a:buFont typeface="Raleway"/>
              <a:buNone/>
              <a:defRPr sz="2400" b="1">
                <a:latin typeface="Raleway"/>
                <a:ea typeface="Raleway"/>
                <a:cs typeface="Raleway"/>
                <a:sym typeface="Raleway"/>
              </a:defRPr>
            </a:lvl6pPr>
            <a:lvl7pPr lvl="6" rtl="0">
              <a:lnSpc>
                <a:spcPct val="100000"/>
              </a:lnSpc>
              <a:spcBef>
                <a:spcPts val="0"/>
              </a:spcBef>
              <a:spcAft>
                <a:spcPts val="0"/>
              </a:spcAft>
              <a:buSzPts val="2400"/>
              <a:buFont typeface="Raleway"/>
              <a:buNone/>
              <a:defRPr sz="2400" b="1">
                <a:latin typeface="Raleway"/>
                <a:ea typeface="Raleway"/>
                <a:cs typeface="Raleway"/>
                <a:sym typeface="Raleway"/>
              </a:defRPr>
            </a:lvl7pPr>
            <a:lvl8pPr lvl="7" rtl="0">
              <a:lnSpc>
                <a:spcPct val="100000"/>
              </a:lnSpc>
              <a:spcBef>
                <a:spcPts val="0"/>
              </a:spcBef>
              <a:spcAft>
                <a:spcPts val="0"/>
              </a:spcAft>
              <a:buSzPts val="2400"/>
              <a:buFont typeface="Raleway"/>
              <a:buNone/>
              <a:defRPr sz="2400" b="1">
                <a:latin typeface="Raleway"/>
                <a:ea typeface="Raleway"/>
                <a:cs typeface="Raleway"/>
                <a:sym typeface="Raleway"/>
              </a:defRPr>
            </a:lvl8pPr>
            <a:lvl9pPr lvl="8"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93" name="Google Shape;93;p13"/>
          <p:cNvSpPr txBox="1">
            <a:spLocks noGrp="1"/>
          </p:cNvSpPr>
          <p:nvPr>
            <p:ph type="subTitle" idx="9"/>
          </p:nvPr>
        </p:nvSpPr>
        <p:spPr>
          <a:xfrm>
            <a:off x="6071690" y="2069875"/>
            <a:ext cx="2352300" cy="461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1800">
                <a:solidFill>
                  <a:schemeClr val="accent2"/>
                </a:solidFill>
                <a:latin typeface="Inter"/>
                <a:ea typeface="Inter"/>
                <a:cs typeface="Inter"/>
                <a:sym typeface="Inter"/>
              </a:defRPr>
            </a:lvl1pPr>
            <a:lvl2pPr lvl="1" rtl="0">
              <a:lnSpc>
                <a:spcPct val="100000"/>
              </a:lnSpc>
              <a:spcBef>
                <a:spcPts val="0"/>
              </a:spcBef>
              <a:spcAft>
                <a:spcPts val="0"/>
              </a:spcAft>
              <a:buSzPts val="2400"/>
              <a:buFont typeface="Raleway"/>
              <a:buNone/>
              <a:defRPr sz="2400" b="1">
                <a:latin typeface="Raleway"/>
                <a:ea typeface="Raleway"/>
                <a:cs typeface="Raleway"/>
                <a:sym typeface="Raleway"/>
              </a:defRPr>
            </a:lvl2pPr>
            <a:lvl3pPr lvl="2" rtl="0">
              <a:lnSpc>
                <a:spcPct val="100000"/>
              </a:lnSpc>
              <a:spcBef>
                <a:spcPts val="0"/>
              </a:spcBef>
              <a:spcAft>
                <a:spcPts val="0"/>
              </a:spcAft>
              <a:buSzPts val="2400"/>
              <a:buFont typeface="Raleway"/>
              <a:buNone/>
              <a:defRPr sz="2400" b="1">
                <a:latin typeface="Raleway"/>
                <a:ea typeface="Raleway"/>
                <a:cs typeface="Raleway"/>
                <a:sym typeface="Raleway"/>
              </a:defRPr>
            </a:lvl3pPr>
            <a:lvl4pPr lvl="3" rtl="0">
              <a:lnSpc>
                <a:spcPct val="100000"/>
              </a:lnSpc>
              <a:spcBef>
                <a:spcPts val="0"/>
              </a:spcBef>
              <a:spcAft>
                <a:spcPts val="0"/>
              </a:spcAft>
              <a:buSzPts val="2400"/>
              <a:buFont typeface="Raleway"/>
              <a:buNone/>
              <a:defRPr sz="2400" b="1">
                <a:latin typeface="Raleway"/>
                <a:ea typeface="Raleway"/>
                <a:cs typeface="Raleway"/>
                <a:sym typeface="Raleway"/>
              </a:defRPr>
            </a:lvl4pPr>
            <a:lvl5pPr lvl="4" rtl="0">
              <a:lnSpc>
                <a:spcPct val="100000"/>
              </a:lnSpc>
              <a:spcBef>
                <a:spcPts val="0"/>
              </a:spcBef>
              <a:spcAft>
                <a:spcPts val="0"/>
              </a:spcAft>
              <a:buSzPts val="2400"/>
              <a:buFont typeface="Raleway"/>
              <a:buNone/>
              <a:defRPr sz="2400" b="1">
                <a:latin typeface="Raleway"/>
                <a:ea typeface="Raleway"/>
                <a:cs typeface="Raleway"/>
                <a:sym typeface="Raleway"/>
              </a:defRPr>
            </a:lvl5pPr>
            <a:lvl6pPr lvl="5" rtl="0">
              <a:lnSpc>
                <a:spcPct val="100000"/>
              </a:lnSpc>
              <a:spcBef>
                <a:spcPts val="0"/>
              </a:spcBef>
              <a:spcAft>
                <a:spcPts val="0"/>
              </a:spcAft>
              <a:buSzPts val="2400"/>
              <a:buFont typeface="Raleway"/>
              <a:buNone/>
              <a:defRPr sz="2400" b="1">
                <a:latin typeface="Raleway"/>
                <a:ea typeface="Raleway"/>
                <a:cs typeface="Raleway"/>
                <a:sym typeface="Raleway"/>
              </a:defRPr>
            </a:lvl6pPr>
            <a:lvl7pPr lvl="6" rtl="0">
              <a:lnSpc>
                <a:spcPct val="100000"/>
              </a:lnSpc>
              <a:spcBef>
                <a:spcPts val="0"/>
              </a:spcBef>
              <a:spcAft>
                <a:spcPts val="0"/>
              </a:spcAft>
              <a:buSzPts val="2400"/>
              <a:buFont typeface="Raleway"/>
              <a:buNone/>
              <a:defRPr sz="2400" b="1">
                <a:latin typeface="Raleway"/>
                <a:ea typeface="Raleway"/>
                <a:cs typeface="Raleway"/>
                <a:sym typeface="Raleway"/>
              </a:defRPr>
            </a:lvl7pPr>
            <a:lvl8pPr lvl="7" rtl="0">
              <a:lnSpc>
                <a:spcPct val="100000"/>
              </a:lnSpc>
              <a:spcBef>
                <a:spcPts val="0"/>
              </a:spcBef>
              <a:spcAft>
                <a:spcPts val="0"/>
              </a:spcAft>
              <a:buSzPts val="2400"/>
              <a:buFont typeface="Raleway"/>
              <a:buNone/>
              <a:defRPr sz="2400" b="1">
                <a:latin typeface="Raleway"/>
                <a:ea typeface="Raleway"/>
                <a:cs typeface="Raleway"/>
                <a:sym typeface="Raleway"/>
              </a:defRPr>
            </a:lvl8pPr>
            <a:lvl9pPr lvl="8"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94" name="Google Shape;94;p13"/>
          <p:cNvSpPr txBox="1">
            <a:spLocks noGrp="1"/>
          </p:cNvSpPr>
          <p:nvPr>
            <p:ph type="subTitle" idx="13"/>
          </p:nvPr>
        </p:nvSpPr>
        <p:spPr>
          <a:xfrm>
            <a:off x="719990" y="3655750"/>
            <a:ext cx="2352300" cy="461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1800">
                <a:solidFill>
                  <a:schemeClr val="accent2"/>
                </a:solidFill>
                <a:latin typeface="Inter"/>
                <a:ea typeface="Inter"/>
                <a:cs typeface="Inter"/>
                <a:sym typeface="Inter"/>
              </a:defRPr>
            </a:lvl1pPr>
            <a:lvl2pPr lvl="1" rtl="0">
              <a:lnSpc>
                <a:spcPct val="100000"/>
              </a:lnSpc>
              <a:spcBef>
                <a:spcPts val="0"/>
              </a:spcBef>
              <a:spcAft>
                <a:spcPts val="0"/>
              </a:spcAft>
              <a:buSzPts val="2400"/>
              <a:buFont typeface="Raleway"/>
              <a:buNone/>
              <a:defRPr sz="2400" b="1">
                <a:latin typeface="Raleway"/>
                <a:ea typeface="Raleway"/>
                <a:cs typeface="Raleway"/>
                <a:sym typeface="Raleway"/>
              </a:defRPr>
            </a:lvl2pPr>
            <a:lvl3pPr lvl="2" rtl="0">
              <a:lnSpc>
                <a:spcPct val="100000"/>
              </a:lnSpc>
              <a:spcBef>
                <a:spcPts val="0"/>
              </a:spcBef>
              <a:spcAft>
                <a:spcPts val="0"/>
              </a:spcAft>
              <a:buSzPts val="2400"/>
              <a:buFont typeface="Raleway"/>
              <a:buNone/>
              <a:defRPr sz="2400" b="1">
                <a:latin typeface="Raleway"/>
                <a:ea typeface="Raleway"/>
                <a:cs typeface="Raleway"/>
                <a:sym typeface="Raleway"/>
              </a:defRPr>
            </a:lvl3pPr>
            <a:lvl4pPr lvl="3" rtl="0">
              <a:lnSpc>
                <a:spcPct val="100000"/>
              </a:lnSpc>
              <a:spcBef>
                <a:spcPts val="0"/>
              </a:spcBef>
              <a:spcAft>
                <a:spcPts val="0"/>
              </a:spcAft>
              <a:buSzPts val="2400"/>
              <a:buFont typeface="Raleway"/>
              <a:buNone/>
              <a:defRPr sz="2400" b="1">
                <a:latin typeface="Raleway"/>
                <a:ea typeface="Raleway"/>
                <a:cs typeface="Raleway"/>
                <a:sym typeface="Raleway"/>
              </a:defRPr>
            </a:lvl4pPr>
            <a:lvl5pPr lvl="4" rtl="0">
              <a:lnSpc>
                <a:spcPct val="100000"/>
              </a:lnSpc>
              <a:spcBef>
                <a:spcPts val="0"/>
              </a:spcBef>
              <a:spcAft>
                <a:spcPts val="0"/>
              </a:spcAft>
              <a:buSzPts val="2400"/>
              <a:buFont typeface="Raleway"/>
              <a:buNone/>
              <a:defRPr sz="2400" b="1">
                <a:latin typeface="Raleway"/>
                <a:ea typeface="Raleway"/>
                <a:cs typeface="Raleway"/>
                <a:sym typeface="Raleway"/>
              </a:defRPr>
            </a:lvl5pPr>
            <a:lvl6pPr lvl="5" rtl="0">
              <a:lnSpc>
                <a:spcPct val="100000"/>
              </a:lnSpc>
              <a:spcBef>
                <a:spcPts val="0"/>
              </a:spcBef>
              <a:spcAft>
                <a:spcPts val="0"/>
              </a:spcAft>
              <a:buSzPts val="2400"/>
              <a:buFont typeface="Raleway"/>
              <a:buNone/>
              <a:defRPr sz="2400" b="1">
                <a:latin typeface="Raleway"/>
                <a:ea typeface="Raleway"/>
                <a:cs typeface="Raleway"/>
                <a:sym typeface="Raleway"/>
              </a:defRPr>
            </a:lvl6pPr>
            <a:lvl7pPr lvl="6" rtl="0">
              <a:lnSpc>
                <a:spcPct val="100000"/>
              </a:lnSpc>
              <a:spcBef>
                <a:spcPts val="0"/>
              </a:spcBef>
              <a:spcAft>
                <a:spcPts val="0"/>
              </a:spcAft>
              <a:buSzPts val="2400"/>
              <a:buFont typeface="Raleway"/>
              <a:buNone/>
              <a:defRPr sz="2400" b="1">
                <a:latin typeface="Raleway"/>
                <a:ea typeface="Raleway"/>
                <a:cs typeface="Raleway"/>
                <a:sym typeface="Raleway"/>
              </a:defRPr>
            </a:lvl7pPr>
            <a:lvl8pPr lvl="7" rtl="0">
              <a:lnSpc>
                <a:spcPct val="100000"/>
              </a:lnSpc>
              <a:spcBef>
                <a:spcPts val="0"/>
              </a:spcBef>
              <a:spcAft>
                <a:spcPts val="0"/>
              </a:spcAft>
              <a:buSzPts val="2400"/>
              <a:buFont typeface="Raleway"/>
              <a:buNone/>
              <a:defRPr sz="2400" b="1">
                <a:latin typeface="Raleway"/>
                <a:ea typeface="Raleway"/>
                <a:cs typeface="Raleway"/>
                <a:sym typeface="Raleway"/>
              </a:defRPr>
            </a:lvl8pPr>
            <a:lvl9pPr lvl="8"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95" name="Google Shape;95;p13"/>
          <p:cNvSpPr txBox="1">
            <a:spLocks noGrp="1"/>
          </p:cNvSpPr>
          <p:nvPr>
            <p:ph type="subTitle" idx="14"/>
          </p:nvPr>
        </p:nvSpPr>
        <p:spPr>
          <a:xfrm>
            <a:off x="3395853" y="3655750"/>
            <a:ext cx="2352300" cy="461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1800">
                <a:solidFill>
                  <a:schemeClr val="accent2"/>
                </a:solidFill>
                <a:latin typeface="Inter"/>
                <a:ea typeface="Inter"/>
                <a:cs typeface="Inter"/>
                <a:sym typeface="Inter"/>
              </a:defRPr>
            </a:lvl1pPr>
            <a:lvl2pPr lvl="1" rtl="0">
              <a:lnSpc>
                <a:spcPct val="100000"/>
              </a:lnSpc>
              <a:spcBef>
                <a:spcPts val="0"/>
              </a:spcBef>
              <a:spcAft>
                <a:spcPts val="0"/>
              </a:spcAft>
              <a:buSzPts val="2400"/>
              <a:buFont typeface="Raleway"/>
              <a:buNone/>
              <a:defRPr sz="2400" b="1">
                <a:latin typeface="Raleway"/>
                <a:ea typeface="Raleway"/>
                <a:cs typeface="Raleway"/>
                <a:sym typeface="Raleway"/>
              </a:defRPr>
            </a:lvl2pPr>
            <a:lvl3pPr lvl="2" rtl="0">
              <a:lnSpc>
                <a:spcPct val="100000"/>
              </a:lnSpc>
              <a:spcBef>
                <a:spcPts val="0"/>
              </a:spcBef>
              <a:spcAft>
                <a:spcPts val="0"/>
              </a:spcAft>
              <a:buSzPts val="2400"/>
              <a:buFont typeface="Raleway"/>
              <a:buNone/>
              <a:defRPr sz="2400" b="1">
                <a:latin typeface="Raleway"/>
                <a:ea typeface="Raleway"/>
                <a:cs typeface="Raleway"/>
                <a:sym typeface="Raleway"/>
              </a:defRPr>
            </a:lvl3pPr>
            <a:lvl4pPr lvl="3" rtl="0">
              <a:lnSpc>
                <a:spcPct val="100000"/>
              </a:lnSpc>
              <a:spcBef>
                <a:spcPts val="0"/>
              </a:spcBef>
              <a:spcAft>
                <a:spcPts val="0"/>
              </a:spcAft>
              <a:buSzPts val="2400"/>
              <a:buFont typeface="Raleway"/>
              <a:buNone/>
              <a:defRPr sz="2400" b="1">
                <a:latin typeface="Raleway"/>
                <a:ea typeface="Raleway"/>
                <a:cs typeface="Raleway"/>
                <a:sym typeface="Raleway"/>
              </a:defRPr>
            </a:lvl4pPr>
            <a:lvl5pPr lvl="4" rtl="0">
              <a:lnSpc>
                <a:spcPct val="100000"/>
              </a:lnSpc>
              <a:spcBef>
                <a:spcPts val="0"/>
              </a:spcBef>
              <a:spcAft>
                <a:spcPts val="0"/>
              </a:spcAft>
              <a:buSzPts val="2400"/>
              <a:buFont typeface="Raleway"/>
              <a:buNone/>
              <a:defRPr sz="2400" b="1">
                <a:latin typeface="Raleway"/>
                <a:ea typeface="Raleway"/>
                <a:cs typeface="Raleway"/>
                <a:sym typeface="Raleway"/>
              </a:defRPr>
            </a:lvl5pPr>
            <a:lvl6pPr lvl="5" rtl="0">
              <a:lnSpc>
                <a:spcPct val="100000"/>
              </a:lnSpc>
              <a:spcBef>
                <a:spcPts val="0"/>
              </a:spcBef>
              <a:spcAft>
                <a:spcPts val="0"/>
              </a:spcAft>
              <a:buSzPts val="2400"/>
              <a:buFont typeface="Raleway"/>
              <a:buNone/>
              <a:defRPr sz="2400" b="1">
                <a:latin typeface="Raleway"/>
                <a:ea typeface="Raleway"/>
                <a:cs typeface="Raleway"/>
                <a:sym typeface="Raleway"/>
              </a:defRPr>
            </a:lvl6pPr>
            <a:lvl7pPr lvl="6" rtl="0">
              <a:lnSpc>
                <a:spcPct val="100000"/>
              </a:lnSpc>
              <a:spcBef>
                <a:spcPts val="0"/>
              </a:spcBef>
              <a:spcAft>
                <a:spcPts val="0"/>
              </a:spcAft>
              <a:buSzPts val="2400"/>
              <a:buFont typeface="Raleway"/>
              <a:buNone/>
              <a:defRPr sz="2400" b="1">
                <a:latin typeface="Raleway"/>
                <a:ea typeface="Raleway"/>
                <a:cs typeface="Raleway"/>
                <a:sym typeface="Raleway"/>
              </a:defRPr>
            </a:lvl7pPr>
            <a:lvl8pPr lvl="7" rtl="0">
              <a:lnSpc>
                <a:spcPct val="100000"/>
              </a:lnSpc>
              <a:spcBef>
                <a:spcPts val="0"/>
              </a:spcBef>
              <a:spcAft>
                <a:spcPts val="0"/>
              </a:spcAft>
              <a:buSzPts val="2400"/>
              <a:buFont typeface="Raleway"/>
              <a:buNone/>
              <a:defRPr sz="2400" b="1">
                <a:latin typeface="Raleway"/>
                <a:ea typeface="Raleway"/>
                <a:cs typeface="Raleway"/>
                <a:sym typeface="Raleway"/>
              </a:defRPr>
            </a:lvl8pPr>
            <a:lvl9pPr lvl="8"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96" name="Google Shape;96;p13"/>
          <p:cNvSpPr txBox="1">
            <a:spLocks noGrp="1"/>
          </p:cNvSpPr>
          <p:nvPr>
            <p:ph type="subTitle" idx="15"/>
          </p:nvPr>
        </p:nvSpPr>
        <p:spPr>
          <a:xfrm>
            <a:off x="6071690" y="3655750"/>
            <a:ext cx="2352300" cy="461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1800">
                <a:solidFill>
                  <a:schemeClr val="accent2"/>
                </a:solidFill>
                <a:latin typeface="Inter"/>
                <a:ea typeface="Inter"/>
                <a:cs typeface="Inter"/>
                <a:sym typeface="Inter"/>
              </a:defRPr>
            </a:lvl1pPr>
            <a:lvl2pPr lvl="1" rtl="0">
              <a:lnSpc>
                <a:spcPct val="100000"/>
              </a:lnSpc>
              <a:spcBef>
                <a:spcPts val="0"/>
              </a:spcBef>
              <a:spcAft>
                <a:spcPts val="0"/>
              </a:spcAft>
              <a:buSzPts val="2400"/>
              <a:buFont typeface="Raleway"/>
              <a:buNone/>
              <a:defRPr sz="2400" b="1">
                <a:latin typeface="Raleway"/>
                <a:ea typeface="Raleway"/>
                <a:cs typeface="Raleway"/>
                <a:sym typeface="Raleway"/>
              </a:defRPr>
            </a:lvl2pPr>
            <a:lvl3pPr lvl="2" rtl="0">
              <a:lnSpc>
                <a:spcPct val="100000"/>
              </a:lnSpc>
              <a:spcBef>
                <a:spcPts val="0"/>
              </a:spcBef>
              <a:spcAft>
                <a:spcPts val="0"/>
              </a:spcAft>
              <a:buSzPts val="2400"/>
              <a:buFont typeface="Raleway"/>
              <a:buNone/>
              <a:defRPr sz="2400" b="1">
                <a:latin typeface="Raleway"/>
                <a:ea typeface="Raleway"/>
                <a:cs typeface="Raleway"/>
                <a:sym typeface="Raleway"/>
              </a:defRPr>
            </a:lvl3pPr>
            <a:lvl4pPr lvl="3" rtl="0">
              <a:lnSpc>
                <a:spcPct val="100000"/>
              </a:lnSpc>
              <a:spcBef>
                <a:spcPts val="0"/>
              </a:spcBef>
              <a:spcAft>
                <a:spcPts val="0"/>
              </a:spcAft>
              <a:buSzPts val="2400"/>
              <a:buFont typeface="Raleway"/>
              <a:buNone/>
              <a:defRPr sz="2400" b="1">
                <a:latin typeface="Raleway"/>
                <a:ea typeface="Raleway"/>
                <a:cs typeface="Raleway"/>
                <a:sym typeface="Raleway"/>
              </a:defRPr>
            </a:lvl4pPr>
            <a:lvl5pPr lvl="4" rtl="0">
              <a:lnSpc>
                <a:spcPct val="100000"/>
              </a:lnSpc>
              <a:spcBef>
                <a:spcPts val="0"/>
              </a:spcBef>
              <a:spcAft>
                <a:spcPts val="0"/>
              </a:spcAft>
              <a:buSzPts val="2400"/>
              <a:buFont typeface="Raleway"/>
              <a:buNone/>
              <a:defRPr sz="2400" b="1">
                <a:latin typeface="Raleway"/>
                <a:ea typeface="Raleway"/>
                <a:cs typeface="Raleway"/>
                <a:sym typeface="Raleway"/>
              </a:defRPr>
            </a:lvl5pPr>
            <a:lvl6pPr lvl="5" rtl="0">
              <a:lnSpc>
                <a:spcPct val="100000"/>
              </a:lnSpc>
              <a:spcBef>
                <a:spcPts val="0"/>
              </a:spcBef>
              <a:spcAft>
                <a:spcPts val="0"/>
              </a:spcAft>
              <a:buSzPts val="2400"/>
              <a:buFont typeface="Raleway"/>
              <a:buNone/>
              <a:defRPr sz="2400" b="1">
                <a:latin typeface="Raleway"/>
                <a:ea typeface="Raleway"/>
                <a:cs typeface="Raleway"/>
                <a:sym typeface="Raleway"/>
              </a:defRPr>
            </a:lvl6pPr>
            <a:lvl7pPr lvl="6" rtl="0">
              <a:lnSpc>
                <a:spcPct val="100000"/>
              </a:lnSpc>
              <a:spcBef>
                <a:spcPts val="0"/>
              </a:spcBef>
              <a:spcAft>
                <a:spcPts val="0"/>
              </a:spcAft>
              <a:buSzPts val="2400"/>
              <a:buFont typeface="Raleway"/>
              <a:buNone/>
              <a:defRPr sz="2400" b="1">
                <a:latin typeface="Raleway"/>
                <a:ea typeface="Raleway"/>
                <a:cs typeface="Raleway"/>
                <a:sym typeface="Raleway"/>
              </a:defRPr>
            </a:lvl7pPr>
            <a:lvl8pPr lvl="7" rtl="0">
              <a:lnSpc>
                <a:spcPct val="100000"/>
              </a:lnSpc>
              <a:spcBef>
                <a:spcPts val="0"/>
              </a:spcBef>
              <a:spcAft>
                <a:spcPts val="0"/>
              </a:spcAft>
              <a:buSzPts val="2400"/>
              <a:buFont typeface="Raleway"/>
              <a:buNone/>
              <a:defRPr sz="2400" b="1">
                <a:latin typeface="Raleway"/>
                <a:ea typeface="Raleway"/>
                <a:cs typeface="Raleway"/>
                <a:sym typeface="Raleway"/>
              </a:defRPr>
            </a:lvl8pPr>
            <a:lvl9pPr lvl="8"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grpSp>
        <p:nvGrpSpPr>
          <p:cNvPr id="97" name="Google Shape;97;p13"/>
          <p:cNvGrpSpPr/>
          <p:nvPr/>
        </p:nvGrpSpPr>
        <p:grpSpPr>
          <a:xfrm>
            <a:off x="-1275021" y="-3502600"/>
            <a:ext cx="13069940" cy="10958650"/>
            <a:chOff x="-1275021" y="-3502600"/>
            <a:chExt cx="13069940" cy="10958650"/>
          </a:xfrm>
        </p:grpSpPr>
        <p:pic>
          <p:nvPicPr>
            <p:cNvPr id="98" name="Google Shape;98;p13"/>
            <p:cNvPicPr preferRelativeResize="0"/>
            <p:nvPr/>
          </p:nvPicPr>
          <p:blipFill>
            <a:blip r:embed="rId2">
              <a:alphaModFix/>
            </a:blip>
            <a:stretch>
              <a:fillRect/>
            </a:stretch>
          </p:blipFill>
          <p:spPr>
            <a:xfrm>
              <a:off x="5916632" y="-3502600"/>
              <a:ext cx="5878286" cy="5143500"/>
            </a:xfrm>
            <a:prstGeom prst="rect">
              <a:avLst/>
            </a:prstGeom>
            <a:noFill/>
            <a:ln>
              <a:noFill/>
            </a:ln>
          </p:spPr>
        </p:pic>
        <p:pic>
          <p:nvPicPr>
            <p:cNvPr id="99" name="Google Shape;99;p13"/>
            <p:cNvPicPr preferRelativeResize="0"/>
            <p:nvPr/>
          </p:nvPicPr>
          <p:blipFill>
            <a:blip r:embed="rId3">
              <a:alphaModFix/>
            </a:blip>
            <a:stretch>
              <a:fillRect/>
            </a:stretch>
          </p:blipFill>
          <p:spPr>
            <a:xfrm>
              <a:off x="-1275021" y="3960050"/>
              <a:ext cx="3976501" cy="3496000"/>
            </a:xfrm>
            <a:prstGeom prst="rect">
              <a:avLst/>
            </a:prstGeom>
            <a:noFill/>
            <a:ln>
              <a:noFill/>
            </a:ln>
          </p:spPr>
        </p:pic>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109"/>
        <p:cNvGrpSpPr/>
        <p:nvPr/>
      </p:nvGrpSpPr>
      <p:grpSpPr>
        <a:xfrm>
          <a:off x="0" y="0"/>
          <a:ext cx="0" cy="0"/>
          <a:chOff x="0" y="0"/>
          <a:chExt cx="0" cy="0"/>
        </a:xfrm>
      </p:grpSpPr>
      <p:grpSp>
        <p:nvGrpSpPr>
          <p:cNvPr id="110" name="Google Shape;110;p15"/>
          <p:cNvGrpSpPr/>
          <p:nvPr/>
        </p:nvGrpSpPr>
        <p:grpSpPr>
          <a:xfrm>
            <a:off x="-3776125" y="-1302384"/>
            <a:ext cx="16409011" cy="8311516"/>
            <a:chOff x="-3776125" y="-1302384"/>
            <a:chExt cx="16409011" cy="8311516"/>
          </a:xfrm>
        </p:grpSpPr>
        <p:pic>
          <p:nvPicPr>
            <p:cNvPr id="111" name="Google Shape;111;p15"/>
            <p:cNvPicPr preferRelativeResize="0"/>
            <p:nvPr/>
          </p:nvPicPr>
          <p:blipFill>
            <a:blip r:embed="rId2">
              <a:alphaModFix/>
            </a:blip>
            <a:stretch>
              <a:fillRect/>
            </a:stretch>
          </p:blipFill>
          <p:spPr>
            <a:xfrm rot="-2234889" flipH="1">
              <a:off x="6313778" y="1464677"/>
              <a:ext cx="5591045" cy="4289946"/>
            </a:xfrm>
            <a:prstGeom prst="rect">
              <a:avLst/>
            </a:prstGeom>
            <a:noFill/>
            <a:ln>
              <a:noFill/>
            </a:ln>
          </p:spPr>
        </p:pic>
        <p:pic>
          <p:nvPicPr>
            <p:cNvPr id="112" name="Google Shape;112;p15"/>
            <p:cNvPicPr preferRelativeResize="0"/>
            <p:nvPr/>
          </p:nvPicPr>
          <p:blipFill>
            <a:blip r:embed="rId2">
              <a:alphaModFix/>
            </a:blip>
            <a:stretch>
              <a:fillRect/>
            </a:stretch>
          </p:blipFill>
          <p:spPr>
            <a:xfrm rot="8377405" flipH="1">
              <a:off x="-3052474" y="-2349"/>
              <a:ext cx="5591048" cy="4289946"/>
            </a:xfrm>
            <a:prstGeom prst="rect">
              <a:avLst/>
            </a:prstGeom>
            <a:noFill/>
            <a:ln>
              <a:noFill/>
            </a:ln>
          </p:spPr>
        </p:pic>
      </p:grpSp>
      <p:sp>
        <p:nvSpPr>
          <p:cNvPr id="113" name="Google Shape;113;p15"/>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14" name="Google Shape;114;p15"/>
          <p:cNvGrpSpPr/>
          <p:nvPr/>
        </p:nvGrpSpPr>
        <p:grpSpPr>
          <a:xfrm>
            <a:off x="216188" y="201838"/>
            <a:ext cx="8711625" cy="4739825"/>
            <a:chOff x="216188" y="201838"/>
            <a:chExt cx="8711625" cy="4739825"/>
          </a:xfrm>
        </p:grpSpPr>
        <p:grpSp>
          <p:nvGrpSpPr>
            <p:cNvPr id="115" name="Google Shape;115;p15"/>
            <p:cNvGrpSpPr/>
            <p:nvPr/>
          </p:nvGrpSpPr>
          <p:grpSpPr>
            <a:xfrm>
              <a:off x="216188" y="201838"/>
              <a:ext cx="600550" cy="227100"/>
              <a:chOff x="415725" y="425950"/>
              <a:chExt cx="600550" cy="227100"/>
            </a:xfrm>
          </p:grpSpPr>
          <p:sp>
            <p:nvSpPr>
              <p:cNvPr id="116" name="Google Shape;116;p15"/>
              <p:cNvSpPr/>
              <p:nvPr/>
            </p:nvSpPr>
            <p:spPr>
              <a:xfrm>
                <a:off x="4157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117" name="Google Shape;117;p15"/>
              <p:cNvSpPr/>
              <p:nvPr/>
            </p:nvSpPr>
            <p:spPr>
              <a:xfrm>
                <a:off x="78917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sp>
          <p:nvSpPr>
            <p:cNvPr id="118" name="Google Shape;118;p15"/>
            <p:cNvSpPr/>
            <p:nvPr/>
          </p:nvSpPr>
          <p:spPr>
            <a:xfrm>
              <a:off x="8700713" y="4714563"/>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3">
  <p:cSld name="CUSTOM_10_1_1">
    <p:spTree>
      <p:nvGrpSpPr>
        <p:cNvPr id="1" name="Shape 119"/>
        <p:cNvGrpSpPr/>
        <p:nvPr/>
      </p:nvGrpSpPr>
      <p:grpSpPr>
        <a:xfrm>
          <a:off x="0" y="0"/>
          <a:ext cx="0" cy="0"/>
          <a:chOff x="0" y="0"/>
          <a:chExt cx="0" cy="0"/>
        </a:xfrm>
      </p:grpSpPr>
      <p:grpSp>
        <p:nvGrpSpPr>
          <p:cNvPr id="120" name="Google Shape;120;p16"/>
          <p:cNvGrpSpPr/>
          <p:nvPr/>
        </p:nvGrpSpPr>
        <p:grpSpPr>
          <a:xfrm>
            <a:off x="-1984754" y="-1676000"/>
            <a:ext cx="12909980" cy="8388363"/>
            <a:chOff x="-1984754" y="-1676000"/>
            <a:chExt cx="12909980" cy="8388363"/>
          </a:xfrm>
        </p:grpSpPr>
        <p:pic>
          <p:nvPicPr>
            <p:cNvPr id="121" name="Google Shape;121;p16"/>
            <p:cNvPicPr preferRelativeResize="0"/>
            <p:nvPr/>
          </p:nvPicPr>
          <p:blipFill>
            <a:blip r:embed="rId2">
              <a:alphaModFix/>
            </a:blip>
            <a:stretch>
              <a:fillRect/>
            </a:stretch>
          </p:blipFill>
          <p:spPr>
            <a:xfrm rot="1776128">
              <a:off x="6815676" y="-827507"/>
              <a:ext cx="3915924" cy="1818640"/>
            </a:xfrm>
            <a:prstGeom prst="rect">
              <a:avLst/>
            </a:prstGeom>
            <a:noFill/>
            <a:ln>
              <a:noFill/>
            </a:ln>
          </p:spPr>
        </p:pic>
        <p:pic>
          <p:nvPicPr>
            <p:cNvPr id="122" name="Google Shape;122;p16"/>
            <p:cNvPicPr preferRelativeResize="0"/>
            <p:nvPr/>
          </p:nvPicPr>
          <p:blipFill>
            <a:blip r:embed="rId3">
              <a:alphaModFix/>
            </a:blip>
            <a:stretch>
              <a:fillRect/>
            </a:stretch>
          </p:blipFill>
          <p:spPr>
            <a:xfrm rot="1180237">
              <a:off x="-1603831" y="3110699"/>
              <a:ext cx="4172179" cy="2986603"/>
            </a:xfrm>
            <a:prstGeom prst="rect">
              <a:avLst/>
            </a:prstGeom>
            <a:noFill/>
            <a:ln>
              <a:noFill/>
            </a:ln>
          </p:spPr>
        </p:pic>
      </p:grpSp>
      <p:sp>
        <p:nvSpPr>
          <p:cNvPr id="123" name="Google Shape;123;p16"/>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24" name="Google Shape;124;p16"/>
          <p:cNvGrpSpPr/>
          <p:nvPr/>
        </p:nvGrpSpPr>
        <p:grpSpPr>
          <a:xfrm>
            <a:off x="254750" y="233675"/>
            <a:ext cx="8634500" cy="3814575"/>
            <a:chOff x="254750" y="233675"/>
            <a:chExt cx="8634500" cy="3814575"/>
          </a:xfrm>
        </p:grpSpPr>
        <p:grpSp>
          <p:nvGrpSpPr>
            <p:cNvPr id="125" name="Google Shape;125;p16"/>
            <p:cNvGrpSpPr/>
            <p:nvPr/>
          </p:nvGrpSpPr>
          <p:grpSpPr>
            <a:xfrm rot="-5400000">
              <a:off x="-118700" y="607125"/>
              <a:ext cx="974000" cy="227100"/>
              <a:chOff x="415725" y="425950"/>
              <a:chExt cx="974000" cy="227100"/>
            </a:xfrm>
          </p:grpSpPr>
          <p:sp>
            <p:nvSpPr>
              <p:cNvPr id="126" name="Google Shape;126;p16"/>
              <p:cNvSpPr/>
              <p:nvPr/>
            </p:nvSpPr>
            <p:spPr>
              <a:xfrm>
                <a:off x="4157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127" name="Google Shape;127;p16"/>
              <p:cNvSpPr/>
              <p:nvPr/>
            </p:nvSpPr>
            <p:spPr>
              <a:xfrm>
                <a:off x="78917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128" name="Google Shape;128;p16"/>
              <p:cNvSpPr/>
              <p:nvPr/>
            </p:nvSpPr>
            <p:spPr>
              <a:xfrm>
                <a:off x="11626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sp>
          <p:nvSpPr>
            <p:cNvPr id="129" name="Google Shape;129;p16"/>
            <p:cNvSpPr/>
            <p:nvPr/>
          </p:nvSpPr>
          <p:spPr>
            <a:xfrm rot="-5400000">
              <a:off x="8662150" y="38211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p:cSld name="CUSTOM_10_1_1_1">
    <p:spTree>
      <p:nvGrpSpPr>
        <p:cNvPr id="1" name="Shape 130"/>
        <p:cNvGrpSpPr/>
        <p:nvPr/>
      </p:nvGrpSpPr>
      <p:grpSpPr>
        <a:xfrm>
          <a:off x="0" y="0"/>
          <a:ext cx="0" cy="0"/>
          <a:chOff x="0" y="0"/>
          <a:chExt cx="0" cy="0"/>
        </a:xfrm>
      </p:grpSpPr>
      <p:grpSp>
        <p:nvGrpSpPr>
          <p:cNvPr id="131" name="Google Shape;131;p17"/>
          <p:cNvGrpSpPr/>
          <p:nvPr/>
        </p:nvGrpSpPr>
        <p:grpSpPr>
          <a:xfrm>
            <a:off x="-1932494" y="-1357225"/>
            <a:ext cx="12499649" cy="7027446"/>
            <a:chOff x="-1932494" y="-1357225"/>
            <a:chExt cx="12499649" cy="7027446"/>
          </a:xfrm>
        </p:grpSpPr>
        <p:pic>
          <p:nvPicPr>
            <p:cNvPr id="132" name="Google Shape;132;p17"/>
            <p:cNvPicPr preferRelativeResize="0"/>
            <p:nvPr/>
          </p:nvPicPr>
          <p:blipFill>
            <a:blip r:embed="rId2">
              <a:alphaModFix/>
            </a:blip>
            <a:stretch>
              <a:fillRect/>
            </a:stretch>
          </p:blipFill>
          <p:spPr>
            <a:xfrm rot="5400000">
              <a:off x="-2138120" y="-1151600"/>
              <a:ext cx="3403375" cy="2992125"/>
            </a:xfrm>
            <a:prstGeom prst="rect">
              <a:avLst/>
            </a:prstGeom>
            <a:noFill/>
            <a:ln>
              <a:noFill/>
            </a:ln>
          </p:spPr>
        </p:pic>
        <p:pic>
          <p:nvPicPr>
            <p:cNvPr id="133" name="Google Shape;133;p17"/>
            <p:cNvPicPr preferRelativeResize="0"/>
            <p:nvPr/>
          </p:nvPicPr>
          <p:blipFill>
            <a:blip r:embed="rId3">
              <a:alphaModFix/>
            </a:blip>
            <a:stretch>
              <a:fillRect/>
            </a:stretch>
          </p:blipFill>
          <p:spPr>
            <a:xfrm rot="-827776" flipH="1">
              <a:off x="6967591" y="3675139"/>
              <a:ext cx="3457954" cy="1605940"/>
            </a:xfrm>
            <a:prstGeom prst="rect">
              <a:avLst/>
            </a:prstGeom>
            <a:noFill/>
            <a:ln>
              <a:noFill/>
            </a:ln>
          </p:spPr>
        </p:pic>
      </p:grpSp>
      <p:sp>
        <p:nvSpPr>
          <p:cNvPr id="134" name="Google Shape;134;p17"/>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35" name="Google Shape;135;p17"/>
          <p:cNvSpPr txBox="1">
            <a:spLocks noGrp="1"/>
          </p:cNvSpPr>
          <p:nvPr>
            <p:ph type="body" idx="1"/>
          </p:nvPr>
        </p:nvSpPr>
        <p:spPr>
          <a:xfrm>
            <a:off x="720000" y="1094211"/>
            <a:ext cx="7704000" cy="8670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Raleway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1">
  <p:cSld name="CUSTOM_10_1_1_1_1">
    <p:spTree>
      <p:nvGrpSpPr>
        <p:cNvPr id="1" name="Shape 136"/>
        <p:cNvGrpSpPr/>
        <p:nvPr/>
      </p:nvGrpSpPr>
      <p:grpSpPr>
        <a:xfrm>
          <a:off x="0" y="0"/>
          <a:ext cx="0" cy="0"/>
          <a:chOff x="0" y="0"/>
          <a:chExt cx="0" cy="0"/>
        </a:xfrm>
      </p:grpSpPr>
      <p:grpSp>
        <p:nvGrpSpPr>
          <p:cNvPr id="137" name="Google Shape;137;p18"/>
          <p:cNvGrpSpPr/>
          <p:nvPr/>
        </p:nvGrpSpPr>
        <p:grpSpPr>
          <a:xfrm>
            <a:off x="-3249083" y="-2554995"/>
            <a:ext cx="13382083" cy="10199264"/>
            <a:chOff x="-3249083" y="-2554995"/>
            <a:chExt cx="13382083" cy="10199264"/>
          </a:xfrm>
        </p:grpSpPr>
        <p:pic>
          <p:nvPicPr>
            <p:cNvPr id="138" name="Google Shape;138;p18"/>
            <p:cNvPicPr preferRelativeResize="0"/>
            <p:nvPr/>
          </p:nvPicPr>
          <p:blipFill>
            <a:blip r:embed="rId2">
              <a:alphaModFix/>
            </a:blip>
            <a:stretch>
              <a:fillRect/>
            </a:stretch>
          </p:blipFill>
          <p:spPr>
            <a:xfrm rot="-8749677" flipH="1">
              <a:off x="5789549" y="-1600199"/>
              <a:ext cx="4076800" cy="2202575"/>
            </a:xfrm>
            <a:prstGeom prst="rect">
              <a:avLst/>
            </a:prstGeom>
            <a:noFill/>
            <a:ln>
              <a:noFill/>
            </a:ln>
          </p:spPr>
        </p:pic>
        <p:pic>
          <p:nvPicPr>
            <p:cNvPr id="139" name="Google Shape;139;p18"/>
            <p:cNvPicPr preferRelativeResize="0"/>
            <p:nvPr/>
          </p:nvPicPr>
          <p:blipFill>
            <a:blip r:embed="rId3">
              <a:alphaModFix/>
            </a:blip>
            <a:stretch>
              <a:fillRect/>
            </a:stretch>
          </p:blipFill>
          <p:spPr>
            <a:xfrm rot="-5399998" flipH="1">
              <a:off x="6997389" y="-156474"/>
              <a:ext cx="3625604" cy="1683801"/>
            </a:xfrm>
            <a:prstGeom prst="rect">
              <a:avLst/>
            </a:prstGeom>
            <a:noFill/>
            <a:ln>
              <a:noFill/>
            </a:ln>
          </p:spPr>
        </p:pic>
        <p:pic>
          <p:nvPicPr>
            <p:cNvPr id="140" name="Google Shape;140;p18"/>
            <p:cNvPicPr preferRelativeResize="0"/>
            <p:nvPr/>
          </p:nvPicPr>
          <p:blipFill>
            <a:blip r:embed="rId4">
              <a:alphaModFix/>
            </a:blip>
            <a:stretch>
              <a:fillRect/>
            </a:stretch>
          </p:blipFill>
          <p:spPr>
            <a:xfrm rot="3030686">
              <a:off x="-2360369" y="3109466"/>
              <a:ext cx="3434962" cy="3923570"/>
            </a:xfrm>
            <a:prstGeom prst="rect">
              <a:avLst/>
            </a:prstGeom>
            <a:noFill/>
            <a:ln>
              <a:noFill/>
            </a:ln>
          </p:spPr>
        </p:pic>
      </p:grpSp>
      <p:grpSp>
        <p:nvGrpSpPr>
          <p:cNvPr id="141" name="Google Shape;141;p18"/>
          <p:cNvGrpSpPr/>
          <p:nvPr/>
        </p:nvGrpSpPr>
        <p:grpSpPr>
          <a:xfrm>
            <a:off x="317375" y="312400"/>
            <a:ext cx="8562875" cy="4535000"/>
            <a:chOff x="317375" y="312400"/>
            <a:chExt cx="8562875" cy="4535000"/>
          </a:xfrm>
        </p:grpSpPr>
        <p:grpSp>
          <p:nvGrpSpPr>
            <p:cNvPr id="142" name="Google Shape;142;p18"/>
            <p:cNvGrpSpPr/>
            <p:nvPr/>
          </p:nvGrpSpPr>
          <p:grpSpPr>
            <a:xfrm flipH="1">
              <a:off x="8653150" y="4246850"/>
              <a:ext cx="227100" cy="600550"/>
              <a:chOff x="228300" y="4246850"/>
              <a:chExt cx="227100" cy="600550"/>
            </a:xfrm>
          </p:grpSpPr>
          <p:sp>
            <p:nvSpPr>
              <p:cNvPr id="143" name="Google Shape;143;p18"/>
              <p:cNvSpPr/>
              <p:nvPr/>
            </p:nvSpPr>
            <p:spPr>
              <a:xfrm rot="5400000">
                <a:off x="228300" y="42468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144" name="Google Shape;144;p18"/>
              <p:cNvSpPr/>
              <p:nvPr/>
            </p:nvSpPr>
            <p:spPr>
              <a:xfrm rot="5400000">
                <a:off x="228300" y="462030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sp>
          <p:nvSpPr>
            <p:cNvPr id="145" name="Google Shape;145;p18"/>
            <p:cNvSpPr/>
            <p:nvPr/>
          </p:nvSpPr>
          <p:spPr>
            <a:xfrm flipH="1">
              <a:off x="317375" y="31240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sp>
        <p:nvSpPr>
          <p:cNvPr id="146" name="Google Shape;146;p18"/>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7" name="Google Shape;147;p18"/>
          <p:cNvSpPr txBox="1">
            <a:spLocks noGrp="1"/>
          </p:cNvSpPr>
          <p:nvPr>
            <p:ph type="body" idx="1"/>
          </p:nvPr>
        </p:nvSpPr>
        <p:spPr>
          <a:xfrm>
            <a:off x="720000" y="1094211"/>
            <a:ext cx="7704000" cy="35097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Raleway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2">
  <p:cSld name="ONE_COLUMN_TEXT_1">
    <p:spTree>
      <p:nvGrpSpPr>
        <p:cNvPr id="1" name="Shape 148"/>
        <p:cNvGrpSpPr/>
        <p:nvPr/>
      </p:nvGrpSpPr>
      <p:grpSpPr>
        <a:xfrm>
          <a:off x="0" y="0"/>
          <a:ext cx="0" cy="0"/>
          <a:chOff x="0" y="0"/>
          <a:chExt cx="0" cy="0"/>
        </a:xfrm>
      </p:grpSpPr>
      <p:grpSp>
        <p:nvGrpSpPr>
          <p:cNvPr id="149" name="Google Shape;149;p19"/>
          <p:cNvGrpSpPr/>
          <p:nvPr/>
        </p:nvGrpSpPr>
        <p:grpSpPr>
          <a:xfrm>
            <a:off x="4603568" y="-2592501"/>
            <a:ext cx="8123095" cy="8341702"/>
            <a:chOff x="4260143" y="-2592501"/>
            <a:chExt cx="8123095" cy="8341702"/>
          </a:xfrm>
        </p:grpSpPr>
        <p:pic>
          <p:nvPicPr>
            <p:cNvPr id="150" name="Google Shape;150;p19"/>
            <p:cNvPicPr preferRelativeResize="0"/>
            <p:nvPr/>
          </p:nvPicPr>
          <p:blipFill>
            <a:blip r:embed="rId2">
              <a:alphaModFix/>
            </a:blip>
            <a:stretch>
              <a:fillRect/>
            </a:stretch>
          </p:blipFill>
          <p:spPr>
            <a:xfrm rot="4001898">
              <a:off x="3921136" y="361618"/>
              <a:ext cx="3811483" cy="1770122"/>
            </a:xfrm>
            <a:prstGeom prst="rect">
              <a:avLst/>
            </a:prstGeom>
            <a:noFill/>
            <a:ln>
              <a:noFill/>
            </a:ln>
          </p:spPr>
        </p:pic>
        <p:pic>
          <p:nvPicPr>
            <p:cNvPr id="151" name="Google Shape;151;p19"/>
            <p:cNvPicPr preferRelativeResize="0"/>
            <p:nvPr/>
          </p:nvPicPr>
          <p:blipFill>
            <a:blip r:embed="rId3">
              <a:alphaModFix/>
            </a:blip>
            <a:stretch>
              <a:fillRect/>
            </a:stretch>
          </p:blipFill>
          <p:spPr>
            <a:xfrm rot="3430132">
              <a:off x="5126443" y="-993400"/>
              <a:ext cx="6608665" cy="5143500"/>
            </a:xfrm>
            <a:prstGeom prst="rect">
              <a:avLst/>
            </a:prstGeom>
            <a:noFill/>
            <a:ln>
              <a:noFill/>
            </a:ln>
          </p:spPr>
        </p:pic>
      </p:grpSp>
      <p:sp>
        <p:nvSpPr>
          <p:cNvPr id="152" name="Google Shape;152;p19"/>
          <p:cNvSpPr txBox="1">
            <a:spLocks noGrp="1"/>
          </p:cNvSpPr>
          <p:nvPr>
            <p:ph type="title"/>
          </p:nvPr>
        </p:nvSpPr>
        <p:spPr>
          <a:xfrm>
            <a:off x="713225" y="753650"/>
            <a:ext cx="4160700" cy="10224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
        <p:nvSpPr>
          <p:cNvPr id="153" name="Google Shape;153;p19"/>
          <p:cNvSpPr txBox="1">
            <a:spLocks noGrp="1"/>
          </p:cNvSpPr>
          <p:nvPr>
            <p:ph type="subTitle" idx="1"/>
          </p:nvPr>
        </p:nvSpPr>
        <p:spPr>
          <a:xfrm>
            <a:off x="713225" y="1910450"/>
            <a:ext cx="4160700" cy="2103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200"/>
              <a:buFont typeface="Raleway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a:endParaRPr/>
          </a:p>
        </p:txBody>
      </p:sp>
      <p:sp>
        <p:nvSpPr>
          <p:cNvPr id="154" name="Google Shape;154;p19"/>
          <p:cNvSpPr>
            <a:spLocks noGrp="1"/>
          </p:cNvSpPr>
          <p:nvPr>
            <p:ph type="pic" idx="2"/>
          </p:nvPr>
        </p:nvSpPr>
        <p:spPr>
          <a:xfrm>
            <a:off x="5827325" y="539550"/>
            <a:ext cx="2787000" cy="4064400"/>
          </a:xfrm>
          <a:prstGeom prst="rect">
            <a:avLst/>
          </a:prstGeom>
          <a:noFill/>
          <a:ln w="9525" cap="flat" cmpd="sng">
            <a:solidFill>
              <a:schemeClr val="dk1"/>
            </a:solidFill>
            <a:prstDash val="solid"/>
            <a:round/>
            <a:headEnd type="none" w="sm" len="sm"/>
            <a:tailEnd type="none" w="sm" len="sm"/>
          </a:ln>
        </p:spPr>
      </p:sp>
      <p:grpSp>
        <p:nvGrpSpPr>
          <p:cNvPr id="155" name="Google Shape;155;p19"/>
          <p:cNvGrpSpPr/>
          <p:nvPr/>
        </p:nvGrpSpPr>
        <p:grpSpPr>
          <a:xfrm>
            <a:off x="226225" y="4734650"/>
            <a:ext cx="974000" cy="227100"/>
            <a:chOff x="415725" y="425950"/>
            <a:chExt cx="974000" cy="227100"/>
          </a:xfrm>
        </p:grpSpPr>
        <p:sp>
          <p:nvSpPr>
            <p:cNvPr id="156" name="Google Shape;156;p19"/>
            <p:cNvSpPr/>
            <p:nvPr/>
          </p:nvSpPr>
          <p:spPr>
            <a:xfrm>
              <a:off x="4157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157" name="Google Shape;157;p19"/>
            <p:cNvSpPr/>
            <p:nvPr/>
          </p:nvSpPr>
          <p:spPr>
            <a:xfrm>
              <a:off x="78917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158" name="Google Shape;158;p19"/>
            <p:cNvSpPr/>
            <p:nvPr/>
          </p:nvSpPr>
          <p:spPr>
            <a:xfrm>
              <a:off x="11626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59"/>
        <p:cNvGrpSpPr/>
        <p:nvPr/>
      </p:nvGrpSpPr>
      <p:grpSpPr>
        <a:xfrm>
          <a:off x="0" y="0"/>
          <a:ext cx="0" cy="0"/>
          <a:chOff x="0" y="0"/>
          <a:chExt cx="0" cy="0"/>
        </a:xfrm>
      </p:grpSpPr>
      <p:sp>
        <p:nvSpPr>
          <p:cNvPr id="160" name="Google Shape;160;p20"/>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61" name="Google Shape;161;p20"/>
          <p:cNvSpPr txBox="1">
            <a:spLocks noGrp="1"/>
          </p:cNvSpPr>
          <p:nvPr>
            <p:ph type="subTitle" idx="1"/>
          </p:nvPr>
        </p:nvSpPr>
        <p:spPr>
          <a:xfrm>
            <a:off x="956725" y="2985117"/>
            <a:ext cx="2163900" cy="1563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2" name="Google Shape;162;p20"/>
          <p:cNvSpPr txBox="1">
            <a:spLocks noGrp="1"/>
          </p:cNvSpPr>
          <p:nvPr>
            <p:ph type="subTitle" idx="2"/>
          </p:nvPr>
        </p:nvSpPr>
        <p:spPr>
          <a:xfrm>
            <a:off x="3490047" y="2985117"/>
            <a:ext cx="2163900" cy="1565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3" name="Google Shape;163;p20"/>
          <p:cNvSpPr txBox="1">
            <a:spLocks noGrp="1"/>
          </p:cNvSpPr>
          <p:nvPr>
            <p:ph type="subTitle" idx="3"/>
          </p:nvPr>
        </p:nvSpPr>
        <p:spPr>
          <a:xfrm>
            <a:off x="6023375" y="2985117"/>
            <a:ext cx="2163900" cy="1563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4" name="Google Shape;164;p20"/>
          <p:cNvSpPr txBox="1">
            <a:spLocks noGrp="1"/>
          </p:cNvSpPr>
          <p:nvPr>
            <p:ph type="subTitle" idx="4"/>
          </p:nvPr>
        </p:nvSpPr>
        <p:spPr>
          <a:xfrm>
            <a:off x="956725" y="2500400"/>
            <a:ext cx="2163900" cy="461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800"/>
              <a:buFont typeface="Inter"/>
              <a:buNone/>
              <a:defRPr sz="1800">
                <a:solidFill>
                  <a:schemeClr val="accent2"/>
                </a:solidFill>
                <a:latin typeface="Inter"/>
                <a:ea typeface="Inter"/>
                <a:cs typeface="Inter"/>
                <a:sym typeface="Inter"/>
              </a:defRPr>
            </a:lvl1pPr>
            <a:lvl2pPr lvl="1" algn="ctr" rtl="0">
              <a:lnSpc>
                <a:spcPct val="100000"/>
              </a:lnSpc>
              <a:spcBef>
                <a:spcPts val="0"/>
              </a:spcBef>
              <a:spcAft>
                <a:spcPts val="0"/>
              </a:spcAft>
              <a:buSzPts val="1800"/>
              <a:buFont typeface="Inter"/>
              <a:buNone/>
              <a:defRPr sz="1800">
                <a:latin typeface="Inter"/>
                <a:ea typeface="Inter"/>
                <a:cs typeface="Inter"/>
                <a:sym typeface="Inter"/>
              </a:defRPr>
            </a:lvl2pPr>
            <a:lvl3pPr lvl="2" algn="ctr" rtl="0">
              <a:lnSpc>
                <a:spcPct val="100000"/>
              </a:lnSpc>
              <a:spcBef>
                <a:spcPts val="0"/>
              </a:spcBef>
              <a:spcAft>
                <a:spcPts val="0"/>
              </a:spcAft>
              <a:buSzPts val="1800"/>
              <a:buFont typeface="Inter"/>
              <a:buNone/>
              <a:defRPr sz="1800">
                <a:latin typeface="Inter"/>
                <a:ea typeface="Inter"/>
                <a:cs typeface="Inter"/>
                <a:sym typeface="Inter"/>
              </a:defRPr>
            </a:lvl3pPr>
            <a:lvl4pPr lvl="3" algn="ctr" rtl="0">
              <a:lnSpc>
                <a:spcPct val="100000"/>
              </a:lnSpc>
              <a:spcBef>
                <a:spcPts val="0"/>
              </a:spcBef>
              <a:spcAft>
                <a:spcPts val="0"/>
              </a:spcAft>
              <a:buSzPts val="1800"/>
              <a:buFont typeface="Inter"/>
              <a:buNone/>
              <a:defRPr sz="1800">
                <a:latin typeface="Inter"/>
                <a:ea typeface="Inter"/>
                <a:cs typeface="Inter"/>
                <a:sym typeface="Inter"/>
              </a:defRPr>
            </a:lvl4pPr>
            <a:lvl5pPr lvl="4" algn="ctr" rtl="0">
              <a:lnSpc>
                <a:spcPct val="100000"/>
              </a:lnSpc>
              <a:spcBef>
                <a:spcPts val="0"/>
              </a:spcBef>
              <a:spcAft>
                <a:spcPts val="0"/>
              </a:spcAft>
              <a:buSzPts val="1800"/>
              <a:buFont typeface="Inter"/>
              <a:buNone/>
              <a:defRPr sz="1800">
                <a:latin typeface="Inter"/>
                <a:ea typeface="Inter"/>
                <a:cs typeface="Inter"/>
                <a:sym typeface="Inter"/>
              </a:defRPr>
            </a:lvl5pPr>
            <a:lvl6pPr lvl="5" algn="ctr" rtl="0">
              <a:lnSpc>
                <a:spcPct val="100000"/>
              </a:lnSpc>
              <a:spcBef>
                <a:spcPts val="0"/>
              </a:spcBef>
              <a:spcAft>
                <a:spcPts val="0"/>
              </a:spcAft>
              <a:buSzPts val="1800"/>
              <a:buFont typeface="Inter"/>
              <a:buNone/>
              <a:defRPr sz="1800">
                <a:latin typeface="Inter"/>
                <a:ea typeface="Inter"/>
                <a:cs typeface="Inter"/>
                <a:sym typeface="Inter"/>
              </a:defRPr>
            </a:lvl6pPr>
            <a:lvl7pPr lvl="6" algn="ctr" rtl="0">
              <a:lnSpc>
                <a:spcPct val="100000"/>
              </a:lnSpc>
              <a:spcBef>
                <a:spcPts val="0"/>
              </a:spcBef>
              <a:spcAft>
                <a:spcPts val="0"/>
              </a:spcAft>
              <a:buSzPts val="1800"/>
              <a:buFont typeface="Inter"/>
              <a:buNone/>
              <a:defRPr sz="1800">
                <a:latin typeface="Inter"/>
                <a:ea typeface="Inter"/>
                <a:cs typeface="Inter"/>
                <a:sym typeface="Inter"/>
              </a:defRPr>
            </a:lvl7pPr>
            <a:lvl8pPr lvl="7" algn="ctr" rtl="0">
              <a:lnSpc>
                <a:spcPct val="100000"/>
              </a:lnSpc>
              <a:spcBef>
                <a:spcPts val="0"/>
              </a:spcBef>
              <a:spcAft>
                <a:spcPts val="0"/>
              </a:spcAft>
              <a:buSzPts val="1800"/>
              <a:buFont typeface="Inter"/>
              <a:buNone/>
              <a:defRPr sz="1800">
                <a:latin typeface="Inter"/>
                <a:ea typeface="Inter"/>
                <a:cs typeface="Inter"/>
                <a:sym typeface="Inter"/>
              </a:defRPr>
            </a:lvl8pPr>
            <a:lvl9pPr lvl="8" algn="ctr" rtl="0">
              <a:lnSpc>
                <a:spcPct val="100000"/>
              </a:lnSpc>
              <a:spcBef>
                <a:spcPts val="0"/>
              </a:spcBef>
              <a:spcAft>
                <a:spcPts val="0"/>
              </a:spcAft>
              <a:buSzPts val="1800"/>
              <a:buFont typeface="Inter"/>
              <a:buNone/>
              <a:defRPr sz="1800">
                <a:latin typeface="Inter"/>
                <a:ea typeface="Inter"/>
                <a:cs typeface="Inter"/>
                <a:sym typeface="Inter"/>
              </a:defRPr>
            </a:lvl9pPr>
          </a:lstStyle>
          <a:p>
            <a:endParaRPr/>
          </a:p>
        </p:txBody>
      </p:sp>
      <p:sp>
        <p:nvSpPr>
          <p:cNvPr id="165" name="Google Shape;165;p20"/>
          <p:cNvSpPr txBox="1">
            <a:spLocks noGrp="1"/>
          </p:cNvSpPr>
          <p:nvPr>
            <p:ph type="subTitle" idx="5"/>
          </p:nvPr>
        </p:nvSpPr>
        <p:spPr>
          <a:xfrm>
            <a:off x="3490050" y="2500400"/>
            <a:ext cx="21639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800"/>
              <a:buFont typeface="Inter"/>
              <a:buNone/>
              <a:defRPr sz="1800">
                <a:solidFill>
                  <a:schemeClr val="accent2"/>
                </a:solidFill>
                <a:latin typeface="Inter"/>
                <a:ea typeface="Inter"/>
                <a:cs typeface="Inter"/>
                <a:sym typeface="Inter"/>
              </a:defRPr>
            </a:lvl1pPr>
            <a:lvl2pPr lvl="1" algn="ctr" rtl="0">
              <a:lnSpc>
                <a:spcPct val="100000"/>
              </a:lnSpc>
              <a:spcBef>
                <a:spcPts val="0"/>
              </a:spcBef>
              <a:spcAft>
                <a:spcPts val="0"/>
              </a:spcAft>
              <a:buSzPts val="1800"/>
              <a:buFont typeface="Inter"/>
              <a:buNone/>
              <a:defRPr sz="1800">
                <a:latin typeface="Inter"/>
                <a:ea typeface="Inter"/>
                <a:cs typeface="Inter"/>
                <a:sym typeface="Inter"/>
              </a:defRPr>
            </a:lvl2pPr>
            <a:lvl3pPr lvl="2" algn="ctr" rtl="0">
              <a:lnSpc>
                <a:spcPct val="100000"/>
              </a:lnSpc>
              <a:spcBef>
                <a:spcPts val="0"/>
              </a:spcBef>
              <a:spcAft>
                <a:spcPts val="0"/>
              </a:spcAft>
              <a:buSzPts val="1800"/>
              <a:buFont typeface="Inter"/>
              <a:buNone/>
              <a:defRPr sz="1800">
                <a:latin typeface="Inter"/>
                <a:ea typeface="Inter"/>
                <a:cs typeface="Inter"/>
                <a:sym typeface="Inter"/>
              </a:defRPr>
            </a:lvl3pPr>
            <a:lvl4pPr lvl="3" algn="ctr" rtl="0">
              <a:lnSpc>
                <a:spcPct val="100000"/>
              </a:lnSpc>
              <a:spcBef>
                <a:spcPts val="0"/>
              </a:spcBef>
              <a:spcAft>
                <a:spcPts val="0"/>
              </a:spcAft>
              <a:buSzPts val="1800"/>
              <a:buFont typeface="Inter"/>
              <a:buNone/>
              <a:defRPr sz="1800">
                <a:latin typeface="Inter"/>
                <a:ea typeface="Inter"/>
                <a:cs typeface="Inter"/>
                <a:sym typeface="Inter"/>
              </a:defRPr>
            </a:lvl4pPr>
            <a:lvl5pPr lvl="4" algn="ctr" rtl="0">
              <a:lnSpc>
                <a:spcPct val="100000"/>
              </a:lnSpc>
              <a:spcBef>
                <a:spcPts val="0"/>
              </a:spcBef>
              <a:spcAft>
                <a:spcPts val="0"/>
              </a:spcAft>
              <a:buSzPts val="1800"/>
              <a:buFont typeface="Inter"/>
              <a:buNone/>
              <a:defRPr sz="1800">
                <a:latin typeface="Inter"/>
                <a:ea typeface="Inter"/>
                <a:cs typeface="Inter"/>
                <a:sym typeface="Inter"/>
              </a:defRPr>
            </a:lvl5pPr>
            <a:lvl6pPr lvl="5" algn="ctr" rtl="0">
              <a:lnSpc>
                <a:spcPct val="100000"/>
              </a:lnSpc>
              <a:spcBef>
                <a:spcPts val="0"/>
              </a:spcBef>
              <a:spcAft>
                <a:spcPts val="0"/>
              </a:spcAft>
              <a:buSzPts val="1800"/>
              <a:buFont typeface="Inter"/>
              <a:buNone/>
              <a:defRPr sz="1800">
                <a:latin typeface="Inter"/>
                <a:ea typeface="Inter"/>
                <a:cs typeface="Inter"/>
                <a:sym typeface="Inter"/>
              </a:defRPr>
            </a:lvl6pPr>
            <a:lvl7pPr lvl="6" algn="ctr" rtl="0">
              <a:lnSpc>
                <a:spcPct val="100000"/>
              </a:lnSpc>
              <a:spcBef>
                <a:spcPts val="0"/>
              </a:spcBef>
              <a:spcAft>
                <a:spcPts val="0"/>
              </a:spcAft>
              <a:buSzPts val="1800"/>
              <a:buFont typeface="Inter"/>
              <a:buNone/>
              <a:defRPr sz="1800">
                <a:latin typeface="Inter"/>
                <a:ea typeface="Inter"/>
                <a:cs typeface="Inter"/>
                <a:sym typeface="Inter"/>
              </a:defRPr>
            </a:lvl7pPr>
            <a:lvl8pPr lvl="7" algn="ctr" rtl="0">
              <a:lnSpc>
                <a:spcPct val="100000"/>
              </a:lnSpc>
              <a:spcBef>
                <a:spcPts val="0"/>
              </a:spcBef>
              <a:spcAft>
                <a:spcPts val="0"/>
              </a:spcAft>
              <a:buSzPts val="1800"/>
              <a:buFont typeface="Inter"/>
              <a:buNone/>
              <a:defRPr sz="1800">
                <a:latin typeface="Inter"/>
                <a:ea typeface="Inter"/>
                <a:cs typeface="Inter"/>
                <a:sym typeface="Inter"/>
              </a:defRPr>
            </a:lvl8pPr>
            <a:lvl9pPr lvl="8" algn="ctr" rtl="0">
              <a:lnSpc>
                <a:spcPct val="100000"/>
              </a:lnSpc>
              <a:spcBef>
                <a:spcPts val="0"/>
              </a:spcBef>
              <a:spcAft>
                <a:spcPts val="0"/>
              </a:spcAft>
              <a:buSzPts val="1800"/>
              <a:buFont typeface="Inter"/>
              <a:buNone/>
              <a:defRPr sz="1800">
                <a:latin typeface="Inter"/>
                <a:ea typeface="Inter"/>
                <a:cs typeface="Inter"/>
                <a:sym typeface="Inter"/>
              </a:defRPr>
            </a:lvl9pPr>
          </a:lstStyle>
          <a:p>
            <a:endParaRPr/>
          </a:p>
        </p:txBody>
      </p:sp>
      <p:sp>
        <p:nvSpPr>
          <p:cNvPr id="166" name="Google Shape;166;p20"/>
          <p:cNvSpPr txBox="1">
            <a:spLocks noGrp="1"/>
          </p:cNvSpPr>
          <p:nvPr>
            <p:ph type="subTitle" idx="6"/>
          </p:nvPr>
        </p:nvSpPr>
        <p:spPr>
          <a:xfrm>
            <a:off x="6023375" y="2500400"/>
            <a:ext cx="21639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800"/>
              <a:buFont typeface="Inter"/>
              <a:buNone/>
              <a:defRPr sz="1800">
                <a:solidFill>
                  <a:schemeClr val="accent2"/>
                </a:solidFill>
                <a:latin typeface="Inter"/>
                <a:ea typeface="Inter"/>
                <a:cs typeface="Inter"/>
                <a:sym typeface="Inter"/>
              </a:defRPr>
            </a:lvl1pPr>
            <a:lvl2pPr lvl="1" algn="ctr" rtl="0">
              <a:lnSpc>
                <a:spcPct val="100000"/>
              </a:lnSpc>
              <a:spcBef>
                <a:spcPts val="0"/>
              </a:spcBef>
              <a:spcAft>
                <a:spcPts val="0"/>
              </a:spcAft>
              <a:buSzPts val="1800"/>
              <a:buFont typeface="Inter"/>
              <a:buNone/>
              <a:defRPr sz="1800">
                <a:latin typeface="Inter"/>
                <a:ea typeface="Inter"/>
                <a:cs typeface="Inter"/>
                <a:sym typeface="Inter"/>
              </a:defRPr>
            </a:lvl2pPr>
            <a:lvl3pPr lvl="2" algn="ctr" rtl="0">
              <a:lnSpc>
                <a:spcPct val="100000"/>
              </a:lnSpc>
              <a:spcBef>
                <a:spcPts val="0"/>
              </a:spcBef>
              <a:spcAft>
                <a:spcPts val="0"/>
              </a:spcAft>
              <a:buSzPts val="1800"/>
              <a:buFont typeface="Inter"/>
              <a:buNone/>
              <a:defRPr sz="1800">
                <a:latin typeface="Inter"/>
                <a:ea typeface="Inter"/>
                <a:cs typeface="Inter"/>
                <a:sym typeface="Inter"/>
              </a:defRPr>
            </a:lvl3pPr>
            <a:lvl4pPr lvl="3" algn="ctr" rtl="0">
              <a:lnSpc>
                <a:spcPct val="100000"/>
              </a:lnSpc>
              <a:spcBef>
                <a:spcPts val="0"/>
              </a:spcBef>
              <a:spcAft>
                <a:spcPts val="0"/>
              </a:spcAft>
              <a:buSzPts val="1800"/>
              <a:buFont typeface="Inter"/>
              <a:buNone/>
              <a:defRPr sz="1800">
                <a:latin typeface="Inter"/>
                <a:ea typeface="Inter"/>
                <a:cs typeface="Inter"/>
                <a:sym typeface="Inter"/>
              </a:defRPr>
            </a:lvl4pPr>
            <a:lvl5pPr lvl="4" algn="ctr" rtl="0">
              <a:lnSpc>
                <a:spcPct val="100000"/>
              </a:lnSpc>
              <a:spcBef>
                <a:spcPts val="0"/>
              </a:spcBef>
              <a:spcAft>
                <a:spcPts val="0"/>
              </a:spcAft>
              <a:buSzPts val="1800"/>
              <a:buFont typeface="Inter"/>
              <a:buNone/>
              <a:defRPr sz="1800">
                <a:latin typeface="Inter"/>
                <a:ea typeface="Inter"/>
                <a:cs typeface="Inter"/>
                <a:sym typeface="Inter"/>
              </a:defRPr>
            </a:lvl5pPr>
            <a:lvl6pPr lvl="5" algn="ctr" rtl="0">
              <a:lnSpc>
                <a:spcPct val="100000"/>
              </a:lnSpc>
              <a:spcBef>
                <a:spcPts val="0"/>
              </a:spcBef>
              <a:spcAft>
                <a:spcPts val="0"/>
              </a:spcAft>
              <a:buSzPts val="1800"/>
              <a:buFont typeface="Inter"/>
              <a:buNone/>
              <a:defRPr sz="1800">
                <a:latin typeface="Inter"/>
                <a:ea typeface="Inter"/>
                <a:cs typeface="Inter"/>
                <a:sym typeface="Inter"/>
              </a:defRPr>
            </a:lvl6pPr>
            <a:lvl7pPr lvl="6" algn="ctr" rtl="0">
              <a:lnSpc>
                <a:spcPct val="100000"/>
              </a:lnSpc>
              <a:spcBef>
                <a:spcPts val="0"/>
              </a:spcBef>
              <a:spcAft>
                <a:spcPts val="0"/>
              </a:spcAft>
              <a:buSzPts val="1800"/>
              <a:buFont typeface="Inter"/>
              <a:buNone/>
              <a:defRPr sz="1800">
                <a:latin typeface="Inter"/>
                <a:ea typeface="Inter"/>
                <a:cs typeface="Inter"/>
                <a:sym typeface="Inter"/>
              </a:defRPr>
            </a:lvl7pPr>
            <a:lvl8pPr lvl="7" algn="ctr" rtl="0">
              <a:lnSpc>
                <a:spcPct val="100000"/>
              </a:lnSpc>
              <a:spcBef>
                <a:spcPts val="0"/>
              </a:spcBef>
              <a:spcAft>
                <a:spcPts val="0"/>
              </a:spcAft>
              <a:buSzPts val="1800"/>
              <a:buFont typeface="Inter"/>
              <a:buNone/>
              <a:defRPr sz="1800">
                <a:latin typeface="Inter"/>
                <a:ea typeface="Inter"/>
                <a:cs typeface="Inter"/>
                <a:sym typeface="Inter"/>
              </a:defRPr>
            </a:lvl8pPr>
            <a:lvl9pPr lvl="8" algn="ctr" rtl="0">
              <a:lnSpc>
                <a:spcPct val="100000"/>
              </a:lnSpc>
              <a:spcBef>
                <a:spcPts val="0"/>
              </a:spcBef>
              <a:spcAft>
                <a:spcPts val="0"/>
              </a:spcAft>
              <a:buSzPts val="1800"/>
              <a:buFont typeface="Inter"/>
              <a:buNone/>
              <a:defRPr sz="1800">
                <a:latin typeface="Inter"/>
                <a:ea typeface="Inter"/>
                <a:cs typeface="Inter"/>
                <a:sym typeface="Inter"/>
              </a:defRPr>
            </a:lvl9pPr>
          </a:lstStyle>
          <a:p>
            <a:endParaRPr/>
          </a:p>
        </p:txBody>
      </p:sp>
      <p:grpSp>
        <p:nvGrpSpPr>
          <p:cNvPr id="167" name="Google Shape;167;p20"/>
          <p:cNvGrpSpPr/>
          <p:nvPr/>
        </p:nvGrpSpPr>
        <p:grpSpPr>
          <a:xfrm>
            <a:off x="190525" y="179350"/>
            <a:ext cx="8762950" cy="4784800"/>
            <a:chOff x="190525" y="179350"/>
            <a:chExt cx="8762950" cy="4784800"/>
          </a:xfrm>
        </p:grpSpPr>
        <p:sp>
          <p:nvSpPr>
            <p:cNvPr id="168" name="Google Shape;168;p20"/>
            <p:cNvSpPr/>
            <p:nvPr/>
          </p:nvSpPr>
          <p:spPr>
            <a:xfrm>
              <a:off x="190525" y="1793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169" name="Google Shape;169;p20"/>
            <p:cNvSpPr/>
            <p:nvPr/>
          </p:nvSpPr>
          <p:spPr>
            <a:xfrm>
              <a:off x="7073575" y="47370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170" name="Google Shape;170;p20"/>
            <p:cNvSpPr/>
            <p:nvPr/>
          </p:nvSpPr>
          <p:spPr>
            <a:xfrm>
              <a:off x="7452800" y="47370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171" name="Google Shape;171;p20"/>
            <p:cNvSpPr/>
            <p:nvPr/>
          </p:nvSpPr>
          <p:spPr>
            <a:xfrm>
              <a:off x="8726375" y="47370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grpSp>
        <p:nvGrpSpPr>
          <p:cNvPr id="172" name="Google Shape;172;p20"/>
          <p:cNvGrpSpPr/>
          <p:nvPr/>
        </p:nvGrpSpPr>
        <p:grpSpPr>
          <a:xfrm>
            <a:off x="-3037400" y="-1718489"/>
            <a:ext cx="14769488" cy="8858914"/>
            <a:chOff x="-3037400" y="-1718489"/>
            <a:chExt cx="14769488" cy="8858914"/>
          </a:xfrm>
        </p:grpSpPr>
        <p:pic>
          <p:nvPicPr>
            <p:cNvPr id="173" name="Google Shape;173;p20"/>
            <p:cNvPicPr preferRelativeResize="0"/>
            <p:nvPr/>
          </p:nvPicPr>
          <p:blipFill>
            <a:blip r:embed="rId2">
              <a:alphaModFix/>
            </a:blip>
            <a:stretch>
              <a:fillRect/>
            </a:stretch>
          </p:blipFill>
          <p:spPr>
            <a:xfrm>
              <a:off x="-3037400" y="3344800"/>
              <a:ext cx="5132926" cy="3795625"/>
            </a:xfrm>
            <a:prstGeom prst="rect">
              <a:avLst/>
            </a:prstGeom>
            <a:noFill/>
            <a:ln>
              <a:noFill/>
            </a:ln>
          </p:spPr>
        </p:pic>
        <p:pic>
          <p:nvPicPr>
            <p:cNvPr id="174" name="Google Shape;174;p20"/>
            <p:cNvPicPr preferRelativeResize="0"/>
            <p:nvPr/>
          </p:nvPicPr>
          <p:blipFill>
            <a:blip r:embed="rId2">
              <a:alphaModFix/>
            </a:blip>
            <a:stretch>
              <a:fillRect/>
            </a:stretch>
          </p:blipFill>
          <p:spPr>
            <a:xfrm rot="694100">
              <a:off x="7625150" y="-1360450"/>
              <a:ext cx="3859948" cy="2854301"/>
            </a:xfrm>
            <a:prstGeom prst="rect">
              <a:avLst/>
            </a:prstGeom>
            <a:noFill/>
            <a:ln>
              <a:noFill/>
            </a:ln>
          </p:spPr>
        </p:pic>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75"/>
        <p:cNvGrpSpPr/>
        <p:nvPr/>
      </p:nvGrpSpPr>
      <p:grpSpPr>
        <a:xfrm>
          <a:off x="0" y="0"/>
          <a:ext cx="0" cy="0"/>
          <a:chOff x="0" y="0"/>
          <a:chExt cx="0" cy="0"/>
        </a:xfrm>
      </p:grpSpPr>
      <p:grpSp>
        <p:nvGrpSpPr>
          <p:cNvPr id="176" name="Google Shape;176;p21"/>
          <p:cNvGrpSpPr/>
          <p:nvPr/>
        </p:nvGrpSpPr>
        <p:grpSpPr>
          <a:xfrm>
            <a:off x="-1981200" y="-1251175"/>
            <a:ext cx="13727485" cy="10013074"/>
            <a:chOff x="-1981200" y="-1251175"/>
            <a:chExt cx="13727485" cy="10013074"/>
          </a:xfrm>
        </p:grpSpPr>
        <p:pic>
          <p:nvPicPr>
            <p:cNvPr id="177" name="Google Shape;177;p21"/>
            <p:cNvPicPr preferRelativeResize="0"/>
            <p:nvPr/>
          </p:nvPicPr>
          <p:blipFill>
            <a:blip r:embed="rId2">
              <a:alphaModFix/>
            </a:blip>
            <a:stretch>
              <a:fillRect/>
            </a:stretch>
          </p:blipFill>
          <p:spPr>
            <a:xfrm rot="8489510" flipH="1">
              <a:off x="5337025" y="4274525"/>
              <a:ext cx="6187501" cy="2873600"/>
            </a:xfrm>
            <a:prstGeom prst="rect">
              <a:avLst/>
            </a:prstGeom>
            <a:noFill/>
            <a:ln>
              <a:noFill/>
            </a:ln>
          </p:spPr>
        </p:pic>
        <p:pic>
          <p:nvPicPr>
            <p:cNvPr id="178" name="Google Shape;178;p21"/>
            <p:cNvPicPr preferRelativeResize="0"/>
            <p:nvPr/>
          </p:nvPicPr>
          <p:blipFill>
            <a:blip r:embed="rId3">
              <a:alphaModFix/>
            </a:blip>
            <a:stretch>
              <a:fillRect/>
            </a:stretch>
          </p:blipFill>
          <p:spPr>
            <a:xfrm rot="10800000" flipH="1">
              <a:off x="-1981200" y="-1251175"/>
              <a:ext cx="4248050" cy="3040901"/>
            </a:xfrm>
            <a:prstGeom prst="rect">
              <a:avLst/>
            </a:prstGeom>
            <a:noFill/>
            <a:ln>
              <a:noFill/>
            </a:ln>
          </p:spPr>
        </p:pic>
      </p:grpSp>
      <p:sp>
        <p:nvSpPr>
          <p:cNvPr id="179" name="Google Shape;179;p21"/>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80" name="Google Shape;180;p21"/>
          <p:cNvSpPr txBox="1">
            <a:spLocks noGrp="1"/>
          </p:cNvSpPr>
          <p:nvPr>
            <p:ph type="subTitle" idx="1"/>
          </p:nvPr>
        </p:nvSpPr>
        <p:spPr>
          <a:xfrm>
            <a:off x="793574" y="1820300"/>
            <a:ext cx="2811000" cy="110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1" name="Google Shape;181;p21"/>
          <p:cNvSpPr txBox="1">
            <a:spLocks noGrp="1"/>
          </p:cNvSpPr>
          <p:nvPr>
            <p:ph type="subTitle" idx="2"/>
          </p:nvPr>
        </p:nvSpPr>
        <p:spPr>
          <a:xfrm>
            <a:off x="4620126" y="1820300"/>
            <a:ext cx="2811000" cy="110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2" name="Google Shape;182;p21"/>
          <p:cNvSpPr txBox="1">
            <a:spLocks noGrp="1"/>
          </p:cNvSpPr>
          <p:nvPr>
            <p:ph type="subTitle" idx="3"/>
          </p:nvPr>
        </p:nvSpPr>
        <p:spPr>
          <a:xfrm>
            <a:off x="793574" y="3524129"/>
            <a:ext cx="2811000" cy="1108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3" name="Google Shape;183;p21"/>
          <p:cNvSpPr txBox="1">
            <a:spLocks noGrp="1"/>
          </p:cNvSpPr>
          <p:nvPr>
            <p:ph type="subTitle" idx="4"/>
          </p:nvPr>
        </p:nvSpPr>
        <p:spPr>
          <a:xfrm>
            <a:off x="4620126" y="3524129"/>
            <a:ext cx="2811000" cy="1108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4" name="Google Shape;184;p21"/>
          <p:cNvSpPr txBox="1">
            <a:spLocks noGrp="1"/>
          </p:cNvSpPr>
          <p:nvPr>
            <p:ph type="subTitle" idx="5"/>
          </p:nvPr>
        </p:nvSpPr>
        <p:spPr>
          <a:xfrm>
            <a:off x="793575" y="1345790"/>
            <a:ext cx="2811000" cy="461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800"/>
              <a:buFont typeface="Inter"/>
              <a:buNone/>
              <a:defRPr sz="1800">
                <a:solidFill>
                  <a:schemeClr val="accent2"/>
                </a:solidFill>
                <a:latin typeface="Inter"/>
                <a:ea typeface="Inter"/>
                <a:cs typeface="Inter"/>
                <a:sym typeface="Inter"/>
              </a:defRPr>
            </a:lvl1pPr>
            <a:lvl2pPr lvl="1" algn="ctr" rtl="0">
              <a:lnSpc>
                <a:spcPct val="100000"/>
              </a:lnSpc>
              <a:spcBef>
                <a:spcPts val="0"/>
              </a:spcBef>
              <a:spcAft>
                <a:spcPts val="0"/>
              </a:spcAft>
              <a:buSzPts val="1800"/>
              <a:buFont typeface="Inter"/>
              <a:buNone/>
              <a:defRPr sz="1800">
                <a:latin typeface="Inter"/>
                <a:ea typeface="Inter"/>
                <a:cs typeface="Inter"/>
                <a:sym typeface="Inter"/>
              </a:defRPr>
            </a:lvl2pPr>
            <a:lvl3pPr lvl="2" algn="ctr" rtl="0">
              <a:lnSpc>
                <a:spcPct val="100000"/>
              </a:lnSpc>
              <a:spcBef>
                <a:spcPts val="0"/>
              </a:spcBef>
              <a:spcAft>
                <a:spcPts val="0"/>
              </a:spcAft>
              <a:buSzPts val="1800"/>
              <a:buFont typeface="Inter"/>
              <a:buNone/>
              <a:defRPr sz="1800">
                <a:latin typeface="Inter"/>
                <a:ea typeface="Inter"/>
                <a:cs typeface="Inter"/>
                <a:sym typeface="Inter"/>
              </a:defRPr>
            </a:lvl3pPr>
            <a:lvl4pPr lvl="3" algn="ctr" rtl="0">
              <a:lnSpc>
                <a:spcPct val="100000"/>
              </a:lnSpc>
              <a:spcBef>
                <a:spcPts val="0"/>
              </a:spcBef>
              <a:spcAft>
                <a:spcPts val="0"/>
              </a:spcAft>
              <a:buSzPts val="1800"/>
              <a:buFont typeface="Inter"/>
              <a:buNone/>
              <a:defRPr sz="1800">
                <a:latin typeface="Inter"/>
                <a:ea typeface="Inter"/>
                <a:cs typeface="Inter"/>
                <a:sym typeface="Inter"/>
              </a:defRPr>
            </a:lvl4pPr>
            <a:lvl5pPr lvl="4" algn="ctr" rtl="0">
              <a:lnSpc>
                <a:spcPct val="100000"/>
              </a:lnSpc>
              <a:spcBef>
                <a:spcPts val="0"/>
              </a:spcBef>
              <a:spcAft>
                <a:spcPts val="0"/>
              </a:spcAft>
              <a:buSzPts val="1800"/>
              <a:buFont typeface="Inter"/>
              <a:buNone/>
              <a:defRPr sz="1800">
                <a:latin typeface="Inter"/>
                <a:ea typeface="Inter"/>
                <a:cs typeface="Inter"/>
                <a:sym typeface="Inter"/>
              </a:defRPr>
            </a:lvl5pPr>
            <a:lvl6pPr lvl="5" algn="ctr" rtl="0">
              <a:lnSpc>
                <a:spcPct val="100000"/>
              </a:lnSpc>
              <a:spcBef>
                <a:spcPts val="0"/>
              </a:spcBef>
              <a:spcAft>
                <a:spcPts val="0"/>
              </a:spcAft>
              <a:buSzPts val="1800"/>
              <a:buFont typeface="Inter"/>
              <a:buNone/>
              <a:defRPr sz="1800">
                <a:latin typeface="Inter"/>
                <a:ea typeface="Inter"/>
                <a:cs typeface="Inter"/>
                <a:sym typeface="Inter"/>
              </a:defRPr>
            </a:lvl6pPr>
            <a:lvl7pPr lvl="6" algn="ctr" rtl="0">
              <a:lnSpc>
                <a:spcPct val="100000"/>
              </a:lnSpc>
              <a:spcBef>
                <a:spcPts val="0"/>
              </a:spcBef>
              <a:spcAft>
                <a:spcPts val="0"/>
              </a:spcAft>
              <a:buSzPts val="1800"/>
              <a:buFont typeface="Inter"/>
              <a:buNone/>
              <a:defRPr sz="1800">
                <a:latin typeface="Inter"/>
                <a:ea typeface="Inter"/>
                <a:cs typeface="Inter"/>
                <a:sym typeface="Inter"/>
              </a:defRPr>
            </a:lvl7pPr>
            <a:lvl8pPr lvl="7" algn="ctr" rtl="0">
              <a:lnSpc>
                <a:spcPct val="100000"/>
              </a:lnSpc>
              <a:spcBef>
                <a:spcPts val="0"/>
              </a:spcBef>
              <a:spcAft>
                <a:spcPts val="0"/>
              </a:spcAft>
              <a:buSzPts val="1800"/>
              <a:buFont typeface="Inter"/>
              <a:buNone/>
              <a:defRPr sz="1800">
                <a:latin typeface="Inter"/>
                <a:ea typeface="Inter"/>
                <a:cs typeface="Inter"/>
                <a:sym typeface="Inter"/>
              </a:defRPr>
            </a:lvl8pPr>
            <a:lvl9pPr lvl="8" algn="ctr" rtl="0">
              <a:lnSpc>
                <a:spcPct val="100000"/>
              </a:lnSpc>
              <a:spcBef>
                <a:spcPts val="0"/>
              </a:spcBef>
              <a:spcAft>
                <a:spcPts val="0"/>
              </a:spcAft>
              <a:buSzPts val="1800"/>
              <a:buFont typeface="Inter"/>
              <a:buNone/>
              <a:defRPr sz="1800">
                <a:latin typeface="Inter"/>
                <a:ea typeface="Inter"/>
                <a:cs typeface="Inter"/>
                <a:sym typeface="Inter"/>
              </a:defRPr>
            </a:lvl9pPr>
          </a:lstStyle>
          <a:p>
            <a:endParaRPr/>
          </a:p>
        </p:txBody>
      </p:sp>
      <p:sp>
        <p:nvSpPr>
          <p:cNvPr id="185" name="Google Shape;185;p21"/>
          <p:cNvSpPr txBox="1">
            <a:spLocks noGrp="1"/>
          </p:cNvSpPr>
          <p:nvPr>
            <p:ph type="subTitle" idx="6"/>
          </p:nvPr>
        </p:nvSpPr>
        <p:spPr>
          <a:xfrm>
            <a:off x="793575" y="3046885"/>
            <a:ext cx="2811000" cy="461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800"/>
              <a:buFont typeface="Inter"/>
              <a:buNone/>
              <a:defRPr sz="1800">
                <a:solidFill>
                  <a:schemeClr val="accent2"/>
                </a:solidFill>
                <a:latin typeface="Inter"/>
                <a:ea typeface="Inter"/>
                <a:cs typeface="Inter"/>
                <a:sym typeface="Inter"/>
              </a:defRPr>
            </a:lvl1pPr>
            <a:lvl2pPr lvl="1" algn="ctr" rtl="0">
              <a:lnSpc>
                <a:spcPct val="100000"/>
              </a:lnSpc>
              <a:spcBef>
                <a:spcPts val="0"/>
              </a:spcBef>
              <a:spcAft>
                <a:spcPts val="0"/>
              </a:spcAft>
              <a:buSzPts val="1800"/>
              <a:buFont typeface="Inter"/>
              <a:buNone/>
              <a:defRPr sz="1800">
                <a:latin typeface="Inter"/>
                <a:ea typeface="Inter"/>
                <a:cs typeface="Inter"/>
                <a:sym typeface="Inter"/>
              </a:defRPr>
            </a:lvl2pPr>
            <a:lvl3pPr lvl="2" algn="ctr" rtl="0">
              <a:lnSpc>
                <a:spcPct val="100000"/>
              </a:lnSpc>
              <a:spcBef>
                <a:spcPts val="0"/>
              </a:spcBef>
              <a:spcAft>
                <a:spcPts val="0"/>
              </a:spcAft>
              <a:buSzPts val="1800"/>
              <a:buFont typeface="Inter"/>
              <a:buNone/>
              <a:defRPr sz="1800">
                <a:latin typeface="Inter"/>
                <a:ea typeface="Inter"/>
                <a:cs typeface="Inter"/>
                <a:sym typeface="Inter"/>
              </a:defRPr>
            </a:lvl3pPr>
            <a:lvl4pPr lvl="3" algn="ctr" rtl="0">
              <a:lnSpc>
                <a:spcPct val="100000"/>
              </a:lnSpc>
              <a:spcBef>
                <a:spcPts val="0"/>
              </a:spcBef>
              <a:spcAft>
                <a:spcPts val="0"/>
              </a:spcAft>
              <a:buSzPts val="1800"/>
              <a:buFont typeface="Inter"/>
              <a:buNone/>
              <a:defRPr sz="1800">
                <a:latin typeface="Inter"/>
                <a:ea typeface="Inter"/>
                <a:cs typeface="Inter"/>
                <a:sym typeface="Inter"/>
              </a:defRPr>
            </a:lvl4pPr>
            <a:lvl5pPr lvl="4" algn="ctr" rtl="0">
              <a:lnSpc>
                <a:spcPct val="100000"/>
              </a:lnSpc>
              <a:spcBef>
                <a:spcPts val="0"/>
              </a:spcBef>
              <a:spcAft>
                <a:spcPts val="0"/>
              </a:spcAft>
              <a:buSzPts val="1800"/>
              <a:buFont typeface="Inter"/>
              <a:buNone/>
              <a:defRPr sz="1800">
                <a:latin typeface="Inter"/>
                <a:ea typeface="Inter"/>
                <a:cs typeface="Inter"/>
                <a:sym typeface="Inter"/>
              </a:defRPr>
            </a:lvl5pPr>
            <a:lvl6pPr lvl="5" algn="ctr" rtl="0">
              <a:lnSpc>
                <a:spcPct val="100000"/>
              </a:lnSpc>
              <a:spcBef>
                <a:spcPts val="0"/>
              </a:spcBef>
              <a:spcAft>
                <a:spcPts val="0"/>
              </a:spcAft>
              <a:buSzPts val="1800"/>
              <a:buFont typeface="Inter"/>
              <a:buNone/>
              <a:defRPr sz="1800">
                <a:latin typeface="Inter"/>
                <a:ea typeface="Inter"/>
                <a:cs typeface="Inter"/>
                <a:sym typeface="Inter"/>
              </a:defRPr>
            </a:lvl6pPr>
            <a:lvl7pPr lvl="6" algn="ctr" rtl="0">
              <a:lnSpc>
                <a:spcPct val="100000"/>
              </a:lnSpc>
              <a:spcBef>
                <a:spcPts val="0"/>
              </a:spcBef>
              <a:spcAft>
                <a:spcPts val="0"/>
              </a:spcAft>
              <a:buSzPts val="1800"/>
              <a:buFont typeface="Inter"/>
              <a:buNone/>
              <a:defRPr sz="1800">
                <a:latin typeface="Inter"/>
                <a:ea typeface="Inter"/>
                <a:cs typeface="Inter"/>
                <a:sym typeface="Inter"/>
              </a:defRPr>
            </a:lvl7pPr>
            <a:lvl8pPr lvl="7" algn="ctr" rtl="0">
              <a:lnSpc>
                <a:spcPct val="100000"/>
              </a:lnSpc>
              <a:spcBef>
                <a:spcPts val="0"/>
              </a:spcBef>
              <a:spcAft>
                <a:spcPts val="0"/>
              </a:spcAft>
              <a:buSzPts val="1800"/>
              <a:buFont typeface="Inter"/>
              <a:buNone/>
              <a:defRPr sz="1800">
                <a:latin typeface="Inter"/>
                <a:ea typeface="Inter"/>
                <a:cs typeface="Inter"/>
                <a:sym typeface="Inter"/>
              </a:defRPr>
            </a:lvl8pPr>
            <a:lvl9pPr lvl="8" algn="ctr" rtl="0">
              <a:lnSpc>
                <a:spcPct val="100000"/>
              </a:lnSpc>
              <a:spcBef>
                <a:spcPts val="0"/>
              </a:spcBef>
              <a:spcAft>
                <a:spcPts val="0"/>
              </a:spcAft>
              <a:buSzPts val="1800"/>
              <a:buFont typeface="Inter"/>
              <a:buNone/>
              <a:defRPr sz="1800">
                <a:latin typeface="Inter"/>
                <a:ea typeface="Inter"/>
                <a:cs typeface="Inter"/>
                <a:sym typeface="Inter"/>
              </a:defRPr>
            </a:lvl9pPr>
          </a:lstStyle>
          <a:p>
            <a:endParaRPr/>
          </a:p>
        </p:txBody>
      </p:sp>
      <p:sp>
        <p:nvSpPr>
          <p:cNvPr id="186" name="Google Shape;186;p21"/>
          <p:cNvSpPr txBox="1">
            <a:spLocks noGrp="1"/>
          </p:cNvSpPr>
          <p:nvPr>
            <p:ph type="subTitle" idx="7"/>
          </p:nvPr>
        </p:nvSpPr>
        <p:spPr>
          <a:xfrm>
            <a:off x="4620100" y="1345790"/>
            <a:ext cx="2811000" cy="461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800"/>
              <a:buFont typeface="Inter"/>
              <a:buNone/>
              <a:defRPr sz="1800">
                <a:solidFill>
                  <a:schemeClr val="accent2"/>
                </a:solidFill>
                <a:latin typeface="Inter"/>
                <a:ea typeface="Inter"/>
                <a:cs typeface="Inter"/>
                <a:sym typeface="Inter"/>
              </a:defRPr>
            </a:lvl1pPr>
            <a:lvl2pPr lvl="1" algn="ctr" rtl="0">
              <a:lnSpc>
                <a:spcPct val="100000"/>
              </a:lnSpc>
              <a:spcBef>
                <a:spcPts val="0"/>
              </a:spcBef>
              <a:spcAft>
                <a:spcPts val="0"/>
              </a:spcAft>
              <a:buSzPts val="1800"/>
              <a:buFont typeface="Inter"/>
              <a:buNone/>
              <a:defRPr sz="1800">
                <a:latin typeface="Inter"/>
                <a:ea typeface="Inter"/>
                <a:cs typeface="Inter"/>
                <a:sym typeface="Inter"/>
              </a:defRPr>
            </a:lvl2pPr>
            <a:lvl3pPr lvl="2" algn="ctr" rtl="0">
              <a:lnSpc>
                <a:spcPct val="100000"/>
              </a:lnSpc>
              <a:spcBef>
                <a:spcPts val="0"/>
              </a:spcBef>
              <a:spcAft>
                <a:spcPts val="0"/>
              </a:spcAft>
              <a:buSzPts val="1800"/>
              <a:buFont typeface="Inter"/>
              <a:buNone/>
              <a:defRPr sz="1800">
                <a:latin typeface="Inter"/>
                <a:ea typeface="Inter"/>
                <a:cs typeface="Inter"/>
                <a:sym typeface="Inter"/>
              </a:defRPr>
            </a:lvl3pPr>
            <a:lvl4pPr lvl="3" algn="ctr" rtl="0">
              <a:lnSpc>
                <a:spcPct val="100000"/>
              </a:lnSpc>
              <a:spcBef>
                <a:spcPts val="0"/>
              </a:spcBef>
              <a:spcAft>
                <a:spcPts val="0"/>
              </a:spcAft>
              <a:buSzPts val="1800"/>
              <a:buFont typeface="Inter"/>
              <a:buNone/>
              <a:defRPr sz="1800">
                <a:latin typeface="Inter"/>
                <a:ea typeface="Inter"/>
                <a:cs typeface="Inter"/>
                <a:sym typeface="Inter"/>
              </a:defRPr>
            </a:lvl4pPr>
            <a:lvl5pPr lvl="4" algn="ctr" rtl="0">
              <a:lnSpc>
                <a:spcPct val="100000"/>
              </a:lnSpc>
              <a:spcBef>
                <a:spcPts val="0"/>
              </a:spcBef>
              <a:spcAft>
                <a:spcPts val="0"/>
              </a:spcAft>
              <a:buSzPts val="1800"/>
              <a:buFont typeface="Inter"/>
              <a:buNone/>
              <a:defRPr sz="1800">
                <a:latin typeface="Inter"/>
                <a:ea typeface="Inter"/>
                <a:cs typeface="Inter"/>
                <a:sym typeface="Inter"/>
              </a:defRPr>
            </a:lvl5pPr>
            <a:lvl6pPr lvl="5" algn="ctr" rtl="0">
              <a:lnSpc>
                <a:spcPct val="100000"/>
              </a:lnSpc>
              <a:spcBef>
                <a:spcPts val="0"/>
              </a:spcBef>
              <a:spcAft>
                <a:spcPts val="0"/>
              </a:spcAft>
              <a:buSzPts val="1800"/>
              <a:buFont typeface="Inter"/>
              <a:buNone/>
              <a:defRPr sz="1800">
                <a:latin typeface="Inter"/>
                <a:ea typeface="Inter"/>
                <a:cs typeface="Inter"/>
                <a:sym typeface="Inter"/>
              </a:defRPr>
            </a:lvl6pPr>
            <a:lvl7pPr lvl="6" algn="ctr" rtl="0">
              <a:lnSpc>
                <a:spcPct val="100000"/>
              </a:lnSpc>
              <a:spcBef>
                <a:spcPts val="0"/>
              </a:spcBef>
              <a:spcAft>
                <a:spcPts val="0"/>
              </a:spcAft>
              <a:buSzPts val="1800"/>
              <a:buFont typeface="Inter"/>
              <a:buNone/>
              <a:defRPr sz="1800">
                <a:latin typeface="Inter"/>
                <a:ea typeface="Inter"/>
                <a:cs typeface="Inter"/>
                <a:sym typeface="Inter"/>
              </a:defRPr>
            </a:lvl7pPr>
            <a:lvl8pPr lvl="7" algn="ctr" rtl="0">
              <a:lnSpc>
                <a:spcPct val="100000"/>
              </a:lnSpc>
              <a:spcBef>
                <a:spcPts val="0"/>
              </a:spcBef>
              <a:spcAft>
                <a:spcPts val="0"/>
              </a:spcAft>
              <a:buSzPts val="1800"/>
              <a:buFont typeface="Inter"/>
              <a:buNone/>
              <a:defRPr sz="1800">
                <a:latin typeface="Inter"/>
                <a:ea typeface="Inter"/>
                <a:cs typeface="Inter"/>
                <a:sym typeface="Inter"/>
              </a:defRPr>
            </a:lvl8pPr>
            <a:lvl9pPr lvl="8" algn="ctr" rtl="0">
              <a:lnSpc>
                <a:spcPct val="100000"/>
              </a:lnSpc>
              <a:spcBef>
                <a:spcPts val="0"/>
              </a:spcBef>
              <a:spcAft>
                <a:spcPts val="0"/>
              </a:spcAft>
              <a:buSzPts val="1800"/>
              <a:buFont typeface="Inter"/>
              <a:buNone/>
              <a:defRPr sz="1800">
                <a:latin typeface="Inter"/>
                <a:ea typeface="Inter"/>
                <a:cs typeface="Inter"/>
                <a:sym typeface="Inter"/>
              </a:defRPr>
            </a:lvl9pPr>
          </a:lstStyle>
          <a:p>
            <a:endParaRPr/>
          </a:p>
        </p:txBody>
      </p:sp>
      <p:sp>
        <p:nvSpPr>
          <p:cNvPr id="187" name="Google Shape;187;p21"/>
          <p:cNvSpPr txBox="1">
            <a:spLocks noGrp="1"/>
          </p:cNvSpPr>
          <p:nvPr>
            <p:ph type="subTitle" idx="8"/>
          </p:nvPr>
        </p:nvSpPr>
        <p:spPr>
          <a:xfrm>
            <a:off x="4620100" y="3046885"/>
            <a:ext cx="2811000" cy="461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800"/>
              <a:buFont typeface="Inter"/>
              <a:buNone/>
              <a:defRPr sz="1800">
                <a:solidFill>
                  <a:schemeClr val="accent2"/>
                </a:solidFill>
                <a:latin typeface="Inter"/>
                <a:ea typeface="Inter"/>
                <a:cs typeface="Inter"/>
                <a:sym typeface="Inter"/>
              </a:defRPr>
            </a:lvl1pPr>
            <a:lvl2pPr lvl="1" algn="ctr" rtl="0">
              <a:lnSpc>
                <a:spcPct val="100000"/>
              </a:lnSpc>
              <a:spcBef>
                <a:spcPts val="0"/>
              </a:spcBef>
              <a:spcAft>
                <a:spcPts val="0"/>
              </a:spcAft>
              <a:buSzPts val="1800"/>
              <a:buFont typeface="Inter"/>
              <a:buNone/>
              <a:defRPr sz="1800">
                <a:latin typeface="Inter"/>
                <a:ea typeface="Inter"/>
                <a:cs typeface="Inter"/>
                <a:sym typeface="Inter"/>
              </a:defRPr>
            </a:lvl2pPr>
            <a:lvl3pPr lvl="2" algn="ctr" rtl="0">
              <a:lnSpc>
                <a:spcPct val="100000"/>
              </a:lnSpc>
              <a:spcBef>
                <a:spcPts val="0"/>
              </a:spcBef>
              <a:spcAft>
                <a:spcPts val="0"/>
              </a:spcAft>
              <a:buSzPts val="1800"/>
              <a:buFont typeface="Inter"/>
              <a:buNone/>
              <a:defRPr sz="1800">
                <a:latin typeface="Inter"/>
                <a:ea typeface="Inter"/>
                <a:cs typeface="Inter"/>
                <a:sym typeface="Inter"/>
              </a:defRPr>
            </a:lvl3pPr>
            <a:lvl4pPr lvl="3" algn="ctr" rtl="0">
              <a:lnSpc>
                <a:spcPct val="100000"/>
              </a:lnSpc>
              <a:spcBef>
                <a:spcPts val="0"/>
              </a:spcBef>
              <a:spcAft>
                <a:spcPts val="0"/>
              </a:spcAft>
              <a:buSzPts val="1800"/>
              <a:buFont typeface="Inter"/>
              <a:buNone/>
              <a:defRPr sz="1800">
                <a:latin typeface="Inter"/>
                <a:ea typeface="Inter"/>
                <a:cs typeface="Inter"/>
                <a:sym typeface="Inter"/>
              </a:defRPr>
            </a:lvl4pPr>
            <a:lvl5pPr lvl="4" algn="ctr" rtl="0">
              <a:lnSpc>
                <a:spcPct val="100000"/>
              </a:lnSpc>
              <a:spcBef>
                <a:spcPts val="0"/>
              </a:spcBef>
              <a:spcAft>
                <a:spcPts val="0"/>
              </a:spcAft>
              <a:buSzPts val="1800"/>
              <a:buFont typeface="Inter"/>
              <a:buNone/>
              <a:defRPr sz="1800">
                <a:latin typeface="Inter"/>
                <a:ea typeface="Inter"/>
                <a:cs typeface="Inter"/>
                <a:sym typeface="Inter"/>
              </a:defRPr>
            </a:lvl5pPr>
            <a:lvl6pPr lvl="5" algn="ctr" rtl="0">
              <a:lnSpc>
                <a:spcPct val="100000"/>
              </a:lnSpc>
              <a:spcBef>
                <a:spcPts val="0"/>
              </a:spcBef>
              <a:spcAft>
                <a:spcPts val="0"/>
              </a:spcAft>
              <a:buSzPts val="1800"/>
              <a:buFont typeface="Inter"/>
              <a:buNone/>
              <a:defRPr sz="1800">
                <a:latin typeface="Inter"/>
                <a:ea typeface="Inter"/>
                <a:cs typeface="Inter"/>
                <a:sym typeface="Inter"/>
              </a:defRPr>
            </a:lvl6pPr>
            <a:lvl7pPr lvl="6" algn="ctr" rtl="0">
              <a:lnSpc>
                <a:spcPct val="100000"/>
              </a:lnSpc>
              <a:spcBef>
                <a:spcPts val="0"/>
              </a:spcBef>
              <a:spcAft>
                <a:spcPts val="0"/>
              </a:spcAft>
              <a:buSzPts val="1800"/>
              <a:buFont typeface="Inter"/>
              <a:buNone/>
              <a:defRPr sz="1800">
                <a:latin typeface="Inter"/>
                <a:ea typeface="Inter"/>
                <a:cs typeface="Inter"/>
                <a:sym typeface="Inter"/>
              </a:defRPr>
            </a:lvl7pPr>
            <a:lvl8pPr lvl="7" algn="ctr" rtl="0">
              <a:lnSpc>
                <a:spcPct val="100000"/>
              </a:lnSpc>
              <a:spcBef>
                <a:spcPts val="0"/>
              </a:spcBef>
              <a:spcAft>
                <a:spcPts val="0"/>
              </a:spcAft>
              <a:buSzPts val="1800"/>
              <a:buFont typeface="Inter"/>
              <a:buNone/>
              <a:defRPr sz="1800">
                <a:latin typeface="Inter"/>
                <a:ea typeface="Inter"/>
                <a:cs typeface="Inter"/>
                <a:sym typeface="Inter"/>
              </a:defRPr>
            </a:lvl8pPr>
            <a:lvl9pPr lvl="8" algn="ctr" rtl="0">
              <a:lnSpc>
                <a:spcPct val="100000"/>
              </a:lnSpc>
              <a:spcBef>
                <a:spcPts val="0"/>
              </a:spcBef>
              <a:spcAft>
                <a:spcPts val="0"/>
              </a:spcAft>
              <a:buSzPts val="1800"/>
              <a:buFont typeface="Inter"/>
              <a:buNone/>
              <a:defRPr sz="1800">
                <a:latin typeface="Inter"/>
                <a:ea typeface="Inter"/>
                <a:cs typeface="Inter"/>
                <a:sym typeface="Inter"/>
              </a:defRPr>
            </a:lvl9pPr>
          </a:lstStyle>
          <a:p>
            <a:endParaRPr/>
          </a:p>
        </p:txBody>
      </p:sp>
      <p:grpSp>
        <p:nvGrpSpPr>
          <p:cNvPr id="188" name="Google Shape;188;p21"/>
          <p:cNvGrpSpPr/>
          <p:nvPr/>
        </p:nvGrpSpPr>
        <p:grpSpPr>
          <a:xfrm>
            <a:off x="226225" y="312400"/>
            <a:ext cx="8665550" cy="4649350"/>
            <a:chOff x="226225" y="312400"/>
            <a:chExt cx="8665550" cy="4649350"/>
          </a:xfrm>
        </p:grpSpPr>
        <p:sp>
          <p:nvSpPr>
            <p:cNvPr id="189" name="Google Shape;189;p21"/>
            <p:cNvSpPr/>
            <p:nvPr/>
          </p:nvSpPr>
          <p:spPr>
            <a:xfrm>
              <a:off x="8664675" y="31240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nvGrpSpPr>
            <p:cNvPr id="190" name="Google Shape;190;p21"/>
            <p:cNvGrpSpPr/>
            <p:nvPr/>
          </p:nvGrpSpPr>
          <p:grpSpPr>
            <a:xfrm>
              <a:off x="226225" y="4734650"/>
              <a:ext cx="600550" cy="227100"/>
              <a:chOff x="415725" y="425950"/>
              <a:chExt cx="600550" cy="227100"/>
            </a:xfrm>
          </p:grpSpPr>
          <p:sp>
            <p:nvSpPr>
              <p:cNvPr id="191" name="Google Shape;191;p21"/>
              <p:cNvSpPr/>
              <p:nvPr/>
            </p:nvSpPr>
            <p:spPr>
              <a:xfrm>
                <a:off x="4157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192" name="Google Shape;192;p21"/>
              <p:cNvSpPr/>
              <p:nvPr/>
            </p:nvSpPr>
            <p:spPr>
              <a:xfrm>
                <a:off x="78917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93"/>
        <p:cNvGrpSpPr/>
        <p:nvPr/>
      </p:nvGrpSpPr>
      <p:grpSpPr>
        <a:xfrm>
          <a:off x="0" y="0"/>
          <a:ext cx="0" cy="0"/>
          <a:chOff x="0" y="0"/>
          <a:chExt cx="0" cy="0"/>
        </a:xfrm>
      </p:grpSpPr>
      <p:sp>
        <p:nvSpPr>
          <p:cNvPr id="194" name="Google Shape;194;p22"/>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95" name="Google Shape;195;p22"/>
          <p:cNvSpPr txBox="1">
            <a:spLocks noGrp="1"/>
          </p:cNvSpPr>
          <p:nvPr>
            <p:ph type="subTitle" idx="1"/>
          </p:nvPr>
        </p:nvSpPr>
        <p:spPr>
          <a:xfrm>
            <a:off x="723900" y="1815708"/>
            <a:ext cx="1986000" cy="110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96" name="Google Shape;196;p22"/>
          <p:cNvSpPr txBox="1">
            <a:spLocks noGrp="1"/>
          </p:cNvSpPr>
          <p:nvPr>
            <p:ph type="subTitle" idx="2"/>
          </p:nvPr>
        </p:nvSpPr>
        <p:spPr>
          <a:xfrm>
            <a:off x="3579000" y="1815718"/>
            <a:ext cx="1986000" cy="110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97" name="Google Shape;197;p22"/>
          <p:cNvSpPr txBox="1">
            <a:spLocks noGrp="1"/>
          </p:cNvSpPr>
          <p:nvPr>
            <p:ph type="subTitle" idx="3"/>
          </p:nvPr>
        </p:nvSpPr>
        <p:spPr>
          <a:xfrm>
            <a:off x="723900" y="3527763"/>
            <a:ext cx="1986000" cy="1108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98" name="Google Shape;198;p22"/>
          <p:cNvSpPr txBox="1">
            <a:spLocks noGrp="1"/>
          </p:cNvSpPr>
          <p:nvPr>
            <p:ph type="subTitle" idx="4"/>
          </p:nvPr>
        </p:nvSpPr>
        <p:spPr>
          <a:xfrm>
            <a:off x="3579000" y="3527763"/>
            <a:ext cx="1986000" cy="1108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99" name="Google Shape;199;p22"/>
          <p:cNvSpPr txBox="1">
            <a:spLocks noGrp="1"/>
          </p:cNvSpPr>
          <p:nvPr>
            <p:ph type="subTitle" idx="5"/>
          </p:nvPr>
        </p:nvSpPr>
        <p:spPr>
          <a:xfrm>
            <a:off x="6434447" y="1815718"/>
            <a:ext cx="1986000" cy="1108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00" name="Google Shape;200;p22"/>
          <p:cNvSpPr txBox="1">
            <a:spLocks noGrp="1"/>
          </p:cNvSpPr>
          <p:nvPr>
            <p:ph type="subTitle" idx="6"/>
          </p:nvPr>
        </p:nvSpPr>
        <p:spPr>
          <a:xfrm>
            <a:off x="6434447" y="3527763"/>
            <a:ext cx="1986000" cy="1108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01" name="Google Shape;201;p22"/>
          <p:cNvSpPr txBox="1">
            <a:spLocks noGrp="1"/>
          </p:cNvSpPr>
          <p:nvPr>
            <p:ph type="subTitle" idx="7"/>
          </p:nvPr>
        </p:nvSpPr>
        <p:spPr>
          <a:xfrm>
            <a:off x="723900" y="1214975"/>
            <a:ext cx="1984200" cy="593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800"/>
              <a:buFont typeface="Inter"/>
              <a:buNone/>
              <a:defRPr sz="1800">
                <a:solidFill>
                  <a:schemeClr val="accent2"/>
                </a:solidFill>
                <a:latin typeface="Inter"/>
                <a:ea typeface="Inter"/>
                <a:cs typeface="Inter"/>
                <a:sym typeface="Inter"/>
              </a:defRPr>
            </a:lvl1pPr>
            <a:lvl2pPr lvl="1" algn="ctr" rtl="0">
              <a:lnSpc>
                <a:spcPct val="100000"/>
              </a:lnSpc>
              <a:spcBef>
                <a:spcPts val="0"/>
              </a:spcBef>
              <a:spcAft>
                <a:spcPts val="0"/>
              </a:spcAft>
              <a:buSzPts val="1800"/>
              <a:buFont typeface="Inter"/>
              <a:buNone/>
              <a:defRPr sz="1800" b="1">
                <a:latin typeface="Inter"/>
                <a:ea typeface="Inter"/>
                <a:cs typeface="Inter"/>
                <a:sym typeface="Inter"/>
              </a:defRPr>
            </a:lvl2pPr>
            <a:lvl3pPr lvl="2" algn="ctr" rtl="0">
              <a:lnSpc>
                <a:spcPct val="100000"/>
              </a:lnSpc>
              <a:spcBef>
                <a:spcPts val="0"/>
              </a:spcBef>
              <a:spcAft>
                <a:spcPts val="0"/>
              </a:spcAft>
              <a:buSzPts val="1800"/>
              <a:buFont typeface="Inter"/>
              <a:buNone/>
              <a:defRPr sz="1800" b="1">
                <a:latin typeface="Inter"/>
                <a:ea typeface="Inter"/>
                <a:cs typeface="Inter"/>
                <a:sym typeface="Inter"/>
              </a:defRPr>
            </a:lvl3pPr>
            <a:lvl4pPr lvl="3" algn="ctr" rtl="0">
              <a:lnSpc>
                <a:spcPct val="100000"/>
              </a:lnSpc>
              <a:spcBef>
                <a:spcPts val="0"/>
              </a:spcBef>
              <a:spcAft>
                <a:spcPts val="0"/>
              </a:spcAft>
              <a:buSzPts val="1800"/>
              <a:buFont typeface="Inter"/>
              <a:buNone/>
              <a:defRPr sz="1800" b="1">
                <a:latin typeface="Inter"/>
                <a:ea typeface="Inter"/>
                <a:cs typeface="Inter"/>
                <a:sym typeface="Inter"/>
              </a:defRPr>
            </a:lvl4pPr>
            <a:lvl5pPr lvl="4" algn="ctr" rtl="0">
              <a:lnSpc>
                <a:spcPct val="100000"/>
              </a:lnSpc>
              <a:spcBef>
                <a:spcPts val="0"/>
              </a:spcBef>
              <a:spcAft>
                <a:spcPts val="0"/>
              </a:spcAft>
              <a:buSzPts val="1800"/>
              <a:buFont typeface="Inter"/>
              <a:buNone/>
              <a:defRPr sz="1800" b="1">
                <a:latin typeface="Inter"/>
                <a:ea typeface="Inter"/>
                <a:cs typeface="Inter"/>
                <a:sym typeface="Inter"/>
              </a:defRPr>
            </a:lvl5pPr>
            <a:lvl6pPr lvl="5" algn="ctr" rtl="0">
              <a:lnSpc>
                <a:spcPct val="100000"/>
              </a:lnSpc>
              <a:spcBef>
                <a:spcPts val="0"/>
              </a:spcBef>
              <a:spcAft>
                <a:spcPts val="0"/>
              </a:spcAft>
              <a:buSzPts val="1800"/>
              <a:buFont typeface="Inter"/>
              <a:buNone/>
              <a:defRPr sz="1800" b="1">
                <a:latin typeface="Inter"/>
                <a:ea typeface="Inter"/>
                <a:cs typeface="Inter"/>
                <a:sym typeface="Inter"/>
              </a:defRPr>
            </a:lvl6pPr>
            <a:lvl7pPr lvl="6" algn="ctr" rtl="0">
              <a:lnSpc>
                <a:spcPct val="100000"/>
              </a:lnSpc>
              <a:spcBef>
                <a:spcPts val="0"/>
              </a:spcBef>
              <a:spcAft>
                <a:spcPts val="0"/>
              </a:spcAft>
              <a:buSzPts val="1800"/>
              <a:buFont typeface="Inter"/>
              <a:buNone/>
              <a:defRPr sz="1800" b="1">
                <a:latin typeface="Inter"/>
                <a:ea typeface="Inter"/>
                <a:cs typeface="Inter"/>
                <a:sym typeface="Inter"/>
              </a:defRPr>
            </a:lvl7pPr>
            <a:lvl8pPr lvl="7" algn="ctr" rtl="0">
              <a:lnSpc>
                <a:spcPct val="100000"/>
              </a:lnSpc>
              <a:spcBef>
                <a:spcPts val="0"/>
              </a:spcBef>
              <a:spcAft>
                <a:spcPts val="0"/>
              </a:spcAft>
              <a:buSzPts val="1800"/>
              <a:buFont typeface="Inter"/>
              <a:buNone/>
              <a:defRPr sz="1800" b="1">
                <a:latin typeface="Inter"/>
                <a:ea typeface="Inter"/>
                <a:cs typeface="Inter"/>
                <a:sym typeface="Inter"/>
              </a:defRPr>
            </a:lvl8pPr>
            <a:lvl9pPr lvl="8" algn="ctr" rtl="0">
              <a:lnSpc>
                <a:spcPct val="100000"/>
              </a:lnSpc>
              <a:spcBef>
                <a:spcPts val="0"/>
              </a:spcBef>
              <a:spcAft>
                <a:spcPts val="0"/>
              </a:spcAft>
              <a:buSzPts val="1800"/>
              <a:buFont typeface="Inter"/>
              <a:buNone/>
              <a:defRPr sz="1800" b="1">
                <a:latin typeface="Inter"/>
                <a:ea typeface="Inter"/>
                <a:cs typeface="Inter"/>
                <a:sym typeface="Inter"/>
              </a:defRPr>
            </a:lvl9pPr>
          </a:lstStyle>
          <a:p>
            <a:endParaRPr/>
          </a:p>
        </p:txBody>
      </p:sp>
      <p:sp>
        <p:nvSpPr>
          <p:cNvPr id="202" name="Google Shape;202;p22"/>
          <p:cNvSpPr txBox="1">
            <a:spLocks noGrp="1"/>
          </p:cNvSpPr>
          <p:nvPr>
            <p:ph type="subTitle" idx="8"/>
          </p:nvPr>
        </p:nvSpPr>
        <p:spPr>
          <a:xfrm>
            <a:off x="3579000" y="1214983"/>
            <a:ext cx="1984200" cy="593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800"/>
              <a:buFont typeface="Inter"/>
              <a:buNone/>
              <a:defRPr sz="1800">
                <a:solidFill>
                  <a:schemeClr val="accent2"/>
                </a:solidFill>
                <a:latin typeface="Inter"/>
                <a:ea typeface="Inter"/>
                <a:cs typeface="Inter"/>
                <a:sym typeface="Inter"/>
              </a:defRPr>
            </a:lvl1pPr>
            <a:lvl2pPr lvl="1" algn="ctr" rtl="0">
              <a:lnSpc>
                <a:spcPct val="100000"/>
              </a:lnSpc>
              <a:spcBef>
                <a:spcPts val="0"/>
              </a:spcBef>
              <a:spcAft>
                <a:spcPts val="0"/>
              </a:spcAft>
              <a:buSzPts val="1800"/>
              <a:buFont typeface="Inter"/>
              <a:buNone/>
              <a:defRPr sz="1800" b="1">
                <a:latin typeface="Inter"/>
                <a:ea typeface="Inter"/>
                <a:cs typeface="Inter"/>
                <a:sym typeface="Inter"/>
              </a:defRPr>
            </a:lvl2pPr>
            <a:lvl3pPr lvl="2" algn="ctr" rtl="0">
              <a:lnSpc>
                <a:spcPct val="100000"/>
              </a:lnSpc>
              <a:spcBef>
                <a:spcPts val="0"/>
              </a:spcBef>
              <a:spcAft>
                <a:spcPts val="0"/>
              </a:spcAft>
              <a:buSzPts val="1800"/>
              <a:buFont typeface="Inter"/>
              <a:buNone/>
              <a:defRPr sz="1800" b="1">
                <a:latin typeface="Inter"/>
                <a:ea typeface="Inter"/>
                <a:cs typeface="Inter"/>
                <a:sym typeface="Inter"/>
              </a:defRPr>
            </a:lvl3pPr>
            <a:lvl4pPr lvl="3" algn="ctr" rtl="0">
              <a:lnSpc>
                <a:spcPct val="100000"/>
              </a:lnSpc>
              <a:spcBef>
                <a:spcPts val="0"/>
              </a:spcBef>
              <a:spcAft>
                <a:spcPts val="0"/>
              </a:spcAft>
              <a:buSzPts val="1800"/>
              <a:buFont typeface="Inter"/>
              <a:buNone/>
              <a:defRPr sz="1800" b="1">
                <a:latin typeface="Inter"/>
                <a:ea typeface="Inter"/>
                <a:cs typeface="Inter"/>
                <a:sym typeface="Inter"/>
              </a:defRPr>
            </a:lvl4pPr>
            <a:lvl5pPr lvl="4" algn="ctr" rtl="0">
              <a:lnSpc>
                <a:spcPct val="100000"/>
              </a:lnSpc>
              <a:spcBef>
                <a:spcPts val="0"/>
              </a:spcBef>
              <a:spcAft>
                <a:spcPts val="0"/>
              </a:spcAft>
              <a:buSzPts val="1800"/>
              <a:buFont typeface="Inter"/>
              <a:buNone/>
              <a:defRPr sz="1800" b="1">
                <a:latin typeface="Inter"/>
                <a:ea typeface="Inter"/>
                <a:cs typeface="Inter"/>
                <a:sym typeface="Inter"/>
              </a:defRPr>
            </a:lvl5pPr>
            <a:lvl6pPr lvl="5" algn="ctr" rtl="0">
              <a:lnSpc>
                <a:spcPct val="100000"/>
              </a:lnSpc>
              <a:spcBef>
                <a:spcPts val="0"/>
              </a:spcBef>
              <a:spcAft>
                <a:spcPts val="0"/>
              </a:spcAft>
              <a:buSzPts val="1800"/>
              <a:buFont typeface="Inter"/>
              <a:buNone/>
              <a:defRPr sz="1800" b="1">
                <a:latin typeface="Inter"/>
                <a:ea typeface="Inter"/>
                <a:cs typeface="Inter"/>
                <a:sym typeface="Inter"/>
              </a:defRPr>
            </a:lvl6pPr>
            <a:lvl7pPr lvl="6" algn="ctr" rtl="0">
              <a:lnSpc>
                <a:spcPct val="100000"/>
              </a:lnSpc>
              <a:spcBef>
                <a:spcPts val="0"/>
              </a:spcBef>
              <a:spcAft>
                <a:spcPts val="0"/>
              </a:spcAft>
              <a:buSzPts val="1800"/>
              <a:buFont typeface="Inter"/>
              <a:buNone/>
              <a:defRPr sz="1800" b="1">
                <a:latin typeface="Inter"/>
                <a:ea typeface="Inter"/>
                <a:cs typeface="Inter"/>
                <a:sym typeface="Inter"/>
              </a:defRPr>
            </a:lvl7pPr>
            <a:lvl8pPr lvl="7" algn="ctr" rtl="0">
              <a:lnSpc>
                <a:spcPct val="100000"/>
              </a:lnSpc>
              <a:spcBef>
                <a:spcPts val="0"/>
              </a:spcBef>
              <a:spcAft>
                <a:spcPts val="0"/>
              </a:spcAft>
              <a:buSzPts val="1800"/>
              <a:buFont typeface="Inter"/>
              <a:buNone/>
              <a:defRPr sz="1800" b="1">
                <a:latin typeface="Inter"/>
                <a:ea typeface="Inter"/>
                <a:cs typeface="Inter"/>
                <a:sym typeface="Inter"/>
              </a:defRPr>
            </a:lvl8pPr>
            <a:lvl9pPr lvl="8" algn="ctr" rtl="0">
              <a:lnSpc>
                <a:spcPct val="100000"/>
              </a:lnSpc>
              <a:spcBef>
                <a:spcPts val="0"/>
              </a:spcBef>
              <a:spcAft>
                <a:spcPts val="0"/>
              </a:spcAft>
              <a:buSzPts val="1800"/>
              <a:buFont typeface="Inter"/>
              <a:buNone/>
              <a:defRPr sz="1800" b="1">
                <a:latin typeface="Inter"/>
                <a:ea typeface="Inter"/>
                <a:cs typeface="Inter"/>
                <a:sym typeface="Inter"/>
              </a:defRPr>
            </a:lvl9pPr>
          </a:lstStyle>
          <a:p>
            <a:endParaRPr/>
          </a:p>
        </p:txBody>
      </p:sp>
      <p:sp>
        <p:nvSpPr>
          <p:cNvPr id="203" name="Google Shape;203;p22"/>
          <p:cNvSpPr txBox="1">
            <a:spLocks noGrp="1"/>
          </p:cNvSpPr>
          <p:nvPr>
            <p:ph type="subTitle" idx="9"/>
          </p:nvPr>
        </p:nvSpPr>
        <p:spPr>
          <a:xfrm>
            <a:off x="6436247" y="1214983"/>
            <a:ext cx="1984200" cy="593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800"/>
              <a:buFont typeface="Inter"/>
              <a:buNone/>
              <a:defRPr sz="1800">
                <a:solidFill>
                  <a:schemeClr val="accent2"/>
                </a:solidFill>
                <a:latin typeface="Inter"/>
                <a:ea typeface="Inter"/>
                <a:cs typeface="Inter"/>
                <a:sym typeface="Inter"/>
              </a:defRPr>
            </a:lvl1pPr>
            <a:lvl2pPr lvl="1" algn="ctr" rtl="0">
              <a:lnSpc>
                <a:spcPct val="100000"/>
              </a:lnSpc>
              <a:spcBef>
                <a:spcPts val="0"/>
              </a:spcBef>
              <a:spcAft>
                <a:spcPts val="0"/>
              </a:spcAft>
              <a:buSzPts val="1800"/>
              <a:buFont typeface="Inter"/>
              <a:buNone/>
              <a:defRPr sz="1800" b="1">
                <a:latin typeface="Inter"/>
                <a:ea typeface="Inter"/>
                <a:cs typeface="Inter"/>
                <a:sym typeface="Inter"/>
              </a:defRPr>
            </a:lvl2pPr>
            <a:lvl3pPr lvl="2" algn="ctr" rtl="0">
              <a:lnSpc>
                <a:spcPct val="100000"/>
              </a:lnSpc>
              <a:spcBef>
                <a:spcPts val="0"/>
              </a:spcBef>
              <a:spcAft>
                <a:spcPts val="0"/>
              </a:spcAft>
              <a:buSzPts val="1800"/>
              <a:buFont typeface="Inter"/>
              <a:buNone/>
              <a:defRPr sz="1800" b="1">
                <a:latin typeface="Inter"/>
                <a:ea typeface="Inter"/>
                <a:cs typeface="Inter"/>
                <a:sym typeface="Inter"/>
              </a:defRPr>
            </a:lvl3pPr>
            <a:lvl4pPr lvl="3" algn="ctr" rtl="0">
              <a:lnSpc>
                <a:spcPct val="100000"/>
              </a:lnSpc>
              <a:spcBef>
                <a:spcPts val="0"/>
              </a:spcBef>
              <a:spcAft>
                <a:spcPts val="0"/>
              </a:spcAft>
              <a:buSzPts val="1800"/>
              <a:buFont typeface="Inter"/>
              <a:buNone/>
              <a:defRPr sz="1800" b="1">
                <a:latin typeface="Inter"/>
                <a:ea typeface="Inter"/>
                <a:cs typeface="Inter"/>
                <a:sym typeface="Inter"/>
              </a:defRPr>
            </a:lvl4pPr>
            <a:lvl5pPr lvl="4" algn="ctr" rtl="0">
              <a:lnSpc>
                <a:spcPct val="100000"/>
              </a:lnSpc>
              <a:spcBef>
                <a:spcPts val="0"/>
              </a:spcBef>
              <a:spcAft>
                <a:spcPts val="0"/>
              </a:spcAft>
              <a:buSzPts val="1800"/>
              <a:buFont typeface="Inter"/>
              <a:buNone/>
              <a:defRPr sz="1800" b="1">
                <a:latin typeface="Inter"/>
                <a:ea typeface="Inter"/>
                <a:cs typeface="Inter"/>
                <a:sym typeface="Inter"/>
              </a:defRPr>
            </a:lvl5pPr>
            <a:lvl6pPr lvl="5" algn="ctr" rtl="0">
              <a:lnSpc>
                <a:spcPct val="100000"/>
              </a:lnSpc>
              <a:spcBef>
                <a:spcPts val="0"/>
              </a:spcBef>
              <a:spcAft>
                <a:spcPts val="0"/>
              </a:spcAft>
              <a:buSzPts val="1800"/>
              <a:buFont typeface="Inter"/>
              <a:buNone/>
              <a:defRPr sz="1800" b="1">
                <a:latin typeface="Inter"/>
                <a:ea typeface="Inter"/>
                <a:cs typeface="Inter"/>
                <a:sym typeface="Inter"/>
              </a:defRPr>
            </a:lvl6pPr>
            <a:lvl7pPr lvl="6" algn="ctr" rtl="0">
              <a:lnSpc>
                <a:spcPct val="100000"/>
              </a:lnSpc>
              <a:spcBef>
                <a:spcPts val="0"/>
              </a:spcBef>
              <a:spcAft>
                <a:spcPts val="0"/>
              </a:spcAft>
              <a:buSzPts val="1800"/>
              <a:buFont typeface="Inter"/>
              <a:buNone/>
              <a:defRPr sz="1800" b="1">
                <a:latin typeface="Inter"/>
                <a:ea typeface="Inter"/>
                <a:cs typeface="Inter"/>
                <a:sym typeface="Inter"/>
              </a:defRPr>
            </a:lvl7pPr>
            <a:lvl8pPr lvl="7" algn="ctr" rtl="0">
              <a:lnSpc>
                <a:spcPct val="100000"/>
              </a:lnSpc>
              <a:spcBef>
                <a:spcPts val="0"/>
              </a:spcBef>
              <a:spcAft>
                <a:spcPts val="0"/>
              </a:spcAft>
              <a:buSzPts val="1800"/>
              <a:buFont typeface="Inter"/>
              <a:buNone/>
              <a:defRPr sz="1800" b="1">
                <a:latin typeface="Inter"/>
                <a:ea typeface="Inter"/>
                <a:cs typeface="Inter"/>
                <a:sym typeface="Inter"/>
              </a:defRPr>
            </a:lvl8pPr>
            <a:lvl9pPr lvl="8" algn="ctr" rtl="0">
              <a:lnSpc>
                <a:spcPct val="100000"/>
              </a:lnSpc>
              <a:spcBef>
                <a:spcPts val="0"/>
              </a:spcBef>
              <a:spcAft>
                <a:spcPts val="0"/>
              </a:spcAft>
              <a:buSzPts val="1800"/>
              <a:buFont typeface="Inter"/>
              <a:buNone/>
              <a:defRPr sz="1800" b="1">
                <a:latin typeface="Inter"/>
                <a:ea typeface="Inter"/>
                <a:cs typeface="Inter"/>
                <a:sym typeface="Inter"/>
              </a:defRPr>
            </a:lvl9pPr>
          </a:lstStyle>
          <a:p>
            <a:endParaRPr/>
          </a:p>
        </p:txBody>
      </p:sp>
      <p:sp>
        <p:nvSpPr>
          <p:cNvPr id="204" name="Google Shape;204;p22"/>
          <p:cNvSpPr txBox="1">
            <a:spLocks noGrp="1"/>
          </p:cNvSpPr>
          <p:nvPr>
            <p:ph type="subTitle" idx="13"/>
          </p:nvPr>
        </p:nvSpPr>
        <p:spPr>
          <a:xfrm>
            <a:off x="723900" y="2923927"/>
            <a:ext cx="1986000" cy="592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800"/>
              <a:buFont typeface="Inter"/>
              <a:buNone/>
              <a:defRPr sz="1800">
                <a:solidFill>
                  <a:schemeClr val="accent2"/>
                </a:solidFill>
                <a:latin typeface="Inter"/>
                <a:ea typeface="Inter"/>
                <a:cs typeface="Inter"/>
                <a:sym typeface="Inter"/>
              </a:defRPr>
            </a:lvl1pPr>
            <a:lvl2pPr lvl="1" algn="ctr" rtl="0">
              <a:lnSpc>
                <a:spcPct val="100000"/>
              </a:lnSpc>
              <a:spcBef>
                <a:spcPts val="0"/>
              </a:spcBef>
              <a:spcAft>
                <a:spcPts val="0"/>
              </a:spcAft>
              <a:buSzPts val="1800"/>
              <a:buFont typeface="Inter"/>
              <a:buNone/>
              <a:defRPr sz="1800" b="1">
                <a:latin typeface="Inter"/>
                <a:ea typeface="Inter"/>
                <a:cs typeface="Inter"/>
                <a:sym typeface="Inter"/>
              </a:defRPr>
            </a:lvl2pPr>
            <a:lvl3pPr lvl="2" algn="ctr" rtl="0">
              <a:lnSpc>
                <a:spcPct val="100000"/>
              </a:lnSpc>
              <a:spcBef>
                <a:spcPts val="0"/>
              </a:spcBef>
              <a:spcAft>
                <a:spcPts val="0"/>
              </a:spcAft>
              <a:buSzPts val="1800"/>
              <a:buFont typeface="Inter"/>
              <a:buNone/>
              <a:defRPr sz="1800" b="1">
                <a:latin typeface="Inter"/>
                <a:ea typeface="Inter"/>
                <a:cs typeface="Inter"/>
                <a:sym typeface="Inter"/>
              </a:defRPr>
            </a:lvl3pPr>
            <a:lvl4pPr lvl="3" algn="ctr" rtl="0">
              <a:lnSpc>
                <a:spcPct val="100000"/>
              </a:lnSpc>
              <a:spcBef>
                <a:spcPts val="0"/>
              </a:spcBef>
              <a:spcAft>
                <a:spcPts val="0"/>
              </a:spcAft>
              <a:buSzPts val="1800"/>
              <a:buFont typeface="Inter"/>
              <a:buNone/>
              <a:defRPr sz="1800" b="1">
                <a:latin typeface="Inter"/>
                <a:ea typeface="Inter"/>
                <a:cs typeface="Inter"/>
                <a:sym typeface="Inter"/>
              </a:defRPr>
            </a:lvl4pPr>
            <a:lvl5pPr lvl="4" algn="ctr" rtl="0">
              <a:lnSpc>
                <a:spcPct val="100000"/>
              </a:lnSpc>
              <a:spcBef>
                <a:spcPts val="0"/>
              </a:spcBef>
              <a:spcAft>
                <a:spcPts val="0"/>
              </a:spcAft>
              <a:buSzPts val="1800"/>
              <a:buFont typeface="Inter"/>
              <a:buNone/>
              <a:defRPr sz="1800" b="1">
                <a:latin typeface="Inter"/>
                <a:ea typeface="Inter"/>
                <a:cs typeface="Inter"/>
                <a:sym typeface="Inter"/>
              </a:defRPr>
            </a:lvl5pPr>
            <a:lvl6pPr lvl="5" algn="ctr" rtl="0">
              <a:lnSpc>
                <a:spcPct val="100000"/>
              </a:lnSpc>
              <a:spcBef>
                <a:spcPts val="0"/>
              </a:spcBef>
              <a:spcAft>
                <a:spcPts val="0"/>
              </a:spcAft>
              <a:buSzPts val="1800"/>
              <a:buFont typeface="Inter"/>
              <a:buNone/>
              <a:defRPr sz="1800" b="1">
                <a:latin typeface="Inter"/>
                <a:ea typeface="Inter"/>
                <a:cs typeface="Inter"/>
                <a:sym typeface="Inter"/>
              </a:defRPr>
            </a:lvl6pPr>
            <a:lvl7pPr lvl="6" algn="ctr" rtl="0">
              <a:lnSpc>
                <a:spcPct val="100000"/>
              </a:lnSpc>
              <a:spcBef>
                <a:spcPts val="0"/>
              </a:spcBef>
              <a:spcAft>
                <a:spcPts val="0"/>
              </a:spcAft>
              <a:buSzPts val="1800"/>
              <a:buFont typeface="Inter"/>
              <a:buNone/>
              <a:defRPr sz="1800" b="1">
                <a:latin typeface="Inter"/>
                <a:ea typeface="Inter"/>
                <a:cs typeface="Inter"/>
                <a:sym typeface="Inter"/>
              </a:defRPr>
            </a:lvl7pPr>
            <a:lvl8pPr lvl="7" algn="ctr" rtl="0">
              <a:lnSpc>
                <a:spcPct val="100000"/>
              </a:lnSpc>
              <a:spcBef>
                <a:spcPts val="0"/>
              </a:spcBef>
              <a:spcAft>
                <a:spcPts val="0"/>
              </a:spcAft>
              <a:buSzPts val="1800"/>
              <a:buFont typeface="Inter"/>
              <a:buNone/>
              <a:defRPr sz="1800" b="1">
                <a:latin typeface="Inter"/>
                <a:ea typeface="Inter"/>
                <a:cs typeface="Inter"/>
                <a:sym typeface="Inter"/>
              </a:defRPr>
            </a:lvl8pPr>
            <a:lvl9pPr lvl="8" algn="ctr" rtl="0">
              <a:lnSpc>
                <a:spcPct val="100000"/>
              </a:lnSpc>
              <a:spcBef>
                <a:spcPts val="0"/>
              </a:spcBef>
              <a:spcAft>
                <a:spcPts val="0"/>
              </a:spcAft>
              <a:buSzPts val="1800"/>
              <a:buFont typeface="Inter"/>
              <a:buNone/>
              <a:defRPr sz="1800" b="1">
                <a:latin typeface="Inter"/>
                <a:ea typeface="Inter"/>
                <a:cs typeface="Inter"/>
                <a:sym typeface="Inter"/>
              </a:defRPr>
            </a:lvl9pPr>
          </a:lstStyle>
          <a:p>
            <a:endParaRPr/>
          </a:p>
        </p:txBody>
      </p:sp>
      <p:sp>
        <p:nvSpPr>
          <p:cNvPr id="205" name="Google Shape;205;p22"/>
          <p:cNvSpPr txBox="1">
            <a:spLocks noGrp="1"/>
          </p:cNvSpPr>
          <p:nvPr>
            <p:ph type="subTitle" idx="14"/>
          </p:nvPr>
        </p:nvSpPr>
        <p:spPr>
          <a:xfrm>
            <a:off x="3579000" y="2923927"/>
            <a:ext cx="1984200" cy="593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800"/>
              <a:buFont typeface="Inter"/>
              <a:buNone/>
              <a:defRPr sz="1800">
                <a:solidFill>
                  <a:schemeClr val="accent2"/>
                </a:solidFill>
                <a:latin typeface="Inter"/>
                <a:ea typeface="Inter"/>
                <a:cs typeface="Inter"/>
                <a:sym typeface="Inter"/>
              </a:defRPr>
            </a:lvl1pPr>
            <a:lvl2pPr lvl="1" algn="ctr" rtl="0">
              <a:lnSpc>
                <a:spcPct val="100000"/>
              </a:lnSpc>
              <a:spcBef>
                <a:spcPts val="0"/>
              </a:spcBef>
              <a:spcAft>
                <a:spcPts val="0"/>
              </a:spcAft>
              <a:buSzPts val="1800"/>
              <a:buFont typeface="Inter"/>
              <a:buNone/>
              <a:defRPr sz="1800" b="1">
                <a:latin typeface="Inter"/>
                <a:ea typeface="Inter"/>
                <a:cs typeface="Inter"/>
                <a:sym typeface="Inter"/>
              </a:defRPr>
            </a:lvl2pPr>
            <a:lvl3pPr lvl="2" algn="ctr" rtl="0">
              <a:lnSpc>
                <a:spcPct val="100000"/>
              </a:lnSpc>
              <a:spcBef>
                <a:spcPts val="0"/>
              </a:spcBef>
              <a:spcAft>
                <a:spcPts val="0"/>
              </a:spcAft>
              <a:buSzPts val="1800"/>
              <a:buFont typeface="Inter"/>
              <a:buNone/>
              <a:defRPr sz="1800" b="1">
                <a:latin typeface="Inter"/>
                <a:ea typeface="Inter"/>
                <a:cs typeface="Inter"/>
                <a:sym typeface="Inter"/>
              </a:defRPr>
            </a:lvl3pPr>
            <a:lvl4pPr lvl="3" algn="ctr" rtl="0">
              <a:lnSpc>
                <a:spcPct val="100000"/>
              </a:lnSpc>
              <a:spcBef>
                <a:spcPts val="0"/>
              </a:spcBef>
              <a:spcAft>
                <a:spcPts val="0"/>
              </a:spcAft>
              <a:buSzPts val="1800"/>
              <a:buFont typeface="Inter"/>
              <a:buNone/>
              <a:defRPr sz="1800" b="1">
                <a:latin typeface="Inter"/>
                <a:ea typeface="Inter"/>
                <a:cs typeface="Inter"/>
                <a:sym typeface="Inter"/>
              </a:defRPr>
            </a:lvl4pPr>
            <a:lvl5pPr lvl="4" algn="ctr" rtl="0">
              <a:lnSpc>
                <a:spcPct val="100000"/>
              </a:lnSpc>
              <a:spcBef>
                <a:spcPts val="0"/>
              </a:spcBef>
              <a:spcAft>
                <a:spcPts val="0"/>
              </a:spcAft>
              <a:buSzPts val="1800"/>
              <a:buFont typeface="Inter"/>
              <a:buNone/>
              <a:defRPr sz="1800" b="1">
                <a:latin typeface="Inter"/>
                <a:ea typeface="Inter"/>
                <a:cs typeface="Inter"/>
                <a:sym typeface="Inter"/>
              </a:defRPr>
            </a:lvl5pPr>
            <a:lvl6pPr lvl="5" algn="ctr" rtl="0">
              <a:lnSpc>
                <a:spcPct val="100000"/>
              </a:lnSpc>
              <a:spcBef>
                <a:spcPts val="0"/>
              </a:spcBef>
              <a:spcAft>
                <a:spcPts val="0"/>
              </a:spcAft>
              <a:buSzPts val="1800"/>
              <a:buFont typeface="Inter"/>
              <a:buNone/>
              <a:defRPr sz="1800" b="1">
                <a:latin typeface="Inter"/>
                <a:ea typeface="Inter"/>
                <a:cs typeface="Inter"/>
                <a:sym typeface="Inter"/>
              </a:defRPr>
            </a:lvl6pPr>
            <a:lvl7pPr lvl="6" algn="ctr" rtl="0">
              <a:lnSpc>
                <a:spcPct val="100000"/>
              </a:lnSpc>
              <a:spcBef>
                <a:spcPts val="0"/>
              </a:spcBef>
              <a:spcAft>
                <a:spcPts val="0"/>
              </a:spcAft>
              <a:buSzPts val="1800"/>
              <a:buFont typeface="Inter"/>
              <a:buNone/>
              <a:defRPr sz="1800" b="1">
                <a:latin typeface="Inter"/>
                <a:ea typeface="Inter"/>
                <a:cs typeface="Inter"/>
                <a:sym typeface="Inter"/>
              </a:defRPr>
            </a:lvl7pPr>
            <a:lvl8pPr lvl="7" algn="ctr" rtl="0">
              <a:lnSpc>
                <a:spcPct val="100000"/>
              </a:lnSpc>
              <a:spcBef>
                <a:spcPts val="0"/>
              </a:spcBef>
              <a:spcAft>
                <a:spcPts val="0"/>
              </a:spcAft>
              <a:buSzPts val="1800"/>
              <a:buFont typeface="Inter"/>
              <a:buNone/>
              <a:defRPr sz="1800" b="1">
                <a:latin typeface="Inter"/>
                <a:ea typeface="Inter"/>
                <a:cs typeface="Inter"/>
                <a:sym typeface="Inter"/>
              </a:defRPr>
            </a:lvl8pPr>
            <a:lvl9pPr lvl="8" algn="ctr" rtl="0">
              <a:lnSpc>
                <a:spcPct val="100000"/>
              </a:lnSpc>
              <a:spcBef>
                <a:spcPts val="0"/>
              </a:spcBef>
              <a:spcAft>
                <a:spcPts val="0"/>
              </a:spcAft>
              <a:buSzPts val="1800"/>
              <a:buFont typeface="Inter"/>
              <a:buNone/>
              <a:defRPr sz="1800" b="1">
                <a:latin typeface="Inter"/>
                <a:ea typeface="Inter"/>
                <a:cs typeface="Inter"/>
                <a:sym typeface="Inter"/>
              </a:defRPr>
            </a:lvl9pPr>
          </a:lstStyle>
          <a:p>
            <a:endParaRPr/>
          </a:p>
        </p:txBody>
      </p:sp>
      <p:sp>
        <p:nvSpPr>
          <p:cNvPr id="206" name="Google Shape;206;p22"/>
          <p:cNvSpPr txBox="1">
            <a:spLocks noGrp="1"/>
          </p:cNvSpPr>
          <p:nvPr>
            <p:ph type="subTitle" idx="15"/>
          </p:nvPr>
        </p:nvSpPr>
        <p:spPr>
          <a:xfrm>
            <a:off x="6436247" y="2923927"/>
            <a:ext cx="1984200" cy="593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800"/>
              <a:buFont typeface="Inter"/>
              <a:buNone/>
              <a:defRPr sz="1800">
                <a:solidFill>
                  <a:schemeClr val="accent2"/>
                </a:solidFill>
                <a:latin typeface="Inter"/>
                <a:ea typeface="Inter"/>
                <a:cs typeface="Inter"/>
                <a:sym typeface="Inter"/>
              </a:defRPr>
            </a:lvl1pPr>
            <a:lvl2pPr lvl="1" algn="ctr" rtl="0">
              <a:lnSpc>
                <a:spcPct val="100000"/>
              </a:lnSpc>
              <a:spcBef>
                <a:spcPts val="0"/>
              </a:spcBef>
              <a:spcAft>
                <a:spcPts val="0"/>
              </a:spcAft>
              <a:buSzPts val="1800"/>
              <a:buFont typeface="Inter"/>
              <a:buNone/>
              <a:defRPr sz="1800" b="1">
                <a:latin typeface="Inter"/>
                <a:ea typeface="Inter"/>
                <a:cs typeface="Inter"/>
                <a:sym typeface="Inter"/>
              </a:defRPr>
            </a:lvl2pPr>
            <a:lvl3pPr lvl="2" algn="ctr" rtl="0">
              <a:lnSpc>
                <a:spcPct val="100000"/>
              </a:lnSpc>
              <a:spcBef>
                <a:spcPts val="0"/>
              </a:spcBef>
              <a:spcAft>
                <a:spcPts val="0"/>
              </a:spcAft>
              <a:buSzPts val="1800"/>
              <a:buFont typeface="Inter"/>
              <a:buNone/>
              <a:defRPr sz="1800" b="1">
                <a:latin typeface="Inter"/>
                <a:ea typeface="Inter"/>
                <a:cs typeface="Inter"/>
                <a:sym typeface="Inter"/>
              </a:defRPr>
            </a:lvl3pPr>
            <a:lvl4pPr lvl="3" algn="ctr" rtl="0">
              <a:lnSpc>
                <a:spcPct val="100000"/>
              </a:lnSpc>
              <a:spcBef>
                <a:spcPts val="0"/>
              </a:spcBef>
              <a:spcAft>
                <a:spcPts val="0"/>
              </a:spcAft>
              <a:buSzPts val="1800"/>
              <a:buFont typeface="Inter"/>
              <a:buNone/>
              <a:defRPr sz="1800" b="1">
                <a:latin typeface="Inter"/>
                <a:ea typeface="Inter"/>
                <a:cs typeface="Inter"/>
                <a:sym typeface="Inter"/>
              </a:defRPr>
            </a:lvl4pPr>
            <a:lvl5pPr lvl="4" algn="ctr" rtl="0">
              <a:lnSpc>
                <a:spcPct val="100000"/>
              </a:lnSpc>
              <a:spcBef>
                <a:spcPts val="0"/>
              </a:spcBef>
              <a:spcAft>
                <a:spcPts val="0"/>
              </a:spcAft>
              <a:buSzPts val="1800"/>
              <a:buFont typeface="Inter"/>
              <a:buNone/>
              <a:defRPr sz="1800" b="1">
                <a:latin typeface="Inter"/>
                <a:ea typeface="Inter"/>
                <a:cs typeface="Inter"/>
                <a:sym typeface="Inter"/>
              </a:defRPr>
            </a:lvl5pPr>
            <a:lvl6pPr lvl="5" algn="ctr" rtl="0">
              <a:lnSpc>
                <a:spcPct val="100000"/>
              </a:lnSpc>
              <a:spcBef>
                <a:spcPts val="0"/>
              </a:spcBef>
              <a:spcAft>
                <a:spcPts val="0"/>
              </a:spcAft>
              <a:buSzPts val="1800"/>
              <a:buFont typeface="Inter"/>
              <a:buNone/>
              <a:defRPr sz="1800" b="1">
                <a:latin typeface="Inter"/>
                <a:ea typeface="Inter"/>
                <a:cs typeface="Inter"/>
                <a:sym typeface="Inter"/>
              </a:defRPr>
            </a:lvl6pPr>
            <a:lvl7pPr lvl="6" algn="ctr" rtl="0">
              <a:lnSpc>
                <a:spcPct val="100000"/>
              </a:lnSpc>
              <a:spcBef>
                <a:spcPts val="0"/>
              </a:spcBef>
              <a:spcAft>
                <a:spcPts val="0"/>
              </a:spcAft>
              <a:buSzPts val="1800"/>
              <a:buFont typeface="Inter"/>
              <a:buNone/>
              <a:defRPr sz="1800" b="1">
                <a:latin typeface="Inter"/>
                <a:ea typeface="Inter"/>
                <a:cs typeface="Inter"/>
                <a:sym typeface="Inter"/>
              </a:defRPr>
            </a:lvl7pPr>
            <a:lvl8pPr lvl="7" algn="ctr" rtl="0">
              <a:lnSpc>
                <a:spcPct val="100000"/>
              </a:lnSpc>
              <a:spcBef>
                <a:spcPts val="0"/>
              </a:spcBef>
              <a:spcAft>
                <a:spcPts val="0"/>
              </a:spcAft>
              <a:buSzPts val="1800"/>
              <a:buFont typeface="Inter"/>
              <a:buNone/>
              <a:defRPr sz="1800" b="1">
                <a:latin typeface="Inter"/>
                <a:ea typeface="Inter"/>
                <a:cs typeface="Inter"/>
                <a:sym typeface="Inter"/>
              </a:defRPr>
            </a:lvl8pPr>
            <a:lvl9pPr lvl="8" algn="ctr" rtl="0">
              <a:lnSpc>
                <a:spcPct val="100000"/>
              </a:lnSpc>
              <a:spcBef>
                <a:spcPts val="0"/>
              </a:spcBef>
              <a:spcAft>
                <a:spcPts val="0"/>
              </a:spcAft>
              <a:buSzPts val="1800"/>
              <a:buFont typeface="Inter"/>
              <a:buNone/>
              <a:defRPr sz="1800" b="1">
                <a:latin typeface="Inter"/>
                <a:ea typeface="Inter"/>
                <a:cs typeface="Inter"/>
                <a:sym typeface="Inter"/>
              </a:defRPr>
            </a:lvl9pPr>
          </a:lstStyle>
          <a:p>
            <a:endParaRPr/>
          </a:p>
        </p:txBody>
      </p:sp>
      <p:pic>
        <p:nvPicPr>
          <p:cNvPr id="207" name="Google Shape;207;p22"/>
          <p:cNvPicPr preferRelativeResize="0"/>
          <p:nvPr/>
        </p:nvPicPr>
        <p:blipFill>
          <a:blip r:embed="rId2">
            <a:alphaModFix/>
          </a:blip>
          <a:stretch>
            <a:fillRect/>
          </a:stretch>
        </p:blipFill>
        <p:spPr>
          <a:xfrm rot="718855">
            <a:off x="7573882" y="2765850"/>
            <a:ext cx="5878286" cy="5143500"/>
          </a:xfrm>
          <a:prstGeom prst="rect">
            <a:avLst/>
          </a:prstGeom>
          <a:noFill/>
          <a:ln>
            <a:noFill/>
          </a:ln>
        </p:spPr>
      </p:pic>
      <p:grpSp>
        <p:nvGrpSpPr>
          <p:cNvPr id="208" name="Google Shape;208;p22"/>
          <p:cNvGrpSpPr/>
          <p:nvPr/>
        </p:nvGrpSpPr>
        <p:grpSpPr>
          <a:xfrm>
            <a:off x="246950" y="282625"/>
            <a:ext cx="227100" cy="2989200"/>
            <a:chOff x="246950" y="282625"/>
            <a:chExt cx="227100" cy="2989200"/>
          </a:xfrm>
        </p:grpSpPr>
        <p:sp>
          <p:nvSpPr>
            <p:cNvPr id="209" name="Google Shape;209;p22"/>
            <p:cNvSpPr/>
            <p:nvPr/>
          </p:nvSpPr>
          <p:spPr>
            <a:xfrm>
              <a:off x="246950" y="282625"/>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210" name="Google Shape;210;p22"/>
            <p:cNvSpPr/>
            <p:nvPr/>
          </p:nvSpPr>
          <p:spPr>
            <a:xfrm>
              <a:off x="246950" y="2671275"/>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211" name="Google Shape;211;p22"/>
            <p:cNvSpPr/>
            <p:nvPr/>
          </p:nvSpPr>
          <p:spPr>
            <a:xfrm>
              <a:off x="246950" y="3044725"/>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212"/>
        <p:cNvGrpSpPr/>
        <p:nvPr/>
      </p:nvGrpSpPr>
      <p:grpSpPr>
        <a:xfrm>
          <a:off x="0" y="0"/>
          <a:ext cx="0" cy="0"/>
          <a:chOff x="0" y="0"/>
          <a:chExt cx="0" cy="0"/>
        </a:xfrm>
      </p:grpSpPr>
      <p:grpSp>
        <p:nvGrpSpPr>
          <p:cNvPr id="213" name="Google Shape;213;p23"/>
          <p:cNvGrpSpPr/>
          <p:nvPr/>
        </p:nvGrpSpPr>
        <p:grpSpPr>
          <a:xfrm>
            <a:off x="233100" y="252900"/>
            <a:ext cx="8677800" cy="4637700"/>
            <a:chOff x="233100" y="252900"/>
            <a:chExt cx="8677800" cy="4637700"/>
          </a:xfrm>
        </p:grpSpPr>
        <p:sp>
          <p:nvSpPr>
            <p:cNvPr id="214" name="Google Shape;214;p23"/>
            <p:cNvSpPr/>
            <p:nvPr/>
          </p:nvSpPr>
          <p:spPr>
            <a:xfrm>
              <a:off x="233100" y="252900"/>
              <a:ext cx="8677800" cy="46377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215" name="Google Shape;215;p23"/>
            <p:cNvSpPr/>
            <p:nvPr/>
          </p:nvSpPr>
          <p:spPr>
            <a:xfrm>
              <a:off x="525525" y="53950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nvGrpSpPr>
            <p:cNvPr id="216" name="Google Shape;216;p23"/>
            <p:cNvGrpSpPr/>
            <p:nvPr/>
          </p:nvGrpSpPr>
          <p:grpSpPr>
            <a:xfrm>
              <a:off x="8056808" y="4376900"/>
              <a:ext cx="600550" cy="227100"/>
              <a:chOff x="415725" y="425950"/>
              <a:chExt cx="600550" cy="227100"/>
            </a:xfrm>
          </p:grpSpPr>
          <p:sp>
            <p:nvSpPr>
              <p:cNvPr id="217" name="Google Shape;217;p23"/>
              <p:cNvSpPr/>
              <p:nvPr/>
            </p:nvSpPr>
            <p:spPr>
              <a:xfrm>
                <a:off x="4157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218" name="Google Shape;218;p23"/>
              <p:cNvSpPr/>
              <p:nvPr/>
            </p:nvSpPr>
            <p:spPr>
              <a:xfrm>
                <a:off x="78917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grpSp>
      <p:grpSp>
        <p:nvGrpSpPr>
          <p:cNvPr id="219" name="Google Shape;219;p23"/>
          <p:cNvGrpSpPr/>
          <p:nvPr/>
        </p:nvGrpSpPr>
        <p:grpSpPr>
          <a:xfrm>
            <a:off x="-2952001" y="-4698135"/>
            <a:ext cx="15645749" cy="14619814"/>
            <a:chOff x="-2952001" y="-4698135"/>
            <a:chExt cx="15645749" cy="14619814"/>
          </a:xfrm>
        </p:grpSpPr>
        <p:pic>
          <p:nvPicPr>
            <p:cNvPr id="220" name="Google Shape;220;p23"/>
            <p:cNvPicPr preferRelativeResize="0"/>
            <p:nvPr/>
          </p:nvPicPr>
          <p:blipFill>
            <a:blip r:embed="rId2">
              <a:alphaModFix/>
            </a:blip>
            <a:stretch>
              <a:fillRect/>
            </a:stretch>
          </p:blipFill>
          <p:spPr>
            <a:xfrm rot="1722178" flipH="1">
              <a:off x="3128559" y="2066019"/>
              <a:ext cx="8613734" cy="6166042"/>
            </a:xfrm>
            <a:prstGeom prst="rect">
              <a:avLst/>
            </a:prstGeom>
            <a:noFill/>
            <a:ln>
              <a:noFill/>
            </a:ln>
          </p:spPr>
        </p:pic>
        <p:pic>
          <p:nvPicPr>
            <p:cNvPr id="221" name="Google Shape;221;p23"/>
            <p:cNvPicPr preferRelativeResize="0"/>
            <p:nvPr/>
          </p:nvPicPr>
          <p:blipFill>
            <a:blip r:embed="rId3">
              <a:alphaModFix/>
            </a:blip>
            <a:stretch>
              <a:fillRect/>
            </a:stretch>
          </p:blipFill>
          <p:spPr>
            <a:xfrm rot="-9755818" flipH="1">
              <a:off x="-2107475" y="-3404575"/>
              <a:ext cx="9742450" cy="7138351"/>
            </a:xfrm>
            <a:prstGeom prst="rect">
              <a:avLst/>
            </a:prstGeom>
            <a:noFill/>
            <a:ln>
              <a:noFill/>
            </a:ln>
          </p:spPr>
        </p:pic>
      </p:grpSp>
      <p:sp>
        <p:nvSpPr>
          <p:cNvPr id="222" name="Google Shape;222;p23"/>
          <p:cNvSpPr txBox="1">
            <a:spLocks noGrp="1"/>
          </p:cNvSpPr>
          <p:nvPr>
            <p:ph type="title" hasCustomPrompt="1"/>
          </p:nvPr>
        </p:nvSpPr>
        <p:spPr>
          <a:xfrm>
            <a:off x="941525" y="2678296"/>
            <a:ext cx="3492600" cy="8004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4000"/>
              <a:buNone/>
              <a:defRPr sz="4000">
                <a:solidFill>
                  <a:schemeClr val="accent2"/>
                </a:solidFill>
              </a:defRPr>
            </a:lvl1pPr>
            <a:lvl2pPr lvl="1" algn="ctr" rtl="0">
              <a:spcBef>
                <a:spcPts val="0"/>
              </a:spcBef>
              <a:spcAft>
                <a:spcPts val="0"/>
              </a:spcAft>
              <a:buClr>
                <a:schemeClr val="lt1"/>
              </a:buClr>
              <a:buSzPts val="4000"/>
              <a:buNone/>
              <a:defRPr sz="4000">
                <a:solidFill>
                  <a:schemeClr val="lt1"/>
                </a:solidFill>
              </a:defRPr>
            </a:lvl2pPr>
            <a:lvl3pPr lvl="2" algn="ctr" rtl="0">
              <a:spcBef>
                <a:spcPts val="0"/>
              </a:spcBef>
              <a:spcAft>
                <a:spcPts val="0"/>
              </a:spcAft>
              <a:buClr>
                <a:schemeClr val="lt1"/>
              </a:buClr>
              <a:buSzPts val="4000"/>
              <a:buNone/>
              <a:defRPr sz="4000">
                <a:solidFill>
                  <a:schemeClr val="lt1"/>
                </a:solidFill>
              </a:defRPr>
            </a:lvl3pPr>
            <a:lvl4pPr lvl="3" algn="ctr" rtl="0">
              <a:spcBef>
                <a:spcPts val="0"/>
              </a:spcBef>
              <a:spcAft>
                <a:spcPts val="0"/>
              </a:spcAft>
              <a:buClr>
                <a:schemeClr val="lt1"/>
              </a:buClr>
              <a:buSzPts val="4000"/>
              <a:buNone/>
              <a:defRPr sz="4000">
                <a:solidFill>
                  <a:schemeClr val="lt1"/>
                </a:solidFill>
              </a:defRPr>
            </a:lvl4pPr>
            <a:lvl5pPr lvl="4" algn="ctr" rtl="0">
              <a:spcBef>
                <a:spcPts val="0"/>
              </a:spcBef>
              <a:spcAft>
                <a:spcPts val="0"/>
              </a:spcAft>
              <a:buClr>
                <a:schemeClr val="lt1"/>
              </a:buClr>
              <a:buSzPts val="4000"/>
              <a:buNone/>
              <a:defRPr sz="4000">
                <a:solidFill>
                  <a:schemeClr val="lt1"/>
                </a:solidFill>
              </a:defRPr>
            </a:lvl5pPr>
            <a:lvl6pPr lvl="5" algn="ctr" rtl="0">
              <a:spcBef>
                <a:spcPts val="0"/>
              </a:spcBef>
              <a:spcAft>
                <a:spcPts val="0"/>
              </a:spcAft>
              <a:buClr>
                <a:schemeClr val="lt1"/>
              </a:buClr>
              <a:buSzPts val="4000"/>
              <a:buNone/>
              <a:defRPr sz="4000">
                <a:solidFill>
                  <a:schemeClr val="lt1"/>
                </a:solidFill>
              </a:defRPr>
            </a:lvl6pPr>
            <a:lvl7pPr lvl="6" algn="ctr" rtl="0">
              <a:spcBef>
                <a:spcPts val="0"/>
              </a:spcBef>
              <a:spcAft>
                <a:spcPts val="0"/>
              </a:spcAft>
              <a:buClr>
                <a:schemeClr val="lt1"/>
              </a:buClr>
              <a:buSzPts val="4000"/>
              <a:buNone/>
              <a:defRPr sz="4000">
                <a:solidFill>
                  <a:schemeClr val="lt1"/>
                </a:solidFill>
              </a:defRPr>
            </a:lvl7pPr>
            <a:lvl8pPr lvl="7" algn="ctr" rtl="0">
              <a:spcBef>
                <a:spcPts val="0"/>
              </a:spcBef>
              <a:spcAft>
                <a:spcPts val="0"/>
              </a:spcAft>
              <a:buClr>
                <a:schemeClr val="lt1"/>
              </a:buClr>
              <a:buSzPts val="4000"/>
              <a:buNone/>
              <a:defRPr sz="4000">
                <a:solidFill>
                  <a:schemeClr val="lt1"/>
                </a:solidFill>
              </a:defRPr>
            </a:lvl8pPr>
            <a:lvl9pPr lvl="8" algn="ctr" rtl="0">
              <a:spcBef>
                <a:spcPts val="0"/>
              </a:spcBef>
              <a:spcAft>
                <a:spcPts val="0"/>
              </a:spcAft>
              <a:buClr>
                <a:schemeClr val="lt1"/>
              </a:buClr>
              <a:buSzPts val="4000"/>
              <a:buNone/>
              <a:defRPr sz="4000">
                <a:solidFill>
                  <a:schemeClr val="lt1"/>
                </a:solidFill>
              </a:defRPr>
            </a:lvl9pPr>
          </a:lstStyle>
          <a:p>
            <a:r>
              <a:t>xx%</a:t>
            </a:r>
          </a:p>
        </p:txBody>
      </p:sp>
      <p:sp>
        <p:nvSpPr>
          <p:cNvPr id="223" name="Google Shape;223;p23"/>
          <p:cNvSpPr txBox="1">
            <a:spLocks noGrp="1"/>
          </p:cNvSpPr>
          <p:nvPr>
            <p:ph type="subTitle" idx="1"/>
          </p:nvPr>
        </p:nvSpPr>
        <p:spPr>
          <a:xfrm>
            <a:off x="941525" y="3452940"/>
            <a:ext cx="3492600" cy="36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224" name="Google Shape;224;p23"/>
          <p:cNvSpPr txBox="1">
            <a:spLocks noGrp="1"/>
          </p:cNvSpPr>
          <p:nvPr>
            <p:ph type="title" idx="2" hasCustomPrompt="1"/>
          </p:nvPr>
        </p:nvSpPr>
        <p:spPr>
          <a:xfrm>
            <a:off x="2968838" y="1030510"/>
            <a:ext cx="3492600" cy="8004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4000"/>
              <a:buNone/>
              <a:defRPr sz="4000">
                <a:solidFill>
                  <a:schemeClr val="accent2"/>
                </a:solidFill>
              </a:defRPr>
            </a:lvl1pPr>
            <a:lvl2pPr lvl="1" algn="ctr" rtl="0">
              <a:spcBef>
                <a:spcPts val="0"/>
              </a:spcBef>
              <a:spcAft>
                <a:spcPts val="0"/>
              </a:spcAft>
              <a:buClr>
                <a:schemeClr val="lt1"/>
              </a:buClr>
              <a:buSzPts val="4000"/>
              <a:buNone/>
              <a:defRPr sz="4000">
                <a:solidFill>
                  <a:schemeClr val="lt1"/>
                </a:solidFill>
              </a:defRPr>
            </a:lvl2pPr>
            <a:lvl3pPr lvl="2" algn="ctr" rtl="0">
              <a:spcBef>
                <a:spcPts val="0"/>
              </a:spcBef>
              <a:spcAft>
                <a:spcPts val="0"/>
              </a:spcAft>
              <a:buClr>
                <a:schemeClr val="lt1"/>
              </a:buClr>
              <a:buSzPts val="4000"/>
              <a:buNone/>
              <a:defRPr sz="4000">
                <a:solidFill>
                  <a:schemeClr val="lt1"/>
                </a:solidFill>
              </a:defRPr>
            </a:lvl3pPr>
            <a:lvl4pPr lvl="3" algn="ctr" rtl="0">
              <a:spcBef>
                <a:spcPts val="0"/>
              </a:spcBef>
              <a:spcAft>
                <a:spcPts val="0"/>
              </a:spcAft>
              <a:buClr>
                <a:schemeClr val="lt1"/>
              </a:buClr>
              <a:buSzPts val="4000"/>
              <a:buNone/>
              <a:defRPr sz="4000">
                <a:solidFill>
                  <a:schemeClr val="lt1"/>
                </a:solidFill>
              </a:defRPr>
            </a:lvl4pPr>
            <a:lvl5pPr lvl="4" algn="ctr" rtl="0">
              <a:spcBef>
                <a:spcPts val="0"/>
              </a:spcBef>
              <a:spcAft>
                <a:spcPts val="0"/>
              </a:spcAft>
              <a:buClr>
                <a:schemeClr val="lt1"/>
              </a:buClr>
              <a:buSzPts val="4000"/>
              <a:buNone/>
              <a:defRPr sz="4000">
                <a:solidFill>
                  <a:schemeClr val="lt1"/>
                </a:solidFill>
              </a:defRPr>
            </a:lvl5pPr>
            <a:lvl6pPr lvl="5" algn="ctr" rtl="0">
              <a:spcBef>
                <a:spcPts val="0"/>
              </a:spcBef>
              <a:spcAft>
                <a:spcPts val="0"/>
              </a:spcAft>
              <a:buClr>
                <a:schemeClr val="lt1"/>
              </a:buClr>
              <a:buSzPts val="4000"/>
              <a:buNone/>
              <a:defRPr sz="4000">
                <a:solidFill>
                  <a:schemeClr val="lt1"/>
                </a:solidFill>
              </a:defRPr>
            </a:lvl6pPr>
            <a:lvl7pPr lvl="6" algn="ctr" rtl="0">
              <a:spcBef>
                <a:spcPts val="0"/>
              </a:spcBef>
              <a:spcAft>
                <a:spcPts val="0"/>
              </a:spcAft>
              <a:buClr>
                <a:schemeClr val="lt1"/>
              </a:buClr>
              <a:buSzPts val="4000"/>
              <a:buNone/>
              <a:defRPr sz="4000">
                <a:solidFill>
                  <a:schemeClr val="lt1"/>
                </a:solidFill>
              </a:defRPr>
            </a:lvl7pPr>
            <a:lvl8pPr lvl="7" algn="ctr" rtl="0">
              <a:spcBef>
                <a:spcPts val="0"/>
              </a:spcBef>
              <a:spcAft>
                <a:spcPts val="0"/>
              </a:spcAft>
              <a:buClr>
                <a:schemeClr val="lt1"/>
              </a:buClr>
              <a:buSzPts val="4000"/>
              <a:buNone/>
              <a:defRPr sz="4000">
                <a:solidFill>
                  <a:schemeClr val="lt1"/>
                </a:solidFill>
              </a:defRPr>
            </a:lvl8pPr>
            <a:lvl9pPr lvl="8" algn="ctr" rtl="0">
              <a:spcBef>
                <a:spcPts val="0"/>
              </a:spcBef>
              <a:spcAft>
                <a:spcPts val="0"/>
              </a:spcAft>
              <a:buClr>
                <a:schemeClr val="lt1"/>
              </a:buClr>
              <a:buSzPts val="4000"/>
              <a:buNone/>
              <a:defRPr sz="4000">
                <a:solidFill>
                  <a:schemeClr val="lt1"/>
                </a:solidFill>
              </a:defRPr>
            </a:lvl9pPr>
          </a:lstStyle>
          <a:p>
            <a:r>
              <a:t>xx%</a:t>
            </a:r>
          </a:p>
        </p:txBody>
      </p:sp>
      <p:sp>
        <p:nvSpPr>
          <p:cNvPr id="225" name="Google Shape;225;p23"/>
          <p:cNvSpPr txBox="1">
            <a:spLocks noGrp="1"/>
          </p:cNvSpPr>
          <p:nvPr>
            <p:ph type="subTitle" idx="3"/>
          </p:nvPr>
        </p:nvSpPr>
        <p:spPr>
          <a:xfrm>
            <a:off x="2968838" y="1805448"/>
            <a:ext cx="3492600" cy="36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226" name="Google Shape;226;p23"/>
          <p:cNvSpPr txBox="1">
            <a:spLocks noGrp="1"/>
          </p:cNvSpPr>
          <p:nvPr>
            <p:ph type="title" idx="4" hasCustomPrompt="1"/>
          </p:nvPr>
        </p:nvSpPr>
        <p:spPr>
          <a:xfrm>
            <a:off x="4709875" y="2678296"/>
            <a:ext cx="3492600" cy="8004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4000"/>
              <a:buNone/>
              <a:defRPr sz="4000">
                <a:solidFill>
                  <a:schemeClr val="accent2"/>
                </a:solidFill>
              </a:defRPr>
            </a:lvl1pPr>
            <a:lvl2pPr lvl="1" algn="ctr" rtl="0">
              <a:spcBef>
                <a:spcPts val="0"/>
              </a:spcBef>
              <a:spcAft>
                <a:spcPts val="0"/>
              </a:spcAft>
              <a:buClr>
                <a:schemeClr val="lt1"/>
              </a:buClr>
              <a:buSzPts val="4000"/>
              <a:buNone/>
              <a:defRPr sz="4000">
                <a:solidFill>
                  <a:schemeClr val="lt1"/>
                </a:solidFill>
              </a:defRPr>
            </a:lvl2pPr>
            <a:lvl3pPr lvl="2" algn="ctr" rtl="0">
              <a:spcBef>
                <a:spcPts val="0"/>
              </a:spcBef>
              <a:spcAft>
                <a:spcPts val="0"/>
              </a:spcAft>
              <a:buClr>
                <a:schemeClr val="lt1"/>
              </a:buClr>
              <a:buSzPts val="4000"/>
              <a:buNone/>
              <a:defRPr sz="4000">
                <a:solidFill>
                  <a:schemeClr val="lt1"/>
                </a:solidFill>
              </a:defRPr>
            </a:lvl3pPr>
            <a:lvl4pPr lvl="3" algn="ctr" rtl="0">
              <a:spcBef>
                <a:spcPts val="0"/>
              </a:spcBef>
              <a:spcAft>
                <a:spcPts val="0"/>
              </a:spcAft>
              <a:buClr>
                <a:schemeClr val="lt1"/>
              </a:buClr>
              <a:buSzPts val="4000"/>
              <a:buNone/>
              <a:defRPr sz="4000">
                <a:solidFill>
                  <a:schemeClr val="lt1"/>
                </a:solidFill>
              </a:defRPr>
            </a:lvl4pPr>
            <a:lvl5pPr lvl="4" algn="ctr" rtl="0">
              <a:spcBef>
                <a:spcPts val="0"/>
              </a:spcBef>
              <a:spcAft>
                <a:spcPts val="0"/>
              </a:spcAft>
              <a:buClr>
                <a:schemeClr val="lt1"/>
              </a:buClr>
              <a:buSzPts val="4000"/>
              <a:buNone/>
              <a:defRPr sz="4000">
                <a:solidFill>
                  <a:schemeClr val="lt1"/>
                </a:solidFill>
              </a:defRPr>
            </a:lvl5pPr>
            <a:lvl6pPr lvl="5" algn="ctr" rtl="0">
              <a:spcBef>
                <a:spcPts val="0"/>
              </a:spcBef>
              <a:spcAft>
                <a:spcPts val="0"/>
              </a:spcAft>
              <a:buClr>
                <a:schemeClr val="lt1"/>
              </a:buClr>
              <a:buSzPts val="4000"/>
              <a:buNone/>
              <a:defRPr sz="4000">
                <a:solidFill>
                  <a:schemeClr val="lt1"/>
                </a:solidFill>
              </a:defRPr>
            </a:lvl6pPr>
            <a:lvl7pPr lvl="6" algn="ctr" rtl="0">
              <a:spcBef>
                <a:spcPts val="0"/>
              </a:spcBef>
              <a:spcAft>
                <a:spcPts val="0"/>
              </a:spcAft>
              <a:buClr>
                <a:schemeClr val="lt1"/>
              </a:buClr>
              <a:buSzPts val="4000"/>
              <a:buNone/>
              <a:defRPr sz="4000">
                <a:solidFill>
                  <a:schemeClr val="lt1"/>
                </a:solidFill>
              </a:defRPr>
            </a:lvl7pPr>
            <a:lvl8pPr lvl="7" algn="ctr" rtl="0">
              <a:spcBef>
                <a:spcPts val="0"/>
              </a:spcBef>
              <a:spcAft>
                <a:spcPts val="0"/>
              </a:spcAft>
              <a:buClr>
                <a:schemeClr val="lt1"/>
              </a:buClr>
              <a:buSzPts val="4000"/>
              <a:buNone/>
              <a:defRPr sz="4000">
                <a:solidFill>
                  <a:schemeClr val="lt1"/>
                </a:solidFill>
              </a:defRPr>
            </a:lvl8pPr>
            <a:lvl9pPr lvl="8" algn="ctr" rtl="0">
              <a:spcBef>
                <a:spcPts val="0"/>
              </a:spcBef>
              <a:spcAft>
                <a:spcPts val="0"/>
              </a:spcAft>
              <a:buClr>
                <a:schemeClr val="lt1"/>
              </a:buClr>
              <a:buSzPts val="4000"/>
              <a:buNone/>
              <a:defRPr sz="4000">
                <a:solidFill>
                  <a:schemeClr val="lt1"/>
                </a:solidFill>
              </a:defRPr>
            </a:lvl9pPr>
          </a:lstStyle>
          <a:p>
            <a:r>
              <a:t>xx%</a:t>
            </a:r>
          </a:p>
        </p:txBody>
      </p:sp>
      <p:sp>
        <p:nvSpPr>
          <p:cNvPr id="227" name="Google Shape;227;p23"/>
          <p:cNvSpPr txBox="1">
            <a:spLocks noGrp="1"/>
          </p:cNvSpPr>
          <p:nvPr>
            <p:ph type="subTitle" idx="5"/>
          </p:nvPr>
        </p:nvSpPr>
        <p:spPr>
          <a:xfrm>
            <a:off x="4709875" y="3452940"/>
            <a:ext cx="3492600" cy="36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228"/>
        <p:cNvGrpSpPr/>
        <p:nvPr/>
      </p:nvGrpSpPr>
      <p:grpSpPr>
        <a:xfrm>
          <a:off x="0" y="0"/>
          <a:ext cx="0" cy="0"/>
          <a:chOff x="0" y="0"/>
          <a:chExt cx="0" cy="0"/>
        </a:xfrm>
      </p:grpSpPr>
      <p:grpSp>
        <p:nvGrpSpPr>
          <p:cNvPr id="229" name="Google Shape;229;p24"/>
          <p:cNvGrpSpPr/>
          <p:nvPr/>
        </p:nvGrpSpPr>
        <p:grpSpPr>
          <a:xfrm>
            <a:off x="233100" y="252900"/>
            <a:ext cx="8677800" cy="4637700"/>
            <a:chOff x="233100" y="252900"/>
            <a:chExt cx="8677800" cy="4637700"/>
          </a:xfrm>
        </p:grpSpPr>
        <p:sp>
          <p:nvSpPr>
            <p:cNvPr id="230" name="Google Shape;230;p24"/>
            <p:cNvSpPr/>
            <p:nvPr/>
          </p:nvSpPr>
          <p:spPr>
            <a:xfrm>
              <a:off x="233100" y="252900"/>
              <a:ext cx="8677800" cy="46377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nvGrpSpPr>
            <p:cNvPr id="231" name="Google Shape;231;p24"/>
            <p:cNvGrpSpPr/>
            <p:nvPr/>
          </p:nvGrpSpPr>
          <p:grpSpPr>
            <a:xfrm>
              <a:off x="486125" y="539500"/>
              <a:ext cx="8171750" cy="4064500"/>
              <a:chOff x="486125" y="539500"/>
              <a:chExt cx="8171750" cy="4064500"/>
            </a:xfrm>
          </p:grpSpPr>
          <p:grpSp>
            <p:nvGrpSpPr>
              <p:cNvPr id="232" name="Google Shape;232;p24"/>
              <p:cNvGrpSpPr/>
              <p:nvPr/>
            </p:nvGrpSpPr>
            <p:grpSpPr>
              <a:xfrm rot="5400000">
                <a:off x="299400" y="4190175"/>
                <a:ext cx="600550" cy="227100"/>
                <a:chOff x="789175" y="425950"/>
                <a:chExt cx="600550" cy="227100"/>
              </a:xfrm>
            </p:grpSpPr>
            <p:sp>
              <p:nvSpPr>
                <p:cNvPr id="233" name="Google Shape;233;p24"/>
                <p:cNvSpPr/>
                <p:nvPr/>
              </p:nvSpPr>
              <p:spPr>
                <a:xfrm>
                  <a:off x="78917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234" name="Google Shape;234;p24"/>
                <p:cNvSpPr/>
                <p:nvPr/>
              </p:nvSpPr>
              <p:spPr>
                <a:xfrm>
                  <a:off x="11626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sp>
            <p:nvSpPr>
              <p:cNvPr id="235" name="Google Shape;235;p24"/>
              <p:cNvSpPr/>
              <p:nvPr/>
            </p:nvSpPr>
            <p:spPr>
              <a:xfrm rot="5400000">
                <a:off x="8430775" y="53950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grpSp>
      <p:grpSp>
        <p:nvGrpSpPr>
          <p:cNvPr id="236" name="Google Shape;236;p24"/>
          <p:cNvGrpSpPr/>
          <p:nvPr/>
        </p:nvGrpSpPr>
        <p:grpSpPr>
          <a:xfrm>
            <a:off x="-4537575" y="-2249975"/>
            <a:ext cx="16677901" cy="9447826"/>
            <a:chOff x="-4537575" y="-2249975"/>
            <a:chExt cx="16677901" cy="9447826"/>
          </a:xfrm>
        </p:grpSpPr>
        <p:pic>
          <p:nvPicPr>
            <p:cNvPr id="237" name="Google Shape;237;p24"/>
            <p:cNvPicPr preferRelativeResize="0"/>
            <p:nvPr/>
          </p:nvPicPr>
          <p:blipFill>
            <a:blip r:embed="rId2">
              <a:alphaModFix/>
            </a:blip>
            <a:stretch>
              <a:fillRect/>
            </a:stretch>
          </p:blipFill>
          <p:spPr>
            <a:xfrm rot="-2700010" flipH="1">
              <a:off x="-3782873" y="-489731"/>
              <a:ext cx="7077144" cy="5066088"/>
            </a:xfrm>
            <a:prstGeom prst="rect">
              <a:avLst/>
            </a:prstGeom>
            <a:noFill/>
            <a:ln>
              <a:noFill/>
            </a:ln>
          </p:spPr>
        </p:pic>
        <p:pic>
          <p:nvPicPr>
            <p:cNvPr id="238" name="Google Shape;238;p24"/>
            <p:cNvPicPr preferRelativeResize="0"/>
            <p:nvPr/>
          </p:nvPicPr>
          <p:blipFill>
            <a:blip r:embed="rId2">
              <a:alphaModFix/>
            </a:blip>
            <a:stretch>
              <a:fillRect/>
            </a:stretch>
          </p:blipFill>
          <p:spPr>
            <a:xfrm rot="-6020753">
              <a:off x="5478208" y="732544"/>
              <a:ext cx="7073111" cy="5063187"/>
            </a:xfrm>
            <a:prstGeom prst="rect">
              <a:avLst/>
            </a:prstGeom>
            <a:noFill/>
            <a:ln>
              <a:noFill/>
            </a:ln>
          </p:spPr>
        </p:pic>
      </p:grpSp>
      <p:sp>
        <p:nvSpPr>
          <p:cNvPr id="239" name="Google Shape;239;p24"/>
          <p:cNvSpPr txBox="1">
            <a:spLocks noGrp="1"/>
          </p:cNvSpPr>
          <p:nvPr>
            <p:ph type="title"/>
          </p:nvPr>
        </p:nvSpPr>
        <p:spPr>
          <a:xfrm>
            <a:off x="2099100" y="539500"/>
            <a:ext cx="4945800" cy="1108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6000"/>
              <a:buNone/>
              <a:defRPr sz="60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endParaRPr/>
          </a:p>
        </p:txBody>
      </p:sp>
      <p:sp>
        <p:nvSpPr>
          <p:cNvPr id="240" name="Google Shape;240;p24"/>
          <p:cNvSpPr txBox="1">
            <a:spLocks noGrp="1"/>
          </p:cNvSpPr>
          <p:nvPr>
            <p:ph type="subTitle" idx="1"/>
          </p:nvPr>
        </p:nvSpPr>
        <p:spPr>
          <a:xfrm>
            <a:off x="2347950" y="1940900"/>
            <a:ext cx="4448100" cy="1169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241" name="Google Shape;241;p24"/>
          <p:cNvSpPr txBox="1"/>
          <p:nvPr/>
        </p:nvSpPr>
        <p:spPr>
          <a:xfrm>
            <a:off x="2099100" y="4049900"/>
            <a:ext cx="4945800" cy="5541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b="1">
                <a:solidFill>
                  <a:schemeClr val="dk1"/>
                </a:solidFill>
                <a:latin typeface="Raleway"/>
                <a:ea typeface="Raleway"/>
                <a:cs typeface="Raleway"/>
                <a:sym typeface="Raleway"/>
              </a:rPr>
              <a:t>CREDITS:</a:t>
            </a:r>
            <a:r>
              <a:rPr lang="en" sz="1200">
                <a:solidFill>
                  <a:schemeClr val="dk1"/>
                </a:solidFill>
                <a:latin typeface="Raleway"/>
                <a:ea typeface="Raleway"/>
                <a:cs typeface="Raleway"/>
                <a:sym typeface="Raleway"/>
              </a:rPr>
              <a:t> This presentation template was created by </a:t>
            </a:r>
            <a:r>
              <a:rPr lang="en" sz="1200" b="1" u="sng">
                <a:solidFill>
                  <a:schemeClr val="dk1"/>
                </a:solidFill>
                <a:latin typeface="Raleway"/>
                <a:ea typeface="Raleway"/>
                <a:cs typeface="Raleway"/>
                <a:sym typeface="Raleway"/>
                <a:hlinkClick r:id="rId3">
                  <a:extLst>
                    <a:ext uri="{A12FA001-AC4F-418D-AE19-62706E023703}">
                      <ahyp:hlinkClr xmlns:ahyp="http://schemas.microsoft.com/office/drawing/2018/hyperlinkcolor" val="tx"/>
                    </a:ext>
                  </a:extLst>
                </a:hlinkClick>
              </a:rPr>
              <a:t>Slidesgo</a:t>
            </a:r>
            <a:r>
              <a:rPr lang="en" sz="1200">
                <a:solidFill>
                  <a:schemeClr val="dk1"/>
                </a:solidFill>
                <a:latin typeface="Raleway"/>
                <a:ea typeface="Raleway"/>
                <a:cs typeface="Raleway"/>
                <a:sym typeface="Raleway"/>
              </a:rPr>
              <a:t>, and includes icons, infographics &amp; images by </a:t>
            </a:r>
            <a:r>
              <a:rPr lang="en" sz="1200" b="1" u="sng">
                <a:solidFill>
                  <a:schemeClr val="dk1"/>
                </a:solidFill>
                <a:latin typeface="Raleway"/>
                <a:ea typeface="Raleway"/>
                <a:cs typeface="Raleway"/>
                <a:sym typeface="Raleway"/>
                <a:hlinkClick r:id="rId4">
                  <a:extLst>
                    <a:ext uri="{A12FA001-AC4F-418D-AE19-62706E023703}">
                      <ahyp:hlinkClr xmlns:ahyp="http://schemas.microsoft.com/office/drawing/2018/hyperlinkcolor" val="tx"/>
                    </a:ext>
                  </a:extLst>
                </a:hlinkClick>
              </a:rPr>
              <a:t>Freepik</a:t>
            </a:r>
            <a:r>
              <a:rPr lang="en" sz="1200" u="sng">
                <a:solidFill>
                  <a:schemeClr val="dk1"/>
                </a:solidFill>
                <a:latin typeface="Raleway"/>
                <a:ea typeface="Raleway"/>
                <a:cs typeface="Raleway"/>
                <a:sym typeface="Raleway"/>
              </a:rPr>
              <a:t> </a:t>
            </a:r>
            <a:endParaRPr sz="1200" b="1" u="sng">
              <a:solidFill>
                <a:schemeClr val="dk1"/>
              </a:solidFill>
              <a:latin typeface="Raleway"/>
              <a:ea typeface="Raleway"/>
              <a:cs typeface="Raleway"/>
              <a:sym typeface="Raleway"/>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242"/>
        <p:cNvGrpSpPr/>
        <p:nvPr/>
      </p:nvGrpSpPr>
      <p:grpSpPr>
        <a:xfrm>
          <a:off x="0" y="0"/>
          <a:ext cx="0" cy="0"/>
          <a:chOff x="0" y="0"/>
          <a:chExt cx="0" cy="0"/>
        </a:xfrm>
      </p:grpSpPr>
      <p:grpSp>
        <p:nvGrpSpPr>
          <p:cNvPr id="243" name="Google Shape;243;p25"/>
          <p:cNvGrpSpPr/>
          <p:nvPr/>
        </p:nvGrpSpPr>
        <p:grpSpPr>
          <a:xfrm>
            <a:off x="-2825274" y="-3157415"/>
            <a:ext cx="14284504" cy="10512800"/>
            <a:chOff x="-2825274" y="-3157415"/>
            <a:chExt cx="14284504" cy="10512800"/>
          </a:xfrm>
        </p:grpSpPr>
        <p:pic>
          <p:nvPicPr>
            <p:cNvPr id="244" name="Google Shape;244;p25"/>
            <p:cNvPicPr preferRelativeResize="0"/>
            <p:nvPr/>
          </p:nvPicPr>
          <p:blipFill>
            <a:blip r:embed="rId2">
              <a:alphaModFix/>
            </a:blip>
            <a:stretch>
              <a:fillRect/>
            </a:stretch>
          </p:blipFill>
          <p:spPr>
            <a:xfrm rot="878570" flipH="1">
              <a:off x="5206411" y="2520664"/>
              <a:ext cx="5820694" cy="4166673"/>
            </a:xfrm>
            <a:prstGeom prst="rect">
              <a:avLst/>
            </a:prstGeom>
            <a:noFill/>
            <a:ln>
              <a:noFill/>
            </a:ln>
          </p:spPr>
        </p:pic>
        <p:pic>
          <p:nvPicPr>
            <p:cNvPr id="245" name="Google Shape;245;p25"/>
            <p:cNvPicPr preferRelativeResize="0"/>
            <p:nvPr/>
          </p:nvPicPr>
          <p:blipFill>
            <a:blip r:embed="rId3">
              <a:alphaModFix/>
            </a:blip>
            <a:stretch>
              <a:fillRect/>
            </a:stretch>
          </p:blipFill>
          <p:spPr>
            <a:xfrm rot="-9755820" flipH="1">
              <a:off x="-2240196" y="-2261255"/>
              <a:ext cx="6749446" cy="4945353"/>
            </a:xfrm>
            <a:prstGeom prst="rect">
              <a:avLst/>
            </a:prstGeom>
            <a:noFill/>
            <a:ln>
              <a:noFill/>
            </a:ln>
          </p:spPr>
        </p:pic>
      </p:grpSp>
      <p:grpSp>
        <p:nvGrpSpPr>
          <p:cNvPr id="246" name="Google Shape;246;p25"/>
          <p:cNvGrpSpPr/>
          <p:nvPr/>
        </p:nvGrpSpPr>
        <p:grpSpPr>
          <a:xfrm>
            <a:off x="246950" y="1923050"/>
            <a:ext cx="227100" cy="2989200"/>
            <a:chOff x="246950" y="282625"/>
            <a:chExt cx="227100" cy="2989200"/>
          </a:xfrm>
        </p:grpSpPr>
        <p:sp>
          <p:nvSpPr>
            <p:cNvPr id="247" name="Google Shape;247;p25"/>
            <p:cNvSpPr/>
            <p:nvPr/>
          </p:nvSpPr>
          <p:spPr>
            <a:xfrm>
              <a:off x="246950" y="282625"/>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248" name="Google Shape;248;p25"/>
            <p:cNvSpPr/>
            <p:nvPr/>
          </p:nvSpPr>
          <p:spPr>
            <a:xfrm>
              <a:off x="246950" y="2671275"/>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249" name="Google Shape;249;p25"/>
            <p:cNvSpPr/>
            <p:nvPr/>
          </p:nvSpPr>
          <p:spPr>
            <a:xfrm>
              <a:off x="246950" y="3044725"/>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250"/>
        <p:cNvGrpSpPr/>
        <p:nvPr/>
      </p:nvGrpSpPr>
      <p:grpSpPr>
        <a:xfrm>
          <a:off x="0" y="0"/>
          <a:ext cx="0" cy="0"/>
          <a:chOff x="0" y="0"/>
          <a:chExt cx="0" cy="0"/>
        </a:xfrm>
      </p:grpSpPr>
      <p:grpSp>
        <p:nvGrpSpPr>
          <p:cNvPr id="251" name="Google Shape;251;p26"/>
          <p:cNvGrpSpPr/>
          <p:nvPr/>
        </p:nvGrpSpPr>
        <p:grpSpPr>
          <a:xfrm>
            <a:off x="233100" y="252900"/>
            <a:ext cx="8677800" cy="4637700"/>
            <a:chOff x="233100" y="252900"/>
            <a:chExt cx="8677800" cy="4637700"/>
          </a:xfrm>
        </p:grpSpPr>
        <p:sp>
          <p:nvSpPr>
            <p:cNvPr id="252" name="Google Shape;252;p26"/>
            <p:cNvSpPr/>
            <p:nvPr/>
          </p:nvSpPr>
          <p:spPr>
            <a:xfrm>
              <a:off x="233100" y="252900"/>
              <a:ext cx="8677800" cy="46377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nvGrpSpPr>
            <p:cNvPr id="253" name="Google Shape;253;p26"/>
            <p:cNvGrpSpPr/>
            <p:nvPr/>
          </p:nvGrpSpPr>
          <p:grpSpPr>
            <a:xfrm>
              <a:off x="486125" y="539500"/>
              <a:ext cx="8171750" cy="4064500"/>
              <a:chOff x="486125" y="539500"/>
              <a:chExt cx="8171750" cy="4064500"/>
            </a:xfrm>
          </p:grpSpPr>
          <p:grpSp>
            <p:nvGrpSpPr>
              <p:cNvPr id="254" name="Google Shape;254;p26"/>
              <p:cNvGrpSpPr/>
              <p:nvPr/>
            </p:nvGrpSpPr>
            <p:grpSpPr>
              <a:xfrm rot="5400000">
                <a:off x="299400" y="4190175"/>
                <a:ext cx="600550" cy="227100"/>
                <a:chOff x="789175" y="425950"/>
                <a:chExt cx="600550" cy="227100"/>
              </a:xfrm>
            </p:grpSpPr>
            <p:sp>
              <p:nvSpPr>
                <p:cNvPr id="255" name="Google Shape;255;p26"/>
                <p:cNvSpPr/>
                <p:nvPr/>
              </p:nvSpPr>
              <p:spPr>
                <a:xfrm>
                  <a:off x="78917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256" name="Google Shape;256;p26"/>
                <p:cNvSpPr/>
                <p:nvPr/>
              </p:nvSpPr>
              <p:spPr>
                <a:xfrm>
                  <a:off x="11626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sp>
            <p:nvSpPr>
              <p:cNvPr id="257" name="Google Shape;257;p26"/>
              <p:cNvSpPr/>
              <p:nvPr/>
            </p:nvSpPr>
            <p:spPr>
              <a:xfrm rot="5400000">
                <a:off x="8430775" y="53950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grpSp>
      <p:grpSp>
        <p:nvGrpSpPr>
          <p:cNvPr id="258" name="Google Shape;258;p26"/>
          <p:cNvGrpSpPr/>
          <p:nvPr/>
        </p:nvGrpSpPr>
        <p:grpSpPr>
          <a:xfrm>
            <a:off x="-4637900" y="-3318702"/>
            <a:ext cx="16509950" cy="12107424"/>
            <a:chOff x="-4637900" y="-3318702"/>
            <a:chExt cx="16509950" cy="12107424"/>
          </a:xfrm>
        </p:grpSpPr>
        <p:pic>
          <p:nvPicPr>
            <p:cNvPr id="259" name="Google Shape;259;p26"/>
            <p:cNvPicPr preferRelativeResize="0"/>
            <p:nvPr/>
          </p:nvPicPr>
          <p:blipFill>
            <a:blip r:embed="rId2">
              <a:alphaModFix/>
            </a:blip>
            <a:stretch>
              <a:fillRect/>
            </a:stretch>
          </p:blipFill>
          <p:spPr>
            <a:xfrm rot="4174564">
              <a:off x="6805253" y="-2152294"/>
              <a:ext cx="5000719" cy="3615060"/>
            </a:xfrm>
            <a:prstGeom prst="rect">
              <a:avLst/>
            </a:prstGeom>
            <a:noFill/>
            <a:ln>
              <a:noFill/>
            </a:ln>
          </p:spPr>
        </p:pic>
        <p:pic>
          <p:nvPicPr>
            <p:cNvPr id="260" name="Google Shape;260;p26"/>
            <p:cNvPicPr preferRelativeResize="0"/>
            <p:nvPr/>
          </p:nvPicPr>
          <p:blipFill>
            <a:blip r:embed="rId2">
              <a:alphaModFix/>
            </a:blip>
            <a:stretch>
              <a:fillRect/>
            </a:stretch>
          </p:blipFill>
          <p:spPr>
            <a:xfrm rot="4174570">
              <a:off x="-4537818" y="1545241"/>
              <a:ext cx="7575637" cy="5476464"/>
            </a:xfrm>
            <a:prstGeom prst="rect">
              <a:avLst/>
            </a:prstGeom>
            <a:noFill/>
            <a:ln>
              <a:noFill/>
            </a:ln>
          </p:spPr>
        </p:pic>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64"/>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265"/>
        <p:cNvGrpSpPr/>
        <p:nvPr/>
      </p:nvGrpSpPr>
      <p:grpSpPr>
        <a:xfrm>
          <a:off x="0" y="0"/>
          <a:ext cx="0" cy="0"/>
          <a:chOff x="0" y="0"/>
          <a:chExt cx="0" cy="0"/>
        </a:xfrm>
      </p:grpSpPr>
      <p:sp>
        <p:nvSpPr>
          <p:cNvPr id="266" name="Google Shape;266;p29"/>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 /><Relationship Id="rId13" Type="http://schemas.openxmlformats.org/officeDocument/2006/relationships/slideLayout" Target="../slideLayouts/slideLayout13.xml" /><Relationship Id="rId18" Type="http://schemas.openxmlformats.org/officeDocument/2006/relationships/slideLayout" Target="../slideLayouts/slideLayout18.xml" /><Relationship Id="rId3" Type="http://schemas.openxmlformats.org/officeDocument/2006/relationships/slideLayout" Target="../slideLayouts/slideLayout3.xml" /><Relationship Id="rId21" Type="http://schemas.openxmlformats.org/officeDocument/2006/relationships/slideLayout" Target="../slideLayouts/slideLayout21.xml" /><Relationship Id="rId7" Type="http://schemas.openxmlformats.org/officeDocument/2006/relationships/slideLayout" Target="../slideLayouts/slideLayout7.xml" /><Relationship Id="rId12" Type="http://schemas.openxmlformats.org/officeDocument/2006/relationships/slideLayout" Target="../slideLayouts/slideLayout12.xml" /><Relationship Id="rId17" Type="http://schemas.openxmlformats.org/officeDocument/2006/relationships/slideLayout" Target="../slideLayouts/slideLayout17.xml" /><Relationship Id="rId2" Type="http://schemas.openxmlformats.org/officeDocument/2006/relationships/slideLayout" Target="../slideLayouts/slideLayout2.xml" /><Relationship Id="rId16" Type="http://schemas.openxmlformats.org/officeDocument/2006/relationships/slideLayout" Target="../slideLayouts/slideLayout16.xml" /><Relationship Id="rId20" Type="http://schemas.openxmlformats.org/officeDocument/2006/relationships/slideLayout" Target="../slideLayouts/slideLayout20.xml" /><Relationship Id="rId1" Type="http://schemas.openxmlformats.org/officeDocument/2006/relationships/slideLayout" Target="../slideLayouts/slideLayout1.xml" /><Relationship Id="rId6" Type="http://schemas.openxmlformats.org/officeDocument/2006/relationships/slideLayout" Target="../slideLayouts/slideLayout6.xml" /><Relationship Id="rId11" Type="http://schemas.openxmlformats.org/officeDocument/2006/relationships/slideLayout" Target="../slideLayouts/slideLayout11.xml" /><Relationship Id="rId5" Type="http://schemas.openxmlformats.org/officeDocument/2006/relationships/slideLayout" Target="../slideLayouts/slideLayout5.xml" /><Relationship Id="rId15" Type="http://schemas.openxmlformats.org/officeDocument/2006/relationships/slideLayout" Target="../slideLayouts/slideLayout15.xml" /><Relationship Id="rId23" Type="http://schemas.openxmlformats.org/officeDocument/2006/relationships/theme" Target="../theme/theme1.xml" /><Relationship Id="rId10" Type="http://schemas.openxmlformats.org/officeDocument/2006/relationships/slideLayout" Target="../slideLayouts/slideLayout10.xml" /><Relationship Id="rId19" Type="http://schemas.openxmlformats.org/officeDocument/2006/relationships/slideLayout" Target="../slideLayouts/slideLayout19.xml" /><Relationship Id="rId4" Type="http://schemas.openxmlformats.org/officeDocument/2006/relationships/slideLayout" Target="../slideLayouts/slideLayout4.xml" /><Relationship Id="rId9" Type="http://schemas.openxmlformats.org/officeDocument/2006/relationships/slideLayout" Target="../slideLayouts/slideLayout9.xml" /><Relationship Id="rId14" Type="http://schemas.openxmlformats.org/officeDocument/2006/relationships/slideLayout" Target="../slideLayouts/slideLayout14.xml" /><Relationship Id="rId22" Type="http://schemas.openxmlformats.org/officeDocument/2006/relationships/slideLayout" Target="../slideLayouts/slideLayout22.xml" /></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 /><Relationship Id="rId2" Type="http://schemas.openxmlformats.org/officeDocument/2006/relationships/slideLayout" Target="../slideLayouts/slideLayout24.xml" /><Relationship Id="rId1" Type="http://schemas.openxmlformats.org/officeDocument/2006/relationships/slideLayout" Target="../slideLayouts/slideLayout23.xml" /></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6492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Raleway"/>
              <a:buChar char="●"/>
              <a:defRPr sz="1200">
                <a:solidFill>
                  <a:schemeClr val="dk1"/>
                </a:solidFill>
                <a:latin typeface="Raleway"/>
                <a:ea typeface="Raleway"/>
                <a:cs typeface="Raleway"/>
                <a:sym typeface="Raleway"/>
              </a:defRPr>
            </a:lvl1pPr>
            <a:lvl2pPr marL="914400" lvl="1" indent="-304800">
              <a:lnSpc>
                <a:spcPct val="100000"/>
              </a:lnSpc>
              <a:spcBef>
                <a:spcPts val="0"/>
              </a:spcBef>
              <a:spcAft>
                <a:spcPts val="0"/>
              </a:spcAft>
              <a:buClr>
                <a:schemeClr val="dk1"/>
              </a:buClr>
              <a:buSzPts val="1200"/>
              <a:buFont typeface="Raleway"/>
              <a:buChar char="○"/>
              <a:defRPr sz="1200">
                <a:solidFill>
                  <a:schemeClr val="dk1"/>
                </a:solidFill>
                <a:latin typeface="Raleway"/>
                <a:ea typeface="Raleway"/>
                <a:cs typeface="Raleway"/>
                <a:sym typeface="Raleway"/>
              </a:defRPr>
            </a:lvl2pPr>
            <a:lvl3pPr marL="1371600" lvl="2" indent="-304800">
              <a:lnSpc>
                <a:spcPct val="100000"/>
              </a:lnSpc>
              <a:spcBef>
                <a:spcPts val="0"/>
              </a:spcBef>
              <a:spcAft>
                <a:spcPts val="0"/>
              </a:spcAft>
              <a:buClr>
                <a:schemeClr val="dk1"/>
              </a:buClr>
              <a:buSzPts val="1200"/>
              <a:buFont typeface="Raleway"/>
              <a:buChar char="■"/>
              <a:defRPr sz="1200">
                <a:solidFill>
                  <a:schemeClr val="dk1"/>
                </a:solidFill>
                <a:latin typeface="Raleway"/>
                <a:ea typeface="Raleway"/>
                <a:cs typeface="Raleway"/>
                <a:sym typeface="Raleway"/>
              </a:defRPr>
            </a:lvl3pPr>
            <a:lvl4pPr marL="1828800" lvl="3" indent="-304800">
              <a:lnSpc>
                <a:spcPct val="100000"/>
              </a:lnSpc>
              <a:spcBef>
                <a:spcPts val="0"/>
              </a:spcBef>
              <a:spcAft>
                <a:spcPts val="0"/>
              </a:spcAft>
              <a:buClr>
                <a:schemeClr val="dk1"/>
              </a:buClr>
              <a:buSzPts val="1200"/>
              <a:buFont typeface="Raleway"/>
              <a:buChar char="●"/>
              <a:defRPr sz="1200">
                <a:solidFill>
                  <a:schemeClr val="dk1"/>
                </a:solidFill>
                <a:latin typeface="Raleway"/>
                <a:ea typeface="Raleway"/>
                <a:cs typeface="Raleway"/>
                <a:sym typeface="Raleway"/>
              </a:defRPr>
            </a:lvl4pPr>
            <a:lvl5pPr marL="2286000" lvl="4" indent="-304800">
              <a:lnSpc>
                <a:spcPct val="100000"/>
              </a:lnSpc>
              <a:spcBef>
                <a:spcPts val="0"/>
              </a:spcBef>
              <a:spcAft>
                <a:spcPts val="0"/>
              </a:spcAft>
              <a:buClr>
                <a:schemeClr val="dk1"/>
              </a:buClr>
              <a:buSzPts val="1200"/>
              <a:buFont typeface="Raleway"/>
              <a:buChar char="○"/>
              <a:defRPr sz="1200">
                <a:solidFill>
                  <a:schemeClr val="dk1"/>
                </a:solidFill>
                <a:latin typeface="Raleway"/>
                <a:ea typeface="Raleway"/>
                <a:cs typeface="Raleway"/>
                <a:sym typeface="Raleway"/>
              </a:defRPr>
            </a:lvl5pPr>
            <a:lvl6pPr marL="2743200" lvl="5" indent="-304800">
              <a:lnSpc>
                <a:spcPct val="100000"/>
              </a:lnSpc>
              <a:spcBef>
                <a:spcPts val="0"/>
              </a:spcBef>
              <a:spcAft>
                <a:spcPts val="0"/>
              </a:spcAft>
              <a:buClr>
                <a:schemeClr val="dk1"/>
              </a:buClr>
              <a:buSzPts val="1200"/>
              <a:buFont typeface="Raleway"/>
              <a:buChar char="■"/>
              <a:defRPr sz="1200">
                <a:solidFill>
                  <a:schemeClr val="dk1"/>
                </a:solidFill>
                <a:latin typeface="Raleway"/>
                <a:ea typeface="Raleway"/>
                <a:cs typeface="Raleway"/>
                <a:sym typeface="Raleway"/>
              </a:defRPr>
            </a:lvl6pPr>
            <a:lvl7pPr marL="3200400" lvl="6" indent="-304800">
              <a:lnSpc>
                <a:spcPct val="100000"/>
              </a:lnSpc>
              <a:spcBef>
                <a:spcPts val="0"/>
              </a:spcBef>
              <a:spcAft>
                <a:spcPts val="0"/>
              </a:spcAft>
              <a:buClr>
                <a:schemeClr val="dk1"/>
              </a:buClr>
              <a:buSzPts val="1200"/>
              <a:buFont typeface="Raleway"/>
              <a:buChar char="●"/>
              <a:defRPr sz="1200">
                <a:solidFill>
                  <a:schemeClr val="dk1"/>
                </a:solidFill>
                <a:latin typeface="Raleway"/>
                <a:ea typeface="Raleway"/>
                <a:cs typeface="Raleway"/>
                <a:sym typeface="Raleway"/>
              </a:defRPr>
            </a:lvl7pPr>
            <a:lvl8pPr marL="3657600" lvl="7" indent="-304800">
              <a:lnSpc>
                <a:spcPct val="100000"/>
              </a:lnSpc>
              <a:spcBef>
                <a:spcPts val="0"/>
              </a:spcBef>
              <a:spcAft>
                <a:spcPts val="0"/>
              </a:spcAft>
              <a:buClr>
                <a:schemeClr val="dk1"/>
              </a:buClr>
              <a:buSzPts val="1200"/>
              <a:buFont typeface="Raleway"/>
              <a:buChar char="○"/>
              <a:defRPr sz="1200">
                <a:solidFill>
                  <a:schemeClr val="dk1"/>
                </a:solidFill>
                <a:latin typeface="Raleway"/>
                <a:ea typeface="Raleway"/>
                <a:cs typeface="Raleway"/>
                <a:sym typeface="Raleway"/>
              </a:defRPr>
            </a:lvl8pPr>
            <a:lvl9pPr marL="4114800" lvl="8" indent="-304800">
              <a:lnSpc>
                <a:spcPct val="100000"/>
              </a:lnSpc>
              <a:spcBef>
                <a:spcPts val="0"/>
              </a:spcBef>
              <a:spcAft>
                <a:spcPts val="0"/>
              </a:spcAft>
              <a:buClr>
                <a:schemeClr val="dk1"/>
              </a:buClr>
              <a:buSzPts val="1200"/>
              <a:buFont typeface="Raleway"/>
              <a:buChar char="■"/>
              <a:defRPr sz="1200">
                <a:solidFill>
                  <a:schemeClr val="dk1"/>
                </a:solidFill>
                <a:latin typeface="Raleway"/>
                <a:ea typeface="Raleway"/>
                <a:cs typeface="Raleway"/>
                <a:sym typeface="Raleway"/>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4" r:id="rId6"/>
    <p:sldLayoutId id="2147483655" r:id="rId7"/>
    <p:sldLayoutId id="2147483656" r:id="rId8"/>
    <p:sldLayoutId id="2147483658" r:id="rId9"/>
    <p:sldLayoutId id="2147483659" r:id="rId10"/>
    <p:sldLayoutId id="2147483661" r:id="rId11"/>
    <p:sldLayoutId id="2147483662" r:id="rId12"/>
    <p:sldLayoutId id="2147483663" r:id="rId13"/>
    <p:sldLayoutId id="2147483664" r:id="rId14"/>
    <p:sldLayoutId id="2147483665" r:id="rId15"/>
    <p:sldLayoutId id="2147483666" r:id="rId16"/>
    <p:sldLayoutId id="2147483667" r:id="rId17"/>
    <p:sldLayoutId id="2147483668" r:id="rId18"/>
    <p:sldLayoutId id="2147483669" r:id="rId19"/>
    <p:sldLayoutId id="2147483670" r:id="rId20"/>
    <p:sldLayoutId id="2147483671" r:id="rId21"/>
    <p:sldLayoutId id="2147483672" r:id="rId2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61"/>
        <p:cNvGrpSpPr/>
        <p:nvPr/>
      </p:nvGrpSpPr>
      <p:grpSpPr>
        <a:xfrm>
          <a:off x="0" y="0"/>
          <a:ext cx="0" cy="0"/>
          <a:chOff x="0" y="0"/>
          <a:chExt cx="0" cy="0"/>
        </a:xfrm>
      </p:grpSpPr>
      <p:sp>
        <p:nvSpPr>
          <p:cNvPr id="262" name="Google Shape;262;p27"/>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263" name="Google Shape;263;p27"/>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3" r:id="rId1"/>
    <p:sldLayoutId id="2147483674"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0.png" /><Relationship Id="rId2" Type="http://schemas.openxmlformats.org/officeDocument/2006/relationships/notesSlide" Target="../notesSlides/notesSlide1.xml" /><Relationship Id="rId1" Type="http://schemas.openxmlformats.org/officeDocument/2006/relationships/slideLayout" Target="../slideLayouts/slideLayout1.xml" /><Relationship Id="rId4" Type="http://schemas.microsoft.com/office/2007/relationships/hdphoto" Target="../media/hdphoto1.wdp" /></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 /><Relationship Id="rId1" Type="http://schemas.openxmlformats.org/officeDocument/2006/relationships/slideLayout" Target="../slideLayouts/slideLayout10.xml" /></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 /><Relationship Id="rId1" Type="http://schemas.openxmlformats.org/officeDocument/2006/relationships/slideLayout" Target="../slideLayouts/slideLayout10.xml" /></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 /><Relationship Id="rId1" Type="http://schemas.openxmlformats.org/officeDocument/2006/relationships/slideLayout" Target="../slideLayouts/slideLayout10.xml" /></Relationships>
</file>

<file path=ppt/slides/_rels/slide5.xml.rels><?xml version="1.0" encoding="UTF-8" standalone="yes"?>
<Relationships xmlns="http://schemas.openxmlformats.org/package/2006/relationships"><Relationship Id="rId3" Type="http://schemas.openxmlformats.org/officeDocument/2006/relationships/image" Target="../media/image11.png" /><Relationship Id="rId2" Type="http://schemas.openxmlformats.org/officeDocument/2006/relationships/notesSlide" Target="../notesSlides/notesSlide5.xml" /><Relationship Id="rId1" Type="http://schemas.openxmlformats.org/officeDocument/2006/relationships/slideLayout" Target="../slideLayouts/slideLayout2.xml" /></Relationships>
</file>

<file path=ppt/slides/_rels/slide6.xml.rels><?xml version="1.0" encoding="UTF-8" standalone="yes"?>
<Relationships xmlns="http://schemas.openxmlformats.org/package/2006/relationships"><Relationship Id="rId3" Type="http://schemas.openxmlformats.org/officeDocument/2006/relationships/image" Target="../media/image12.png" /><Relationship Id="rId2" Type="http://schemas.openxmlformats.org/officeDocument/2006/relationships/notesSlide" Target="../notesSlides/notesSlide6.xml" /><Relationship Id="rId1" Type="http://schemas.openxmlformats.org/officeDocument/2006/relationships/slideLayout" Target="../slideLayouts/slideLayout7.xml" /><Relationship Id="rId4" Type="http://schemas.microsoft.com/office/2007/relationships/hdphoto" Target="../media/hdphoto2.wdp" /></Relationships>
</file>

<file path=ppt/slides/_rels/slide7.xml.rels><?xml version="1.0" encoding="UTF-8" standalone="yes"?>
<Relationships xmlns="http://schemas.openxmlformats.org/package/2006/relationships"><Relationship Id="rId3" Type="http://schemas.openxmlformats.org/officeDocument/2006/relationships/image" Target="../media/image6.png" /><Relationship Id="rId2" Type="http://schemas.openxmlformats.org/officeDocument/2006/relationships/notesSlide" Target="../notesSlides/notesSlide7.xml" /><Relationship Id="rId1" Type="http://schemas.openxmlformats.org/officeDocument/2006/relationships/slideLayout" Target="../slideLayouts/slideLayout16.xml" /><Relationship Id="rId5" Type="http://schemas.microsoft.com/office/2007/relationships/hdphoto" Target="../media/hdphoto3.wdp" /><Relationship Id="rId4" Type="http://schemas.openxmlformats.org/officeDocument/2006/relationships/image" Target="../media/image13.png" /></Relationships>
</file>

<file path=ppt/slides/_rels/slide8.xml.rels><?xml version="1.0" encoding="UTF-8" standalone="yes"?>
<Relationships xmlns="http://schemas.openxmlformats.org/package/2006/relationships"><Relationship Id="rId3" Type="http://schemas.openxmlformats.org/officeDocument/2006/relationships/image" Target="../media/image14.jpg" /><Relationship Id="rId2" Type="http://schemas.openxmlformats.org/officeDocument/2006/relationships/notesSlide" Target="../notesSlides/notesSlide8.xml" /><Relationship Id="rId1" Type="http://schemas.openxmlformats.org/officeDocument/2006/relationships/slideLayout" Target="../slideLayouts/slideLayout17.xml" /></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 /><Relationship Id="rId1" Type="http://schemas.openxmlformats.org/officeDocument/2006/relationships/slideLayout" Target="../slideLayouts/slideLayout19.xml" /></Relationships>
</file>

<file path=ppt/slides/_rels/slide10.xml.rels><?xml version="1.0" encoding="UTF-8" standalone="yes"?>
<Relationships xmlns="http://schemas.openxmlformats.org/package/2006/relationships"><Relationship Id="rId3" Type="http://schemas.openxmlformats.org/officeDocument/2006/relationships/image" Target="../media/image15.png" /><Relationship Id="rId2" Type="http://schemas.openxmlformats.org/officeDocument/2006/relationships/notesSlide" Target="../notesSlides/notesSlide10.xml" /><Relationship Id="rId1" Type="http://schemas.openxmlformats.org/officeDocument/2006/relationships/slideLayout" Target="../slideLayouts/slideLayout18.xml" /></Relationships>
</file>

<file path=ppt/slides/_rels/slide11.xml.rels><?xml version="1.0" encoding="UTF-8" standalone="yes"?>
<Relationships xmlns="http://schemas.openxmlformats.org/package/2006/relationships"><Relationship Id="rId3" Type="http://schemas.openxmlformats.org/officeDocument/2006/relationships/image" Target="../media/image16.png" /><Relationship Id="rId2" Type="http://schemas.openxmlformats.org/officeDocument/2006/relationships/notesSlide" Target="../notesSlides/notesSlide11.xml" /><Relationship Id="rId1" Type="http://schemas.openxmlformats.org/officeDocument/2006/relationships/slideLayout" Target="../slideLayouts/slideLayout15.xml" /></Relationships>
</file>

<file path=ppt/slides/_rels/slide12.xml.rels><?xml version="1.0" encoding="UTF-8" standalone="yes"?>
<Relationships xmlns="http://schemas.openxmlformats.org/package/2006/relationships"><Relationship Id="rId3" Type="http://schemas.openxmlformats.org/officeDocument/2006/relationships/image" Target="../media/image6.png" /><Relationship Id="rId2" Type="http://schemas.openxmlformats.org/officeDocument/2006/relationships/notesSlide" Target="../notesSlides/notesSlide12.xml" /><Relationship Id="rId1" Type="http://schemas.openxmlformats.org/officeDocument/2006/relationships/slideLayout" Target="../slideLayouts/slideLayout12.xml" /><Relationship Id="rId4" Type="http://schemas.openxmlformats.org/officeDocument/2006/relationships/image" Target="../media/image17.png" /></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 /><Relationship Id="rId1" Type="http://schemas.openxmlformats.org/officeDocument/2006/relationships/slideLayout" Target="../slideLayouts/slideLayout11.xml" /></Relationships>
</file>

<file path=ppt/slides/_rels/slide14.xml.rels><?xml version="1.0" encoding="UTF-8" standalone="yes"?>
<Relationships xmlns="http://schemas.openxmlformats.org/package/2006/relationships"><Relationship Id="rId8" Type="http://schemas.openxmlformats.org/officeDocument/2006/relationships/image" Target="../media/image23.png" /><Relationship Id="rId3" Type="http://schemas.openxmlformats.org/officeDocument/2006/relationships/image" Target="../media/image18.png" /><Relationship Id="rId7" Type="http://schemas.openxmlformats.org/officeDocument/2006/relationships/image" Target="../media/image22.png" /><Relationship Id="rId2" Type="http://schemas.openxmlformats.org/officeDocument/2006/relationships/notesSlide" Target="../notesSlides/notesSlide14.xml" /><Relationship Id="rId1" Type="http://schemas.openxmlformats.org/officeDocument/2006/relationships/slideLayout" Target="../slideLayouts/slideLayout13.xml" /><Relationship Id="rId6" Type="http://schemas.openxmlformats.org/officeDocument/2006/relationships/image" Target="../media/image21.png" /><Relationship Id="rId5" Type="http://schemas.openxmlformats.org/officeDocument/2006/relationships/image" Target="../media/image20.png" /><Relationship Id="rId4" Type="http://schemas.openxmlformats.org/officeDocument/2006/relationships/image" Target="../media/image19.png" /></Relationships>
</file>

<file path=ppt/slides/_rels/slide15.xml.rels><?xml version="1.0" encoding="UTF-8" standalone="yes"?>
<Relationships xmlns="http://schemas.openxmlformats.org/package/2006/relationships"><Relationship Id="rId3" Type="http://schemas.openxmlformats.org/officeDocument/2006/relationships/hyperlink" Target="mailto:priyaselvan0605@gmail.com" TargetMode="External" /><Relationship Id="rId2" Type="http://schemas.openxmlformats.org/officeDocument/2006/relationships/notesSlide" Target="../notesSlides/notesSlide15.xml" /><Relationship Id="rId1" Type="http://schemas.openxmlformats.org/officeDocument/2006/relationships/slideLayout" Target="../slideLayouts/slideLayout20.xml" /><Relationship Id="rId4" Type="http://schemas.openxmlformats.org/officeDocument/2006/relationships/hyperlink" Target="mailto:rajeshwarismdu@gmail.com" TargetMode="External" /></Relationships>
</file>

<file path=ppt/slides/_rels/slide16.xml.rels><?xml version="1.0" encoding="UTF-8" standalone="yes"?>
<Relationships xmlns="http://schemas.openxmlformats.org/package/2006/relationships"><Relationship Id="rId3" Type="http://schemas.openxmlformats.org/officeDocument/2006/relationships/hyperlink" Target="https://docs.google.com/spreadsheets/d/1QWGNYO8s-vrIs4iMnjSxavRWe_i2aYIMEosGsZokT0Q/copy" TargetMode="External" /><Relationship Id="rId2" Type="http://schemas.openxmlformats.org/officeDocument/2006/relationships/notesSlide" Target="../notesSlides/notesSlide16.xml" /><Relationship Id="rId1" Type="http://schemas.openxmlformats.org/officeDocument/2006/relationships/slideLayout" Target="../slideLayouts/slideLayout4.xml" /><Relationship Id="rId4" Type="http://schemas.openxmlformats.org/officeDocument/2006/relationships/image" Target="../media/image24.png" /></Relationships>
</file>

<file path=ppt/slides/_rels/slide17.xml.rels><?xml version="1.0" encoding="UTF-8" standalone="yes"?>
<Relationships xmlns="http://schemas.openxmlformats.org/package/2006/relationships"><Relationship Id="rId3" Type="http://schemas.openxmlformats.org/officeDocument/2006/relationships/image" Target="../media/image6.png" /><Relationship Id="rId2" Type="http://schemas.openxmlformats.org/officeDocument/2006/relationships/notesSlide" Target="../notesSlides/notesSlide17.xml" /><Relationship Id="rId1" Type="http://schemas.openxmlformats.org/officeDocument/2006/relationships/slideLayout" Target="../slideLayouts/slideLayout3.xml" /><Relationship Id="rId4" Type="http://schemas.openxmlformats.org/officeDocument/2006/relationships/image" Target="../media/image8.png" /></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 /><Relationship Id="rId1" Type="http://schemas.openxmlformats.org/officeDocument/2006/relationships/slideLayout" Target="../slideLayouts/slideLayout12.xml" /></Relationships>
</file>

<file path=ppt/slides/_rels/slide19.xml.rels><?xml version="1.0" encoding="UTF-8" standalone="yes"?>
<Relationships xmlns="http://schemas.openxmlformats.org/package/2006/relationships"><Relationship Id="rId3" Type="http://schemas.openxmlformats.org/officeDocument/2006/relationships/hyperlink" Target="https://www.freepik.com/free-vector/background-with-colourful-northern-lights_5418524.htm/?utm_source=slidesgo_template&amp;utm_medium=referral-link&amp;utm_campaign=sg_resources&amp;utm_content=freepik" TargetMode="External" /><Relationship Id="rId2" Type="http://schemas.openxmlformats.org/officeDocument/2006/relationships/notesSlide" Target="../notesSlides/notesSlide19.xml" /><Relationship Id="rId1" Type="http://schemas.openxmlformats.org/officeDocument/2006/relationships/slideLayout" Target="../slideLayouts/slideLayout14.xml" /><Relationship Id="rId6" Type="http://schemas.openxmlformats.org/officeDocument/2006/relationships/hyperlink" Target="https://www.freepik.com/free-photo/office-workers-using-finance-graphs_42621741.htm/?utm_source=slidesgo_template&amp;utm_medium=referral-link&amp;utm_campaign=sg_resources&amp;utm_content=freepik" TargetMode="External" /><Relationship Id="rId5" Type="http://schemas.openxmlformats.org/officeDocument/2006/relationships/hyperlink" Target="https://www.freepik.com/free-photo/office-workers-using-finance-graphs_42621760.htm/?utm_source=slidesgo_template&amp;utm_medium=referral-link&amp;utm_campaign=sg_resources&amp;utm_content=freepik" TargetMode="External" /><Relationship Id="rId4" Type="http://schemas.openxmlformats.org/officeDocument/2006/relationships/hyperlink" Target="https://www.freepik.com/free-photo/office-workers-using-finance-graphs_42621759.htm/?utm_source=slidesgo_template&amp;utm_medium=referral-link&amp;utm_campaign=sg_resources&amp;utm_content=freepik" TargetMode="External" /></Relationships>
</file>

<file path=ppt/slides/_rels/slide20.xml.rels><?xml version="1.0" encoding="UTF-8" standalone="yes"?>
<Relationships xmlns="http://schemas.openxmlformats.org/package/2006/relationships"><Relationship Id="rId3" Type="http://schemas.openxmlformats.org/officeDocument/2006/relationships/hyperlink" Target="http://bit.ly/2PfT4lq" TargetMode="External" /><Relationship Id="rId2" Type="http://schemas.openxmlformats.org/officeDocument/2006/relationships/notesSlide" Target="../notesSlides/notesSlide20.xml" /><Relationship Id="rId1" Type="http://schemas.openxmlformats.org/officeDocument/2006/relationships/slideLayout" Target="../slideLayouts/slideLayout24.xml" /><Relationship Id="rId6" Type="http://schemas.openxmlformats.org/officeDocument/2006/relationships/hyperlink" Target="http://bit.ly/30B07Gq" TargetMode="External" /><Relationship Id="rId5" Type="http://schemas.openxmlformats.org/officeDocument/2006/relationships/hyperlink" Target="http://bit.ly/33VAFh3" TargetMode="External" /><Relationship Id="rId4" Type="http://schemas.openxmlformats.org/officeDocument/2006/relationships/slide" Target="slide15.xml" /></Relationships>
</file>

<file path=ppt/slides/_rels/slide21.xml.rels><?xml version="1.0" encoding="UTF-8" standalone="yes"?>
<Relationships xmlns="http://schemas.openxmlformats.org/package/2006/relationships"><Relationship Id="rId3" Type="http://schemas.openxmlformats.org/officeDocument/2006/relationships/hyperlink" Target="http://bit.ly/2PfT4lq" TargetMode="External" /><Relationship Id="rId2" Type="http://schemas.openxmlformats.org/officeDocument/2006/relationships/notesSlide" Target="../notesSlides/notesSlide21.xml" /><Relationship Id="rId1" Type="http://schemas.openxmlformats.org/officeDocument/2006/relationships/slideLayout" Target="../slideLayouts/slideLayout24.xml" /><Relationship Id="rId6" Type="http://schemas.openxmlformats.org/officeDocument/2006/relationships/hyperlink" Target="http://bit.ly/30B07Gq" TargetMode="External" /><Relationship Id="rId5" Type="http://schemas.openxmlformats.org/officeDocument/2006/relationships/hyperlink" Target="http://bit.ly/33VAFh3" TargetMode="External" /><Relationship Id="rId4" Type="http://schemas.openxmlformats.org/officeDocument/2006/relationships/slide" Target="slide15.xml" /></Relationships>
</file>

<file path=ppt/slides/_rels/slide22.xml.rels><?xml version="1.0" encoding="UTF-8" standalone="yes"?>
<Relationships xmlns="http://schemas.openxmlformats.org/package/2006/relationships"><Relationship Id="rId3" Type="http://schemas.openxmlformats.org/officeDocument/2006/relationships/hyperlink" Target="https://fonts.google.com/specimen/Inter" TargetMode="External" /><Relationship Id="rId2" Type="http://schemas.openxmlformats.org/officeDocument/2006/relationships/notesSlide" Target="../notesSlides/notesSlide22.xml" /><Relationship Id="rId1" Type="http://schemas.openxmlformats.org/officeDocument/2006/relationships/slideLayout" Target="../slideLayouts/slideLayout24.xml" /><Relationship Id="rId4" Type="http://schemas.openxmlformats.org/officeDocument/2006/relationships/hyperlink" Target="https://fonts.google.com/specimen/Raleway" TargetMode="External" /></Relationships>
</file>

<file path=ppt/slides/_rels/slide23.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 /><Relationship Id="rId13" Type="http://schemas.openxmlformats.org/officeDocument/2006/relationships/hyperlink" Target="https://storyset.com/cuate?utm_source=slidesgo_template&amp;utm_medium=referral-link&amp;utm_campaign=slidesgo_final_slides&amp;utm_term=cuate&amp;utm_content=storyset" TargetMode="External" /><Relationship Id="rId3" Type="http://schemas.openxmlformats.org/officeDocument/2006/relationships/hyperlink" Target="https://storyset.com/how-it-works?utm_source=slidesgo_template&amp;utm_medium=referral-link&amp;utm_campaign=slidesgo_final_slides&amp;utm_term=how%20it%20works&amp;utm_content=storyset" TargetMode="External" /><Relationship Id="rId7" Type="http://schemas.openxmlformats.org/officeDocument/2006/relationships/hyperlink" Target="https://storyset.com/bro?utm_source=slidesgo_template&amp;utm_medium=referral-link&amp;utm_campaign=slidesgo_final_slides&amp;utm_term=bro&amp;utm_content=storyset" TargetMode="External" /><Relationship Id="rId12" Type="http://schemas.openxmlformats.org/officeDocument/2006/relationships/image" Target="../media/image29.png" /><Relationship Id="rId2" Type="http://schemas.openxmlformats.org/officeDocument/2006/relationships/notesSlide" Target="../notesSlides/notesSlide23.xml" /><Relationship Id="rId1" Type="http://schemas.openxmlformats.org/officeDocument/2006/relationships/slideLayout" Target="../slideLayouts/slideLayout24.xml" /><Relationship Id="rId6" Type="http://schemas.openxmlformats.org/officeDocument/2006/relationships/hyperlink" Target="https://storyset.com/amico?utm_source=slidesgo_template&amp;utm_medium=referral-link&amp;utm_campaign=slidesgo_final_slides&amp;utm_term=amico&amp;utm_content=storyset" TargetMode="External" /><Relationship Id="rId11" Type="http://schemas.openxmlformats.org/officeDocument/2006/relationships/image" Target="../media/image28.png" /><Relationship Id="rId5" Type="http://schemas.openxmlformats.org/officeDocument/2006/relationships/hyperlink" Target="https://storyset.com/pana?utm_source=slidesgo_template&amp;utm_medium=referral-link&amp;utm_campaign=slidesgo_final_slides&amp;utm_term=pana&amp;utm_content=storyset" TargetMode="External" /><Relationship Id="rId10" Type="http://schemas.openxmlformats.org/officeDocument/2006/relationships/image" Target="../media/image27.png" /><Relationship Id="rId4" Type="http://schemas.openxmlformats.org/officeDocument/2006/relationships/image" Target="../media/image25.png" /><Relationship Id="rId9" Type="http://schemas.openxmlformats.org/officeDocument/2006/relationships/image" Target="../media/image26.png" /></Relationships>
</file>

<file path=ppt/slides/_rels/slide24.xml.rels><?xml version="1.0" encoding="UTF-8" standalone="yes"?>
<Relationships xmlns="http://schemas.openxmlformats.org/package/2006/relationships"><Relationship Id="rId3" Type="http://schemas.openxmlformats.org/officeDocument/2006/relationships/hyperlink" Target="https://bit.ly/2ZjL1pd" TargetMode="External" /><Relationship Id="rId2" Type="http://schemas.openxmlformats.org/officeDocument/2006/relationships/notesSlide" Target="../notesSlides/notesSlide24.xml" /><Relationship Id="rId1" Type="http://schemas.openxmlformats.org/officeDocument/2006/relationships/slideLayout" Target="../slideLayouts/slideLayout24.xml" /></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 /><Relationship Id="rId1" Type="http://schemas.openxmlformats.org/officeDocument/2006/relationships/slideLayout" Target="../slideLayouts/slideLayout23.xml" /></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 /><Relationship Id="rId1" Type="http://schemas.openxmlformats.org/officeDocument/2006/relationships/slideLayout" Target="../slideLayouts/slideLayout23.xml" /></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 /><Relationship Id="rId1" Type="http://schemas.openxmlformats.org/officeDocument/2006/relationships/slideLayout" Target="../slideLayouts/slideLayout23.xml" /></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 /><Relationship Id="rId1" Type="http://schemas.openxmlformats.org/officeDocument/2006/relationships/slideLayout" Target="../slideLayouts/slideLayout23.xml" /></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 /><Relationship Id="rId1" Type="http://schemas.openxmlformats.org/officeDocument/2006/relationships/slideLayout" Target="../slideLayouts/slideLayout23.xml" /></Relationships>
</file>

<file path=ppt/slides/_rels/slide30.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 /><Relationship Id="rId2" Type="http://schemas.openxmlformats.org/officeDocument/2006/relationships/notesSlide" Target="../notesSlides/notesSlide30.xml" /><Relationship Id="rId1" Type="http://schemas.openxmlformats.org/officeDocument/2006/relationships/slideLayout" Target="../slideLayouts/slideLayout24.xml" /></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 /><Relationship Id="rId1" Type="http://schemas.openxmlformats.org/officeDocument/2006/relationships/slideLayout" Target="../slideLayouts/slideLayout23.xml" /></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 /><Relationship Id="rId1" Type="http://schemas.openxmlformats.org/officeDocument/2006/relationships/slideLayout" Target="../slideLayouts/slideLayout23.xml" /></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 /><Relationship Id="rId1" Type="http://schemas.openxmlformats.org/officeDocument/2006/relationships/slideLayout" Target="../slideLayouts/slideLayout23.xml" /></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 /><Relationship Id="rId1" Type="http://schemas.openxmlformats.org/officeDocument/2006/relationships/slideLayout" Target="../slideLayouts/slideLayout23.xml" /></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 /><Relationship Id="rId1" Type="http://schemas.openxmlformats.org/officeDocument/2006/relationships/slideLayout" Target="../slideLayouts/slideLayout24.xml" /></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 /><Relationship Id="rId1" Type="http://schemas.openxmlformats.org/officeDocument/2006/relationships/slideLayout" Target="../slideLayouts/slideLayout24.xml" /></Relationships>
</file>

<file path=ppt/slides/_rels/slide37.xml.rels><?xml version="1.0" encoding="UTF-8" standalone="yes"?>
<Relationships xmlns="http://schemas.openxmlformats.org/package/2006/relationships"><Relationship Id="rId3" Type="http://schemas.openxmlformats.org/officeDocument/2006/relationships/hyperlink" Target="http://bit.ly/2PfT4lq" TargetMode="External" /><Relationship Id="rId2" Type="http://schemas.openxmlformats.org/officeDocument/2006/relationships/notesSlide" Target="../notesSlides/notesSlide37.xml" /><Relationship Id="rId1" Type="http://schemas.openxmlformats.org/officeDocument/2006/relationships/slideLayout" Target="../slideLayouts/slideLayout23.xml" /><Relationship Id="rId4" Type="http://schemas.openxmlformats.org/officeDocument/2006/relationships/image" Target="../media/image30.png" /></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70"/>
        <p:cNvGrpSpPr/>
        <p:nvPr/>
      </p:nvGrpSpPr>
      <p:grpSpPr>
        <a:xfrm>
          <a:off x="0" y="0"/>
          <a:ext cx="0" cy="0"/>
          <a:chOff x="0" y="0"/>
          <a:chExt cx="0" cy="0"/>
        </a:xfrm>
      </p:grpSpPr>
      <p:sp>
        <p:nvSpPr>
          <p:cNvPr id="271" name="Google Shape;271;p30"/>
          <p:cNvSpPr txBox="1">
            <a:spLocks noGrp="1"/>
          </p:cNvSpPr>
          <p:nvPr>
            <p:ph type="ctrTitle"/>
          </p:nvPr>
        </p:nvSpPr>
        <p:spPr>
          <a:xfrm>
            <a:off x="680460" y="1089825"/>
            <a:ext cx="7905000" cy="2031900"/>
          </a:xfrm>
          <a:prstGeom prst="rect">
            <a:avLst/>
          </a:prstGeom>
        </p:spPr>
        <p:txBody>
          <a:bodyPr spcFirstLastPara="1" wrap="square" lIns="91425" tIns="91425" rIns="91425" bIns="91425" anchor="b" anchorCtr="0">
            <a:noAutofit/>
          </a:bodyPr>
          <a:lstStyle/>
          <a:p>
            <a:pPr lvl="0"/>
            <a:r>
              <a:rPr lang="en-IN" dirty="0"/>
              <a:t>Sign2Connect</a:t>
            </a:r>
            <a:endParaRPr sz="4600" dirty="0"/>
          </a:p>
        </p:txBody>
      </p:sp>
      <p:sp>
        <p:nvSpPr>
          <p:cNvPr id="272" name="Google Shape;272;p30"/>
          <p:cNvSpPr txBox="1">
            <a:spLocks noGrp="1"/>
          </p:cNvSpPr>
          <p:nvPr>
            <p:ph type="subTitle" idx="1"/>
          </p:nvPr>
        </p:nvSpPr>
        <p:spPr>
          <a:xfrm>
            <a:off x="1830450" y="3712375"/>
            <a:ext cx="5483100" cy="431100"/>
          </a:xfrm>
          <a:prstGeom prst="rect">
            <a:avLst/>
          </a:prstGeom>
        </p:spPr>
        <p:txBody>
          <a:bodyPr spcFirstLastPara="1" wrap="square" lIns="91425" tIns="91425" rIns="91425" bIns="91425" anchor="t" anchorCtr="0">
            <a:noAutofit/>
          </a:bodyPr>
          <a:lstStyle/>
          <a:p>
            <a:pPr marL="0" lvl="0" indent="0"/>
            <a:r>
              <a:rPr lang="en-US" dirty="0"/>
              <a:t>“Bridging Communication Between the Deaf and Hearing World”</a:t>
            </a:r>
            <a:endParaRPr dirty="0"/>
          </a:p>
        </p:txBody>
      </p:sp>
      <p:cxnSp>
        <p:nvCxnSpPr>
          <p:cNvPr id="273" name="Google Shape;273;p30"/>
          <p:cNvCxnSpPr/>
          <p:nvPr/>
        </p:nvCxnSpPr>
        <p:spPr>
          <a:xfrm>
            <a:off x="2512650" y="3534450"/>
            <a:ext cx="4118700" cy="0"/>
          </a:xfrm>
          <a:prstGeom prst="straightConnector1">
            <a:avLst/>
          </a:prstGeom>
          <a:noFill/>
          <a:ln w="9525" cap="flat" cmpd="sng">
            <a:solidFill>
              <a:schemeClr val="dk1"/>
            </a:solidFill>
            <a:prstDash val="solid"/>
            <a:round/>
            <a:headEnd type="none" w="med" len="med"/>
            <a:tailEnd type="none" w="med" len="med"/>
          </a:ln>
        </p:spPr>
      </p:cxnSp>
      <p:grpSp>
        <p:nvGrpSpPr>
          <p:cNvPr id="274" name="Google Shape;274;p30"/>
          <p:cNvGrpSpPr/>
          <p:nvPr/>
        </p:nvGrpSpPr>
        <p:grpSpPr>
          <a:xfrm>
            <a:off x="4085000" y="891025"/>
            <a:ext cx="974000" cy="227100"/>
            <a:chOff x="415725" y="425950"/>
            <a:chExt cx="974000" cy="227100"/>
          </a:xfrm>
        </p:grpSpPr>
        <p:sp>
          <p:nvSpPr>
            <p:cNvPr id="275" name="Google Shape;275;p30"/>
            <p:cNvSpPr/>
            <p:nvPr/>
          </p:nvSpPr>
          <p:spPr>
            <a:xfrm>
              <a:off x="4157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276" name="Google Shape;276;p30"/>
            <p:cNvSpPr/>
            <p:nvPr/>
          </p:nvSpPr>
          <p:spPr>
            <a:xfrm>
              <a:off x="78917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277" name="Google Shape;277;p30"/>
            <p:cNvSpPr/>
            <p:nvPr/>
          </p:nvSpPr>
          <p:spPr>
            <a:xfrm>
              <a:off x="11626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pic>
        <p:nvPicPr>
          <p:cNvPr id="3" name="Picture 2">
            <a:extLst>
              <a:ext uri="{FF2B5EF4-FFF2-40B4-BE49-F238E27FC236}">
                <a16:creationId xmlns:a16="http://schemas.microsoft.com/office/drawing/2014/main" id="{F56D1EFD-126A-EAC0-C942-2F70B403E8F3}"/>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8889" b="89778" l="9778" r="89778">
                        <a14:foregroundMark x1="29333" y1="85333" x2="12000" y2="62222"/>
                        <a14:foregroundMark x1="12000" y1="62222" x2="17333" y2="27556"/>
                        <a14:foregroundMark x1="17333" y1="27556" x2="25903" y2="19358"/>
                        <a14:foregroundMark x1="64317" y1="13096" x2="80444" y2="32889"/>
                        <a14:foregroundMark x1="80444" y1="32889" x2="82667" y2="66667"/>
                        <a14:foregroundMark x1="82667" y1="66667" x2="59556" y2="84889"/>
                        <a14:foregroundMark x1="59556" y1="84889" x2="34667" y2="87111"/>
                        <a14:foregroundMark x1="34667" y1="87111" x2="29778" y2="84000"/>
                        <a14:foregroundMark x1="62831" y1="15338" x2="64444" y2="15111"/>
                        <a14:foregroundMark x1="32889" y1="19556" x2="48699" y2="17329"/>
                        <a14:foregroundMark x1="64444" y1="15111" x2="63096" y2="14937"/>
                        <a14:foregroundMark x1="75111" y1="18222" x2="89778" y2="44889"/>
                        <a14:foregroundMark x1="89778" y1="44889" x2="76444" y2="63111"/>
                        <a14:foregroundMark x1="76444" y1="63111" x2="71556" y2="27111"/>
                        <a14:foregroundMark x1="71556" y1="27111" x2="78667" y2="21778"/>
                        <a14:foregroundMark x1="78667" y1="51111" x2="53778" y2="74222"/>
                        <a14:foregroundMark x1="53778" y1="74222" x2="33333" y2="63111"/>
                        <a14:foregroundMark x1="33333" y1="63111" x2="16889" y2="45778"/>
                        <a14:foregroundMark x1="16889" y1="45778" x2="44889" y2="19111"/>
                        <a14:foregroundMark x1="44889" y1="19111" x2="77333" y2="38222"/>
                        <a14:foregroundMark x1="77333" y1="38222" x2="77778" y2="55556"/>
                        <a14:foregroundMark x1="75556" y1="56000" x2="42667" y2="68444"/>
                        <a14:foregroundMark x1="42667" y1="68444" x2="25333" y2="45778"/>
                        <a14:foregroundMark x1="25333" y1="45778" x2="42222" y2="29333"/>
                        <a14:foregroundMark x1="42222" y1="29333" x2="65778" y2="51111"/>
                        <a14:foregroundMark x1="65778" y1="51111" x2="79111" y2="56889"/>
                        <a14:foregroundMark x1="24889" y1="44444" x2="41333" y2="64000"/>
                        <a14:foregroundMark x1="41333" y1="64000" x2="57778" y2="39556"/>
                        <a14:foregroundMark x1="57778" y1="39556" x2="23111" y2="41778"/>
                        <a14:foregroundMark x1="23111" y1="41778" x2="25778" y2="44000"/>
                        <a14:foregroundMark x1="56000" y1="83111" x2="78667" y2="79556"/>
                        <a14:foregroundMark x1="78667" y1="79556" x2="58222" y2="83111"/>
                        <a14:foregroundMark x1="66222" y1="18222" x2="44889" y2="8889"/>
                        <a14:foregroundMark x1="44889" y1="8889" x2="64444" y2="19111"/>
                        <a14:backgroundMark x1="27556" y1="11556" x2="43796" y2="10079"/>
                      </a14:backgroundRemoval>
                    </a14:imgEffect>
                  </a14:imgLayer>
                </a14:imgProps>
              </a:ext>
            </a:extLst>
          </a:blip>
          <a:stretch>
            <a:fillRect/>
          </a:stretch>
        </p:blipFill>
        <p:spPr>
          <a:xfrm>
            <a:off x="3774757" y="1632267"/>
            <a:ext cx="720000" cy="720000"/>
          </a:xfrm>
          <a:prstGeom prst="rect">
            <a:avLst/>
          </a:prstGeom>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90"/>
        <p:cNvGrpSpPr/>
        <p:nvPr/>
      </p:nvGrpSpPr>
      <p:grpSpPr>
        <a:xfrm>
          <a:off x="0" y="0"/>
          <a:ext cx="0" cy="0"/>
          <a:chOff x="0" y="0"/>
          <a:chExt cx="0" cy="0"/>
        </a:xfrm>
      </p:grpSpPr>
      <p:sp>
        <p:nvSpPr>
          <p:cNvPr id="291" name="Google Shape;291;p32"/>
          <p:cNvSpPr txBox="1">
            <a:spLocks noGrp="1"/>
          </p:cNvSpPr>
          <p:nvPr>
            <p:ph type="title"/>
          </p:nvPr>
        </p:nvSpPr>
        <p:spPr>
          <a:xfrm>
            <a:off x="627402" y="213531"/>
            <a:ext cx="7704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Table of contents</a:t>
            </a:r>
            <a:endParaRPr dirty="0"/>
          </a:p>
        </p:txBody>
      </p:sp>
      <p:sp>
        <p:nvSpPr>
          <p:cNvPr id="292" name="Google Shape;292;p32"/>
          <p:cNvSpPr txBox="1">
            <a:spLocks noGrp="1"/>
          </p:cNvSpPr>
          <p:nvPr>
            <p:ph type="title" idx="2"/>
          </p:nvPr>
        </p:nvSpPr>
        <p:spPr>
          <a:xfrm>
            <a:off x="1125104" y="1127069"/>
            <a:ext cx="640200" cy="6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01</a:t>
            </a:r>
            <a:endParaRPr dirty="0"/>
          </a:p>
        </p:txBody>
      </p:sp>
      <p:sp>
        <p:nvSpPr>
          <p:cNvPr id="293" name="Google Shape;293;p32"/>
          <p:cNvSpPr txBox="1">
            <a:spLocks noGrp="1"/>
          </p:cNvSpPr>
          <p:nvPr>
            <p:ph type="title" idx="3"/>
          </p:nvPr>
        </p:nvSpPr>
        <p:spPr>
          <a:xfrm>
            <a:off x="1264000" y="3083266"/>
            <a:ext cx="640200" cy="6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04</a:t>
            </a:r>
            <a:endParaRPr/>
          </a:p>
        </p:txBody>
      </p:sp>
      <p:sp>
        <p:nvSpPr>
          <p:cNvPr id="294" name="Google Shape;294;p32"/>
          <p:cNvSpPr txBox="1">
            <a:spLocks noGrp="1"/>
          </p:cNvSpPr>
          <p:nvPr>
            <p:ph type="title" idx="4"/>
          </p:nvPr>
        </p:nvSpPr>
        <p:spPr>
          <a:xfrm>
            <a:off x="3991936" y="1115494"/>
            <a:ext cx="640200" cy="6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295" name="Google Shape;295;p32"/>
          <p:cNvSpPr txBox="1">
            <a:spLocks noGrp="1"/>
          </p:cNvSpPr>
          <p:nvPr>
            <p:ph type="title" idx="5"/>
          </p:nvPr>
        </p:nvSpPr>
        <p:spPr>
          <a:xfrm>
            <a:off x="3395853" y="3071691"/>
            <a:ext cx="640200" cy="649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05</a:t>
            </a:r>
            <a:endParaRPr/>
          </a:p>
        </p:txBody>
      </p:sp>
      <p:sp>
        <p:nvSpPr>
          <p:cNvPr id="296" name="Google Shape;296;p32"/>
          <p:cNvSpPr txBox="1">
            <a:spLocks noGrp="1"/>
          </p:cNvSpPr>
          <p:nvPr>
            <p:ph type="title" idx="6"/>
          </p:nvPr>
        </p:nvSpPr>
        <p:spPr>
          <a:xfrm>
            <a:off x="6858768" y="1150216"/>
            <a:ext cx="640200" cy="6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03</a:t>
            </a:r>
            <a:endParaRPr dirty="0"/>
          </a:p>
        </p:txBody>
      </p:sp>
      <p:sp>
        <p:nvSpPr>
          <p:cNvPr id="297" name="Google Shape;297;p32"/>
          <p:cNvSpPr txBox="1">
            <a:spLocks noGrp="1"/>
          </p:cNvSpPr>
          <p:nvPr>
            <p:ph type="title" idx="7"/>
          </p:nvPr>
        </p:nvSpPr>
        <p:spPr>
          <a:xfrm>
            <a:off x="6071690" y="3071691"/>
            <a:ext cx="640200" cy="6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06</a:t>
            </a:r>
            <a:endParaRPr/>
          </a:p>
        </p:txBody>
      </p:sp>
      <p:sp>
        <p:nvSpPr>
          <p:cNvPr id="298" name="Google Shape;298;p32"/>
          <p:cNvSpPr txBox="1">
            <a:spLocks noGrp="1"/>
          </p:cNvSpPr>
          <p:nvPr>
            <p:ph type="subTitle" idx="1"/>
          </p:nvPr>
        </p:nvSpPr>
        <p:spPr>
          <a:xfrm>
            <a:off x="777862" y="1861529"/>
            <a:ext cx="2352300" cy="461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Introduction</a:t>
            </a:r>
            <a:endParaRPr dirty="0"/>
          </a:p>
        </p:txBody>
      </p:sp>
      <p:sp>
        <p:nvSpPr>
          <p:cNvPr id="299" name="Google Shape;299;p32"/>
          <p:cNvSpPr txBox="1">
            <a:spLocks noGrp="1"/>
          </p:cNvSpPr>
          <p:nvPr>
            <p:ph type="subTitle" idx="8"/>
          </p:nvPr>
        </p:nvSpPr>
        <p:spPr>
          <a:xfrm>
            <a:off x="3395853" y="1919404"/>
            <a:ext cx="2352300" cy="461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Problem &amp; solution</a:t>
            </a:r>
            <a:endParaRPr/>
          </a:p>
        </p:txBody>
      </p:sp>
      <p:sp>
        <p:nvSpPr>
          <p:cNvPr id="300" name="Google Shape;300;p32"/>
          <p:cNvSpPr txBox="1">
            <a:spLocks noGrp="1"/>
          </p:cNvSpPr>
          <p:nvPr>
            <p:ph type="subTitle" idx="9"/>
          </p:nvPr>
        </p:nvSpPr>
        <p:spPr>
          <a:xfrm>
            <a:off x="6071690" y="1954128"/>
            <a:ext cx="2352300" cy="461700"/>
          </a:xfrm>
          <a:prstGeom prst="rect">
            <a:avLst/>
          </a:prstGeom>
        </p:spPr>
        <p:txBody>
          <a:bodyPr spcFirstLastPara="1" wrap="square" lIns="91425" tIns="91425" rIns="91425" bIns="91425" anchor="t" anchorCtr="0">
            <a:noAutofit/>
          </a:bodyPr>
          <a:lstStyle/>
          <a:p>
            <a:pPr marL="0" lvl="0" indent="0"/>
            <a:r>
              <a:rPr lang="en-IN" dirty="0"/>
              <a:t>Proposed Solution</a:t>
            </a:r>
            <a:endParaRPr dirty="0"/>
          </a:p>
        </p:txBody>
      </p:sp>
      <p:sp>
        <p:nvSpPr>
          <p:cNvPr id="301" name="Google Shape;301;p32"/>
          <p:cNvSpPr txBox="1">
            <a:spLocks noGrp="1"/>
          </p:cNvSpPr>
          <p:nvPr>
            <p:ph type="subTitle" idx="13"/>
          </p:nvPr>
        </p:nvSpPr>
        <p:spPr>
          <a:xfrm>
            <a:off x="719990" y="3655750"/>
            <a:ext cx="2352300" cy="461700"/>
          </a:xfrm>
          <a:prstGeom prst="rect">
            <a:avLst/>
          </a:prstGeom>
        </p:spPr>
        <p:txBody>
          <a:bodyPr spcFirstLastPara="1" wrap="square" lIns="91425" tIns="91425" rIns="91425" bIns="91425" anchor="t" anchorCtr="0">
            <a:noAutofit/>
          </a:bodyPr>
          <a:lstStyle/>
          <a:p>
            <a:pPr marL="0" lvl="0" indent="0"/>
            <a:r>
              <a:rPr lang="en-IN" dirty="0"/>
              <a:t>Objectives of the Project</a:t>
            </a:r>
            <a:endParaRPr dirty="0"/>
          </a:p>
        </p:txBody>
      </p:sp>
      <p:sp>
        <p:nvSpPr>
          <p:cNvPr id="302" name="Google Shape;302;p32"/>
          <p:cNvSpPr txBox="1">
            <a:spLocks noGrp="1"/>
          </p:cNvSpPr>
          <p:nvPr>
            <p:ph type="subTitle" idx="14"/>
          </p:nvPr>
        </p:nvSpPr>
        <p:spPr>
          <a:xfrm>
            <a:off x="3395853" y="3655750"/>
            <a:ext cx="2352300" cy="461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System Flow Overview</a:t>
            </a:r>
            <a:endParaRPr dirty="0"/>
          </a:p>
        </p:txBody>
      </p:sp>
      <p:sp>
        <p:nvSpPr>
          <p:cNvPr id="303" name="Google Shape;303;p32"/>
          <p:cNvSpPr txBox="1">
            <a:spLocks noGrp="1"/>
          </p:cNvSpPr>
          <p:nvPr>
            <p:ph type="subTitle" idx="15"/>
          </p:nvPr>
        </p:nvSpPr>
        <p:spPr>
          <a:xfrm>
            <a:off x="6071690" y="3655750"/>
            <a:ext cx="2352300" cy="461700"/>
          </a:xfrm>
          <a:prstGeom prst="rect">
            <a:avLst/>
          </a:prstGeom>
        </p:spPr>
        <p:txBody>
          <a:bodyPr spcFirstLastPara="1" wrap="square" lIns="91425" tIns="91425" rIns="91425" bIns="91425" anchor="t" anchorCtr="0">
            <a:noAutofit/>
          </a:bodyPr>
          <a:lstStyle/>
          <a:p>
            <a:pPr marL="0" lvl="0" indent="0"/>
            <a:r>
              <a:rPr lang="en-IN" dirty="0"/>
              <a:t>Website Architecture</a:t>
            </a:r>
            <a:endParaRPr dirty="0"/>
          </a:p>
        </p:txBody>
      </p:sp>
      <p:grpSp>
        <p:nvGrpSpPr>
          <p:cNvPr id="304" name="Google Shape;304;p32"/>
          <p:cNvGrpSpPr/>
          <p:nvPr/>
        </p:nvGrpSpPr>
        <p:grpSpPr>
          <a:xfrm>
            <a:off x="7450000" y="4376900"/>
            <a:ext cx="974000" cy="227100"/>
            <a:chOff x="415725" y="425950"/>
            <a:chExt cx="974000" cy="227100"/>
          </a:xfrm>
        </p:grpSpPr>
        <p:sp>
          <p:nvSpPr>
            <p:cNvPr id="305" name="Google Shape;305;p32"/>
            <p:cNvSpPr/>
            <p:nvPr/>
          </p:nvSpPr>
          <p:spPr>
            <a:xfrm>
              <a:off x="4157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306" name="Google Shape;306;p32"/>
            <p:cNvSpPr/>
            <p:nvPr/>
          </p:nvSpPr>
          <p:spPr>
            <a:xfrm>
              <a:off x="78917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307" name="Google Shape;307;p32"/>
            <p:cNvSpPr/>
            <p:nvPr/>
          </p:nvSpPr>
          <p:spPr>
            <a:xfrm>
              <a:off x="11626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90">
          <a:extLst>
            <a:ext uri="{FF2B5EF4-FFF2-40B4-BE49-F238E27FC236}">
              <a16:creationId xmlns:a16="http://schemas.microsoft.com/office/drawing/2014/main" id="{F653CCE9-12CF-004B-28CA-98ECC11D9D9C}"/>
            </a:ext>
          </a:extLst>
        </p:cNvPr>
        <p:cNvGrpSpPr/>
        <p:nvPr/>
      </p:nvGrpSpPr>
      <p:grpSpPr>
        <a:xfrm>
          <a:off x="0" y="0"/>
          <a:ext cx="0" cy="0"/>
          <a:chOff x="0" y="0"/>
          <a:chExt cx="0" cy="0"/>
        </a:xfrm>
      </p:grpSpPr>
      <p:sp>
        <p:nvSpPr>
          <p:cNvPr id="291" name="Google Shape;291;p32">
            <a:extLst>
              <a:ext uri="{FF2B5EF4-FFF2-40B4-BE49-F238E27FC236}">
                <a16:creationId xmlns:a16="http://schemas.microsoft.com/office/drawing/2014/main" id="{3980ABC0-4601-E01A-5C6C-152950C183D8}"/>
              </a:ext>
            </a:extLst>
          </p:cNvPr>
          <p:cNvSpPr txBox="1">
            <a:spLocks noGrp="1"/>
          </p:cNvSpPr>
          <p:nvPr>
            <p:ph type="title"/>
          </p:nvPr>
        </p:nvSpPr>
        <p:spPr>
          <a:xfrm>
            <a:off x="638977" y="213531"/>
            <a:ext cx="7704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Table of contents</a:t>
            </a:r>
            <a:endParaRPr dirty="0"/>
          </a:p>
        </p:txBody>
      </p:sp>
      <p:sp>
        <p:nvSpPr>
          <p:cNvPr id="292" name="Google Shape;292;p32">
            <a:extLst>
              <a:ext uri="{FF2B5EF4-FFF2-40B4-BE49-F238E27FC236}">
                <a16:creationId xmlns:a16="http://schemas.microsoft.com/office/drawing/2014/main" id="{D38AC477-ED43-E95E-ED57-44BB19E82E3F}"/>
              </a:ext>
            </a:extLst>
          </p:cNvPr>
          <p:cNvSpPr txBox="1">
            <a:spLocks noGrp="1"/>
          </p:cNvSpPr>
          <p:nvPr>
            <p:ph type="title" idx="2"/>
          </p:nvPr>
        </p:nvSpPr>
        <p:spPr>
          <a:xfrm>
            <a:off x="719990" y="1485883"/>
            <a:ext cx="640200" cy="6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07</a:t>
            </a:r>
            <a:endParaRPr dirty="0"/>
          </a:p>
        </p:txBody>
      </p:sp>
      <p:sp>
        <p:nvSpPr>
          <p:cNvPr id="293" name="Google Shape;293;p32">
            <a:extLst>
              <a:ext uri="{FF2B5EF4-FFF2-40B4-BE49-F238E27FC236}">
                <a16:creationId xmlns:a16="http://schemas.microsoft.com/office/drawing/2014/main" id="{CFAB0351-498F-954C-DDA8-715ED530ADD3}"/>
              </a:ext>
            </a:extLst>
          </p:cNvPr>
          <p:cNvSpPr txBox="1">
            <a:spLocks noGrp="1"/>
          </p:cNvSpPr>
          <p:nvPr>
            <p:ph type="title" idx="3"/>
          </p:nvPr>
        </p:nvSpPr>
        <p:spPr>
          <a:xfrm>
            <a:off x="719990" y="3071691"/>
            <a:ext cx="640200" cy="6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10</a:t>
            </a:r>
            <a:endParaRPr dirty="0"/>
          </a:p>
        </p:txBody>
      </p:sp>
      <p:sp>
        <p:nvSpPr>
          <p:cNvPr id="294" name="Google Shape;294;p32">
            <a:extLst>
              <a:ext uri="{FF2B5EF4-FFF2-40B4-BE49-F238E27FC236}">
                <a16:creationId xmlns:a16="http://schemas.microsoft.com/office/drawing/2014/main" id="{CF7D67AD-D4E5-4342-4E67-A2273DB2D3FA}"/>
              </a:ext>
            </a:extLst>
          </p:cNvPr>
          <p:cNvSpPr txBox="1">
            <a:spLocks noGrp="1"/>
          </p:cNvSpPr>
          <p:nvPr>
            <p:ph type="title" idx="4"/>
          </p:nvPr>
        </p:nvSpPr>
        <p:spPr>
          <a:xfrm>
            <a:off x="3395853" y="1485883"/>
            <a:ext cx="640200" cy="6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08</a:t>
            </a:r>
            <a:endParaRPr dirty="0"/>
          </a:p>
        </p:txBody>
      </p:sp>
      <p:sp>
        <p:nvSpPr>
          <p:cNvPr id="295" name="Google Shape;295;p32">
            <a:extLst>
              <a:ext uri="{FF2B5EF4-FFF2-40B4-BE49-F238E27FC236}">
                <a16:creationId xmlns:a16="http://schemas.microsoft.com/office/drawing/2014/main" id="{71869FDC-EB4F-5BE8-F4F6-C226807CE2EE}"/>
              </a:ext>
            </a:extLst>
          </p:cNvPr>
          <p:cNvSpPr txBox="1">
            <a:spLocks noGrp="1"/>
          </p:cNvSpPr>
          <p:nvPr>
            <p:ph type="title" idx="5"/>
          </p:nvPr>
        </p:nvSpPr>
        <p:spPr>
          <a:xfrm>
            <a:off x="3395853" y="3071691"/>
            <a:ext cx="640200" cy="649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11</a:t>
            </a:r>
            <a:endParaRPr dirty="0"/>
          </a:p>
        </p:txBody>
      </p:sp>
      <p:sp>
        <p:nvSpPr>
          <p:cNvPr id="296" name="Google Shape;296;p32">
            <a:extLst>
              <a:ext uri="{FF2B5EF4-FFF2-40B4-BE49-F238E27FC236}">
                <a16:creationId xmlns:a16="http://schemas.microsoft.com/office/drawing/2014/main" id="{651D32D4-8BB5-4F60-F3A5-40C1E4DD3B1D}"/>
              </a:ext>
            </a:extLst>
          </p:cNvPr>
          <p:cNvSpPr txBox="1">
            <a:spLocks noGrp="1"/>
          </p:cNvSpPr>
          <p:nvPr>
            <p:ph type="title" idx="6"/>
          </p:nvPr>
        </p:nvSpPr>
        <p:spPr>
          <a:xfrm>
            <a:off x="6071690" y="1485883"/>
            <a:ext cx="640200" cy="6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09</a:t>
            </a:r>
            <a:endParaRPr dirty="0"/>
          </a:p>
        </p:txBody>
      </p:sp>
      <p:sp>
        <p:nvSpPr>
          <p:cNvPr id="297" name="Google Shape;297;p32">
            <a:extLst>
              <a:ext uri="{FF2B5EF4-FFF2-40B4-BE49-F238E27FC236}">
                <a16:creationId xmlns:a16="http://schemas.microsoft.com/office/drawing/2014/main" id="{BD9C6319-1E51-43C8-E999-3250E5EDDA60}"/>
              </a:ext>
            </a:extLst>
          </p:cNvPr>
          <p:cNvSpPr txBox="1">
            <a:spLocks noGrp="1"/>
          </p:cNvSpPr>
          <p:nvPr>
            <p:ph type="title" idx="7"/>
          </p:nvPr>
        </p:nvSpPr>
        <p:spPr>
          <a:xfrm>
            <a:off x="6071690" y="3071691"/>
            <a:ext cx="640200" cy="6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12</a:t>
            </a:r>
            <a:endParaRPr dirty="0"/>
          </a:p>
        </p:txBody>
      </p:sp>
      <p:sp>
        <p:nvSpPr>
          <p:cNvPr id="298" name="Google Shape;298;p32">
            <a:extLst>
              <a:ext uri="{FF2B5EF4-FFF2-40B4-BE49-F238E27FC236}">
                <a16:creationId xmlns:a16="http://schemas.microsoft.com/office/drawing/2014/main" id="{F4263754-230D-68D7-C0A2-E3287C63A6F7}"/>
              </a:ext>
            </a:extLst>
          </p:cNvPr>
          <p:cNvSpPr txBox="1">
            <a:spLocks noGrp="1"/>
          </p:cNvSpPr>
          <p:nvPr>
            <p:ph type="subTitle" idx="1"/>
          </p:nvPr>
        </p:nvSpPr>
        <p:spPr>
          <a:xfrm>
            <a:off x="719990" y="2069875"/>
            <a:ext cx="2352300" cy="461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Communication Mode</a:t>
            </a:r>
            <a:endParaRPr dirty="0"/>
          </a:p>
        </p:txBody>
      </p:sp>
      <p:sp>
        <p:nvSpPr>
          <p:cNvPr id="299" name="Google Shape;299;p32">
            <a:extLst>
              <a:ext uri="{FF2B5EF4-FFF2-40B4-BE49-F238E27FC236}">
                <a16:creationId xmlns:a16="http://schemas.microsoft.com/office/drawing/2014/main" id="{CE79E9FF-5972-7050-1103-6F8880F58BF3}"/>
              </a:ext>
            </a:extLst>
          </p:cNvPr>
          <p:cNvSpPr txBox="1">
            <a:spLocks noGrp="1"/>
          </p:cNvSpPr>
          <p:nvPr>
            <p:ph type="subTitle" idx="8"/>
          </p:nvPr>
        </p:nvSpPr>
        <p:spPr>
          <a:xfrm>
            <a:off x="3395853" y="2069875"/>
            <a:ext cx="2352300" cy="927968"/>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IN" dirty="0"/>
              <a:t>Input setup &amp; Main presentation Interface</a:t>
            </a:r>
            <a:endParaRPr dirty="0"/>
          </a:p>
        </p:txBody>
      </p:sp>
      <p:sp>
        <p:nvSpPr>
          <p:cNvPr id="300" name="Google Shape;300;p32">
            <a:extLst>
              <a:ext uri="{FF2B5EF4-FFF2-40B4-BE49-F238E27FC236}">
                <a16:creationId xmlns:a16="http://schemas.microsoft.com/office/drawing/2014/main" id="{C81354B1-D433-55DD-DABA-3B4B7B9160E9}"/>
              </a:ext>
            </a:extLst>
          </p:cNvPr>
          <p:cNvSpPr txBox="1">
            <a:spLocks noGrp="1"/>
          </p:cNvSpPr>
          <p:nvPr>
            <p:ph type="subTitle" idx="9"/>
          </p:nvPr>
        </p:nvSpPr>
        <p:spPr>
          <a:xfrm>
            <a:off x="6071690" y="2069875"/>
            <a:ext cx="2352300" cy="823796"/>
          </a:xfrm>
          <a:prstGeom prst="rect">
            <a:avLst/>
          </a:prstGeom>
        </p:spPr>
        <p:txBody>
          <a:bodyPr spcFirstLastPara="1" wrap="square" lIns="91425" tIns="91425" rIns="91425" bIns="91425" anchor="t" anchorCtr="0">
            <a:noAutofit/>
          </a:bodyPr>
          <a:lstStyle/>
          <a:p>
            <a:pPr marL="0" lvl="0" indent="0"/>
            <a:r>
              <a:rPr lang="en-IN" dirty="0"/>
              <a:t>Q&amp;A &amp; Real time interact</a:t>
            </a:r>
            <a:endParaRPr dirty="0"/>
          </a:p>
        </p:txBody>
      </p:sp>
      <p:sp>
        <p:nvSpPr>
          <p:cNvPr id="301" name="Google Shape;301;p32">
            <a:extLst>
              <a:ext uri="{FF2B5EF4-FFF2-40B4-BE49-F238E27FC236}">
                <a16:creationId xmlns:a16="http://schemas.microsoft.com/office/drawing/2014/main" id="{2A0841EF-D0B7-65EF-0D33-DA3378F83742}"/>
              </a:ext>
            </a:extLst>
          </p:cNvPr>
          <p:cNvSpPr txBox="1">
            <a:spLocks noGrp="1"/>
          </p:cNvSpPr>
          <p:nvPr>
            <p:ph type="subTitle" idx="13"/>
          </p:nvPr>
        </p:nvSpPr>
        <p:spPr>
          <a:xfrm>
            <a:off x="719990" y="3655750"/>
            <a:ext cx="2352300" cy="461700"/>
          </a:xfrm>
          <a:prstGeom prst="rect">
            <a:avLst/>
          </a:prstGeom>
        </p:spPr>
        <p:txBody>
          <a:bodyPr spcFirstLastPara="1" wrap="square" lIns="91425" tIns="91425" rIns="91425" bIns="91425" anchor="t" anchorCtr="0">
            <a:noAutofit/>
          </a:bodyPr>
          <a:lstStyle/>
          <a:p>
            <a:pPr marL="0" lvl="0" indent="0"/>
            <a:r>
              <a:rPr lang="en-IN" dirty="0"/>
              <a:t>Key Features</a:t>
            </a:r>
            <a:endParaRPr dirty="0"/>
          </a:p>
        </p:txBody>
      </p:sp>
      <p:sp>
        <p:nvSpPr>
          <p:cNvPr id="302" name="Google Shape;302;p32">
            <a:extLst>
              <a:ext uri="{FF2B5EF4-FFF2-40B4-BE49-F238E27FC236}">
                <a16:creationId xmlns:a16="http://schemas.microsoft.com/office/drawing/2014/main" id="{EFF56938-794F-CBCA-075B-168B7978F57C}"/>
              </a:ext>
            </a:extLst>
          </p:cNvPr>
          <p:cNvSpPr txBox="1">
            <a:spLocks noGrp="1"/>
          </p:cNvSpPr>
          <p:nvPr>
            <p:ph type="subTitle" idx="14"/>
          </p:nvPr>
        </p:nvSpPr>
        <p:spPr>
          <a:xfrm>
            <a:off x="3395853" y="3655750"/>
            <a:ext cx="2352300" cy="461700"/>
          </a:xfrm>
          <a:prstGeom prst="rect">
            <a:avLst/>
          </a:prstGeom>
        </p:spPr>
        <p:txBody>
          <a:bodyPr spcFirstLastPara="1" wrap="square" lIns="91425" tIns="91425" rIns="91425" bIns="91425" anchor="t" anchorCtr="0">
            <a:noAutofit/>
          </a:bodyPr>
          <a:lstStyle/>
          <a:p>
            <a:pPr marL="0" lvl="0" indent="0"/>
            <a:r>
              <a:rPr lang="en-IN" dirty="0"/>
              <a:t>Online Meeting Integration</a:t>
            </a:r>
          </a:p>
        </p:txBody>
      </p:sp>
      <p:sp>
        <p:nvSpPr>
          <p:cNvPr id="303" name="Google Shape;303;p32">
            <a:extLst>
              <a:ext uri="{FF2B5EF4-FFF2-40B4-BE49-F238E27FC236}">
                <a16:creationId xmlns:a16="http://schemas.microsoft.com/office/drawing/2014/main" id="{3AE0528A-4430-019D-623B-8BA1635EAD6D}"/>
              </a:ext>
            </a:extLst>
          </p:cNvPr>
          <p:cNvSpPr txBox="1">
            <a:spLocks noGrp="1"/>
          </p:cNvSpPr>
          <p:nvPr>
            <p:ph type="subTitle" idx="15"/>
          </p:nvPr>
        </p:nvSpPr>
        <p:spPr>
          <a:xfrm>
            <a:off x="6201230" y="3716710"/>
            <a:ext cx="2352300" cy="658520"/>
          </a:xfrm>
          <a:prstGeom prst="rect">
            <a:avLst/>
          </a:prstGeom>
        </p:spPr>
        <p:txBody>
          <a:bodyPr spcFirstLastPara="1" wrap="square" lIns="91425" tIns="91425" rIns="91425" bIns="91425" anchor="t" anchorCtr="0">
            <a:noAutofit/>
          </a:bodyPr>
          <a:lstStyle/>
          <a:p>
            <a:pPr marL="0" lvl="0" indent="0"/>
            <a:r>
              <a:rPr lang="en-IN" dirty="0"/>
              <a:t>Users Journey</a:t>
            </a:r>
            <a:endParaRPr dirty="0"/>
          </a:p>
        </p:txBody>
      </p:sp>
      <p:grpSp>
        <p:nvGrpSpPr>
          <p:cNvPr id="304" name="Google Shape;304;p32">
            <a:extLst>
              <a:ext uri="{FF2B5EF4-FFF2-40B4-BE49-F238E27FC236}">
                <a16:creationId xmlns:a16="http://schemas.microsoft.com/office/drawing/2014/main" id="{8E6A2EEE-6639-B967-61ED-2B4DAEF2368A}"/>
              </a:ext>
            </a:extLst>
          </p:cNvPr>
          <p:cNvGrpSpPr/>
          <p:nvPr/>
        </p:nvGrpSpPr>
        <p:grpSpPr>
          <a:xfrm>
            <a:off x="7450000" y="4376900"/>
            <a:ext cx="974000" cy="227100"/>
            <a:chOff x="415725" y="425950"/>
            <a:chExt cx="974000" cy="227100"/>
          </a:xfrm>
        </p:grpSpPr>
        <p:sp>
          <p:nvSpPr>
            <p:cNvPr id="305" name="Google Shape;305;p32">
              <a:extLst>
                <a:ext uri="{FF2B5EF4-FFF2-40B4-BE49-F238E27FC236}">
                  <a16:creationId xmlns:a16="http://schemas.microsoft.com/office/drawing/2014/main" id="{A3A86EC2-4A97-0ADF-20CA-A32E005C831F}"/>
                </a:ext>
              </a:extLst>
            </p:cNvPr>
            <p:cNvSpPr/>
            <p:nvPr/>
          </p:nvSpPr>
          <p:spPr>
            <a:xfrm>
              <a:off x="4157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306" name="Google Shape;306;p32">
              <a:extLst>
                <a:ext uri="{FF2B5EF4-FFF2-40B4-BE49-F238E27FC236}">
                  <a16:creationId xmlns:a16="http://schemas.microsoft.com/office/drawing/2014/main" id="{E55F46CF-BC75-9262-E611-83D3AE857F2A}"/>
                </a:ext>
              </a:extLst>
            </p:cNvPr>
            <p:cNvSpPr/>
            <p:nvPr/>
          </p:nvSpPr>
          <p:spPr>
            <a:xfrm>
              <a:off x="78917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307" name="Google Shape;307;p32">
              <a:extLst>
                <a:ext uri="{FF2B5EF4-FFF2-40B4-BE49-F238E27FC236}">
                  <a16:creationId xmlns:a16="http://schemas.microsoft.com/office/drawing/2014/main" id="{8A1975EB-3757-EE03-E19C-1E3EBC692959}"/>
                </a:ext>
              </a:extLst>
            </p:cNvPr>
            <p:cNvSpPr/>
            <p:nvPr/>
          </p:nvSpPr>
          <p:spPr>
            <a:xfrm>
              <a:off x="11626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spTree>
    <p:extLst>
      <p:ext uri="{BB962C8B-B14F-4D97-AF65-F5344CB8AC3E}">
        <p14:creationId xmlns:p14="http://schemas.microsoft.com/office/powerpoint/2010/main" val="2358358104"/>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90">
          <a:extLst>
            <a:ext uri="{FF2B5EF4-FFF2-40B4-BE49-F238E27FC236}">
              <a16:creationId xmlns:a16="http://schemas.microsoft.com/office/drawing/2014/main" id="{8B81648B-40E2-FE91-585D-887D19AE1567}"/>
            </a:ext>
          </a:extLst>
        </p:cNvPr>
        <p:cNvGrpSpPr/>
        <p:nvPr/>
      </p:nvGrpSpPr>
      <p:grpSpPr>
        <a:xfrm>
          <a:off x="0" y="0"/>
          <a:ext cx="0" cy="0"/>
          <a:chOff x="0" y="0"/>
          <a:chExt cx="0" cy="0"/>
        </a:xfrm>
      </p:grpSpPr>
      <p:sp>
        <p:nvSpPr>
          <p:cNvPr id="291" name="Google Shape;291;p32">
            <a:extLst>
              <a:ext uri="{FF2B5EF4-FFF2-40B4-BE49-F238E27FC236}">
                <a16:creationId xmlns:a16="http://schemas.microsoft.com/office/drawing/2014/main" id="{BD2C0228-12DF-3D5F-7101-9AE2A7D09936}"/>
              </a:ext>
            </a:extLst>
          </p:cNvPr>
          <p:cNvSpPr txBox="1">
            <a:spLocks noGrp="1"/>
          </p:cNvSpPr>
          <p:nvPr>
            <p:ph type="title"/>
          </p:nvPr>
        </p:nvSpPr>
        <p:spPr>
          <a:xfrm>
            <a:off x="627402" y="213531"/>
            <a:ext cx="7704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Table of contents</a:t>
            </a:r>
            <a:endParaRPr dirty="0"/>
          </a:p>
        </p:txBody>
      </p:sp>
      <p:sp>
        <p:nvSpPr>
          <p:cNvPr id="292" name="Google Shape;292;p32">
            <a:extLst>
              <a:ext uri="{FF2B5EF4-FFF2-40B4-BE49-F238E27FC236}">
                <a16:creationId xmlns:a16="http://schemas.microsoft.com/office/drawing/2014/main" id="{FA8A4C13-7480-6F80-4211-B6FCA10B1C08}"/>
              </a:ext>
            </a:extLst>
          </p:cNvPr>
          <p:cNvSpPr txBox="1">
            <a:spLocks noGrp="1"/>
          </p:cNvSpPr>
          <p:nvPr>
            <p:ph type="title" idx="2"/>
          </p:nvPr>
        </p:nvSpPr>
        <p:spPr>
          <a:xfrm>
            <a:off x="1125104" y="1127069"/>
            <a:ext cx="640200" cy="6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13</a:t>
            </a:r>
            <a:endParaRPr dirty="0"/>
          </a:p>
        </p:txBody>
      </p:sp>
      <p:sp>
        <p:nvSpPr>
          <p:cNvPr id="293" name="Google Shape;293;p32">
            <a:extLst>
              <a:ext uri="{FF2B5EF4-FFF2-40B4-BE49-F238E27FC236}">
                <a16:creationId xmlns:a16="http://schemas.microsoft.com/office/drawing/2014/main" id="{66BAA866-DE9E-598B-76DB-00A152B648BE}"/>
              </a:ext>
            </a:extLst>
          </p:cNvPr>
          <p:cNvSpPr txBox="1">
            <a:spLocks noGrp="1"/>
          </p:cNvSpPr>
          <p:nvPr>
            <p:ph type="title" idx="3"/>
          </p:nvPr>
        </p:nvSpPr>
        <p:spPr>
          <a:xfrm>
            <a:off x="1264000" y="3083266"/>
            <a:ext cx="640200" cy="6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16</a:t>
            </a:r>
            <a:endParaRPr dirty="0"/>
          </a:p>
        </p:txBody>
      </p:sp>
      <p:sp>
        <p:nvSpPr>
          <p:cNvPr id="294" name="Google Shape;294;p32">
            <a:extLst>
              <a:ext uri="{FF2B5EF4-FFF2-40B4-BE49-F238E27FC236}">
                <a16:creationId xmlns:a16="http://schemas.microsoft.com/office/drawing/2014/main" id="{E89B5BF6-C168-EE84-487A-2C6E4FEB7C72}"/>
              </a:ext>
            </a:extLst>
          </p:cNvPr>
          <p:cNvSpPr txBox="1">
            <a:spLocks noGrp="1"/>
          </p:cNvSpPr>
          <p:nvPr>
            <p:ph type="title" idx="4"/>
          </p:nvPr>
        </p:nvSpPr>
        <p:spPr>
          <a:xfrm>
            <a:off x="3991936" y="1115494"/>
            <a:ext cx="640200" cy="6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14</a:t>
            </a:r>
            <a:endParaRPr dirty="0"/>
          </a:p>
        </p:txBody>
      </p:sp>
      <p:sp>
        <p:nvSpPr>
          <p:cNvPr id="296" name="Google Shape;296;p32">
            <a:extLst>
              <a:ext uri="{FF2B5EF4-FFF2-40B4-BE49-F238E27FC236}">
                <a16:creationId xmlns:a16="http://schemas.microsoft.com/office/drawing/2014/main" id="{C8B6B4F9-7892-E5B1-A8A7-8975060EAC6C}"/>
              </a:ext>
            </a:extLst>
          </p:cNvPr>
          <p:cNvSpPr txBox="1">
            <a:spLocks noGrp="1"/>
          </p:cNvSpPr>
          <p:nvPr>
            <p:ph type="title" idx="6"/>
          </p:nvPr>
        </p:nvSpPr>
        <p:spPr>
          <a:xfrm>
            <a:off x="6858768" y="1150216"/>
            <a:ext cx="640200" cy="6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15</a:t>
            </a:r>
            <a:endParaRPr dirty="0"/>
          </a:p>
        </p:txBody>
      </p:sp>
      <p:sp>
        <p:nvSpPr>
          <p:cNvPr id="298" name="Google Shape;298;p32">
            <a:extLst>
              <a:ext uri="{FF2B5EF4-FFF2-40B4-BE49-F238E27FC236}">
                <a16:creationId xmlns:a16="http://schemas.microsoft.com/office/drawing/2014/main" id="{61BDE38F-0F57-C069-8CD9-B40AB6CDDCFD}"/>
              </a:ext>
            </a:extLst>
          </p:cNvPr>
          <p:cNvSpPr txBox="1">
            <a:spLocks noGrp="1"/>
          </p:cNvSpPr>
          <p:nvPr>
            <p:ph type="subTitle" idx="1"/>
          </p:nvPr>
        </p:nvSpPr>
        <p:spPr>
          <a:xfrm>
            <a:off x="801012" y="2035150"/>
            <a:ext cx="2352300" cy="461700"/>
          </a:xfrm>
          <a:prstGeom prst="rect">
            <a:avLst/>
          </a:prstGeom>
        </p:spPr>
        <p:txBody>
          <a:bodyPr spcFirstLastPara="1" wrap="square" lIns="91425" tIns="91425" rIns="91425" bIns="91425" anchor="t" anchorCtr="0">
            <a:noAutofit/>
          </a:bodyPr>
          <a:lstStyle/>
          <a:p>
            <a:pPr marL="0" lvl="0" indent="0"/>
            <a:r>
              <a:rPr lang="en-IN" dirty="0"/>
              <a:t>Technology Stack</a:t>
            </a:r>
            <a:endParaRPr dirty="0"/>
          </a:p>
        </p:txBody>
      </p:sp>
      <p:sp>
        <p:nvSpPr>
          <p:cNvPr id="299" name="Google Shape;299;p32">
            <a:extLst>
              <a:ext uri="{FF2B5EF4-FFF2-40B4-BE49-F238E27FC236}">
                <a16:creationId xmlns:a16="http://schemas.microsoft.com/office/drawing/2014/main" id="{3C120A45-7B18-9D7E-10C9-F1F9406E8240}"/>
              </a:ext>
            </a:extLst>
          </p:cNvPr>
          <p:cNvSpPr txBox="1">
            <a:spLocks noGrp="1"/>
          </p:cNvSpPr>
          <p:nvPr>
            <p:ph type="subTitle" idx="8"/>
          </p:nvPr>
        </p:nvSpPr>
        <p:spPr>
          <a:xfrm>
            <a:off x="3395853" y="2069875"/>
            <a:ext cx="2352300" cy="461700"/>
          </a:xfrm>
          <a:prstGeom prst="rect">
            <a:avLst/>
          </a:prstGeom>
        </p:spPr>
        <p:txBody>
          <a:bodyPr spcFirstLastPara="1" wrap="square" lIns="91425" tIns="91425" rIns="91425" bIns="91425" anchor="t" anchorCtr="0">
            <a:noAutofit/>
          </a:bodyPr>
          <a:lstStyle/>
          <a:p>
            <a:pPr marL="0" lvl="0" indent="0"/>
            <a:r>
              <a:rPr lang="en-IN" dirty="0"/>
              <a:t>Future Scope / Improvements</a:t>
            </a:r>
            <a:endParaRPr dirty="0"/>
          </a:p>
        </p:txBody>
      </p:sp>
      <p:sp>
        <p:nvSpPr>
          <p:cNvPr id="300" name="Google Shape;300;p32">
            <a:extLst>
              <a:ext uri="{FF2B5EF4-FFF2-40B4-BE49-F238E27FC236}">
                <a16:creationId xmlns:a16="http://schemas.microsoft.com/office/drawing/2014/main" id="{0476AA54-2AFE-BBD7-2FEA-89EC9D128BB7}"/>
              </a:ext>
            </a:extLst>
          </p:cNvPr>
          <p:cNvSpPr txBox="1">
            <a:spLocks noGrp="1"/>
          </p:cNvSpPr>
          <p:nvPr>
            <p:ph type="subTitle" idx="9"/>
          </p:nvPr>
        </p:nvSpPr>
        <p:spPr>
          <a:xfrm>
            <a:off x="6071690" y="2069875"/>
            <a:ext cx="2352300" cy="461700"/>
          </a:xfrm>
          <a:prstGeom prst="rect">
            <a:avLst/>
          </a:prstGeom>
        </p:spPr>
        <p:txBody>
          <a:bodyPr spcFirstLastPara="1" wrap="square" lIns="91425" tIns="91425" rIns="91425" bIns="91425" anchor="t" anchorCtr="0">
            <a:noAutofit/>
          </a:bodyPr>
          <a:lstStyle/>
          <a:p>
            <a:pPr marL="0" lvl="0" indent="0"/>
            <a:r>
              <a:rPr lang="en-IN" dirty="0"/>
              <a:t>Impact / Expected Outcomes</a:t>
            </a:r>
            <a:endParaRPr dirty="0"/>
          </a:p>
        </p:txBody>
      </p:sp>
      <p:sp>
        <p:nvSpPr>
          <p:cNvPr id="301" name="Google Shape;301;p32">
            <a:extLst>
              <a:ext uri="{FF2B5EF4-FFF2-40B4-BE49-F238E27FC236}">
                <a16:creationId xmlns:a16="http://schemas.microsoft.com/office/drawing/2014/main" id="{8BEAD355-72EF-7BDF-D5D6-6ECC142990C2}"/>
              </a:ext>
            </a:extLst>
          </p:cNvPr>
          <p:cNvSpPr txBox="1">
            <a:spLocks noGrp="1"/>
          </p:cNvSpPr>
          <p:nvPr>
            <p:ph type="subTitle" idx="13"/>
          </p:nvPr>
        </p:nvSpPr>
        <p:spPr>
          <a:xfrm>
            <a:off x="719990" y="3655750"/>
            <a:ext cx="2352300" cy="461700"/>
          </a:xfrm>
          <a:prstGeom prst="rect">
            <a:avLst/>
          </a:prstGeom>
        </p:spPr>
        <p:txBody>
          <a:bodyPr spcFirstLastPara="1" wrap="square" lIns="91425" tIns="91425" rIns="91425" bIns="91425" anchor="t" anchorCtr="0">
            <a:noAutofit/>
          </a:bodyPr>
          <a:lstStyle/>
          <a:p>
            <a:r>
              <a:rPr lang="en-IN" b="1" dirty="0"/>
              <a:t>Conclusion</a:t>
            </a:r>
            <a:endParaRPr lang="en-IN" dirty="0"/>
          </a:p>
        </p:txBody>
      </p:sp>
      <p:grpSp>
        <p:nvGrpSpPr>
          <p:cNvPr id="304" name="Google Shape;304;p32">
            <a:extLst>
              <a:ext uri="{FF2B5EF4-FFF2-40B4-BE49-F238E27FC236}">
                <a16:creationId xmlns:a16="http://schemas.microsoft.com/office/drawing/2014/main" id="{3AEB1FC2-BA37-D6C6-94D8-1784BD7D29A4}"/>
              </a:ext>
            </a:extLst>
          </p:cNvPr>
          <p:cNvGrpSpPr/>
          <p:nvPr/>
        </p:nvGrpSpPr>
        <p:grpSpPr>
          <a:xfrm>
            <a:off x="7450000" y="4376900"/>
            <a:ext cx="974000" cy="227100"/>
            <a:chOff x="415725" y="425950"/>
            <a:chExt cx="974000" cy="227100"/>
          </a:xfrm>
        </p:grpSpPr>
        <p:sp>
          <p:nvSpPr>
            <p:cNvPr id="305" name="Google Shape;305;p32">
              <a:extLst>
                <a:ext uri="{FF2B5EF4-FFF2-40B4-BE49-F238E27FC236}">
                  <a16:creationId xmlns:a16="http://schemas.microsoft.com/office/drawing/2014/main" id="{0156A37A-CBD8-263E-530B-62DF423DB0F2}"/>
                </a:ext>
              </a:extLst>
            </p:cNvPr>
            <p:cNvSpPr/>
            <p:nvPr/>
          </p:nvSpPr>
          <p:spPr>
            <a:xfrm>
              <a:off x="4157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306" name="Google Shape;306;p32">
              <a:extLst>
                <a:ext uri="{FF2B5EF4-FFF2-40B4-BE49-F238E27FC236}">
                  <a16:creationId xmlns:a16="http://schemas.microsoft.com/office/drawing/2014/main" id="{848AA8DD-CB2F-8357-A8A5-A19588FD3CAE}"/>
                </a:ext>
              </a:extLst>
            </p:cNvPr>
            <p:cNvSpPr/>
            <p:nvPr/>
          </p:nvSpPr>
          <p:spPr>
            <a:xfrm>
              <a:off x="78917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307" name="Google Shape;307;p32">
              <a:extLst>
                <a:ext uri="{FF2B5EF4-FFF2-40B4-BE49-F238E27FC236}">
                  <a16:creationId xmlns:a16="http://schemas.microsoft.com/office/drawing/2014/main" id="{5EEF5C06-1228-065A-2962-60A6A9560A9B}"/>
                </a:ext>
              </a:extLst>
            </p:cNvPr>
            <p:cNvSpPr/>
            <p:nvPr/>
          </p:nvSpPr>
          <p:spPr>
            <a:xfrm>
              <a:off x="11626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spTree>
    <p:extLst>
      <p:ext uri="{BB962C8B-B14F-4D97-AF65-F5344CB8AC3E}">
        <p14:creationId xmlns:p14="http://schemas.microsoft.com/office/powerpoint/2010/main" val="3058583352"/>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27"/>
        <p:cNvGrpSpPr/>
        <p:nvPr/>
      </p:nvGrpSpPr>
      <p:grpSpPr>
        <a:xfrm>
          <a:off x="0" y="0"/>
          <a:ext cx="0" cy="0"/>
          <a:chOff x="0" y="0"/>
          <a:chExt cx="0" cy="0"/>
        </a:xfrm>
      </p:grpSpPr>
      <p:sp>
        <p:nvSpPr>
          <p:cNvPr id="328" name="Google Shape;328;p35"/>
          <p:cNvSpPr txBox="1">
            <a:spLocks noGrp="1"/>
          </p:cNvSpPr>
          <p:nvPr>
            <p:ph type="title"/>
          </p:nvPr>
        </p:nvSpPr>
        <p:spPr>
          <a:xfrm>
            <a:off x="4219950" y="2666938"/>
            <a:ext cx="3931200" cy="923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Introduction</a:t>
            </a:r>
            <a:endParaRPr/>
          </a:p>
        </p:txBody>
      </p:sp>
      <p:sp>
        <p:nvSpPr>
          <p:cNvPr id="329" name="Google Shape;329;p35"/>
          <p:cNvSpPr txBox="1">
            <a:spLocks noGrp="1"/>
          </p:cNvSpPr>
          <p:nvPr>
            <p:ph type="title" idx="2"/>
          </p:nvPr>
        </p:nvSpPr>
        <p:spPr>
          <a:xfrm>
            <a:off x="4219950" y="1702288"/>
            <a:ext cx="1235700" cy="646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01</a:t>
            </a:r>
            <a:endParaRPr/>
          </a:p>
        </p:txBody>
      </p:sp>
      <p:cxnSp>
        <p:nvCxnSpPr>
          <p:cNvPr id="331" name="Google Shape;331;p35"/>
          <p:cNvCxnSpPr/>
          <p:nvPr/>
        </p:nvCxnSpPr>
        <p:spPr>
          <a:xfrm>
            <a:off x="4312075" y="2507875"/>
            <a:ext cx="3868800" cy="0"/>
          </a:xfrm>
          <a:prstGeom prst="straightConnector1">
            <a:avLst/>
          </a:prstGeom>
          <a:noFill/>
          <a:ln w="9525" cap="flat" cmpd="sng">
            <a:solidFill>
              <a:schemeClr val="dk1"/>
            </a:solidFill>
            <a:prstDash val="solid"/>
            <a:round/>
            <a:headEnd type="none" w="med" len="med"/>
            <a:tailEnd type="none" w="med" len="med"/>
          </a:ln>
        </p:spPr>
      </p:cxnSp>
      <p:pic>
        <p:nvPicPr>
          <p:cNvPr id="3" name="Picture 2">
            <a:extLst>
              <a:ext uri="{FF2B5EF4-FFF2-40B4-BE49-F238E27FC236}">
                <a16:creationId xmlns:a16="http://schemas.microsoft.com/office/drawing/2014/main" id="{9D19BF52-4521-6EFD-031B-4A273C9F5823}"/>
              </a:ext>
            </a:extLst>
          </p:cNvPr>
          <p:cNvPicPr>
            <a:picLocks noChangeAspect="1"/>
          </p:cNvPicPr>
          <p:nvPr/>
        </p:nvPicPr>
        <p:blipFill>
          <a:blip r:embed="rId3"/>
          <a:stretch>
            <a:fillRect/>
          </a:stretch>
        </p:blipFill>
        <p:spPr>
          <a:xfrm>
            <a:off x="262890" y="294640"/>
            <a:ext cx="3384550" cy="4582160"/>
          </a:xfrm>
          <a:prstGeom prst="rect">
            <a:avLst/>
          </a:prstGeom>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11"/>
        <p:cNvGrpSpPr/>
        <p:nvPr/>
      </p:nvGrpSpPr>
      <p:grpSpPr>
        <a:xfrm>
          <a:off x="0" y="0"/>
          <a:ext cx="0" cy="0"/>
          <a:chOff x="0" y="0"/>
          <a:chExt cx="0" cy="0"/>
        </a:xfrm>
      </p:grpSpPr>
      <p:grpSp>
        <p:nvGrpSpPr>
          <p:cNvPr id="2" name="Google Shape;818;p57">
            <a:extLst>
              <a:ext uri="{FF2B5EF4-FFF2-40B4-BE49-F238E27FC236}">
                <a16:creationId xmlns:a16="http://schemas.microsoft.com/office/drawing/2014/main" id="{EE18942C-DDB2-0175-7B05-C84A8C6C624B}"/>
              </a:ext>
            </a:extLst>
          </p:cNvPr>
          <p:cNvGrpSpPr/>
          <p:nvPr/>
        </p:nvGrpSpPr>
        <p:grpSpPr>
          <a:xfrm>
            <a:off x="2293202" y="634701"/>
            <a:ext cx="5775033" cy="650125"/>
            <a:chOff x="6336019" y="3733725"/>
            <a:chExt cx="2566206" cy="351310"/>
          </a:xfrm>
        </p:grpSpPr>
        <p:sp>
          <p:nvSpPr>
            <p:cNvPr id="4" name="Google Shape;819;p57">
              <a:extLst>
                <a:ext uri="{FF2B5EF4-FFF2-40B4-BE49-F238E27FC236}">
                  <a16:creationId xmlns:a16="http://schemas.microsoft.com/office/drawing/2014/main" id="{8E89EE45-AD55-F2DC-7D0F-EBC653C0B9AA}"/>
                </a:ext>
              </a:extLst>
            </p:cNvPr>
            <p:cNvSpPr/>
            <p:nvPr/>
          </p:nvSpPr>
          <p:spPr>
            <a:xfrm>
              <a:off x="6336019" y="3733735"/>
              <a:ext cx="1881300" cy="351300"/>
            </a:xfrm>
            <a:prstGeom prst="homePlate">
              <a:avLst>
                <a:gd name="adj" fmla="val 50000"/>
              </a:avLst>
            </a:prstGeom>
            <a:ln>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 name="Google Shape;820;p57">
              <a:extLst>
                <a:ext uri="{FF2B5EF4-FFF2-40B4-BE49-F238E27FC236}">
                  <a16:creationId xmlns:a16="http://schemas.microsoft.com/office/drawing/2014/main" id="{AC16B800-DFC3-1597-55DA-2D1DA7CFD05E}"/>
                </a:ext>
              </a:extLst>
            </p:cNvPr>
            <p:cNvSpPr/>
            <p:nvPr/>
          </p:nvSpPr>
          <p:spPr>
            <a:xfrm>
              <a:off x="8098525" y="3733725"/>
              <a:ext cx="346500" cy="351300"/>
            </a:xfrm>
            <a:prstGeom prst="chevron">
              <a:avLst>
                <a:gd name="adj" fmla="val 50000"/>
              </a:avLst>
            </a:prstGeom>
            <a:ln>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821;p57">
              <a:extLst>
                <a:ext uri="{FF2B5EF4-FFF2-40B4-BE49-F238E27FC236}">
                  <a16:creationId xmlns:a16="http://schemas.microsoft.com/office/drawing/2014/main" id="{899732C7-BB3A-B31F-0B25-4293B686AFE4}"/>
                </a:ext>
              </a:extLst>
            </p:cNvPr>
            <p:cNvSpPr/>
            <p:nvPr/>
          </p:nvSpPr>
          <p:spPr>
            <a:xfrm>
              <a:off x="8327125" y="3733725"/>
              <a:ext cx="346500" cy="351300"/>
            </a:xfrm>
            <a:prstGeom prst="chevron">
              <a:avLst>
                <a:gd name="adj" fmla="val 50000"/>
              </a:avLst>
            </a:prstGeom>
            <a:ln>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822;p57">
              <a:extLst>
                <a:ext uri="{FF2B5EF4-FFF2-40B4-BE49-F238E27FC236}">
                  <a16:creationId xmlns:a16="http://schemas.microsoft.com/office/drawing/2014/main" id="{330491AA-F79B-A423-DFC5-D8C9D36781DD}"/>
                </a:ext>
              </a:extLst>
            </p:cNvPr>
            <p:cNvSpPr/>
            <p:nvPr/>
          </p:nvSpPr>
          <p:spPr>
            <a:xfrm>
              <a:off x="8555725" y="3733725"/>
              <a:ext cx="346500" cy="351300"/>
            </a:xfrm>
            <a:prstGeom prst="chevron">
              <a:avLst>
                <a:gd name="adj" fmla="val 50000"/>
              </a:avLst>
            </a:prstGeom>
            <a:ln>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2" name="Google Shape;312;p33"/>
          <p:cNvSpPr txBox="1">
            <a:spLocks noGrp="1"/>
          </p:cNvSpPr>
          <p:nvPr>
            <p:ph type="title"/>
          </p:nvPr>
        </p:nvSpPr>
        <p:spPr>
          <a:xfrm>
            <a:off x="1324101" y="342217"/>
            <a:ext cx="6403200" cy="119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Introduction</a:t>
            </a:r>
            <a:endParaRPr dirty="0"/>
          </a:p>
        </p:txBody>
      </p:sp>
      <p:sp>
        <p:nvSpPr>
          <p:cNvPr id="313" name="Google Shape;313;p33"/>
          <p:cNvSpPr txBox="1">
            <a:spLocks noGrp="1"/>
          </p:cNvSpPr>
          <p:nvPr>
            <p:ph type="subTitle" idx="1"/>
          </p:nvPr>
        </p:nvSpPr>
        <p:spPr>
          <a:xfrm>
            <a:off x="2232392" y="1459061"/>
            <a:ext cx="5735910" cy="2448360"/>
          </a:xfrm>
          <a:prstGeom prst="rect">
            <a:avLst/>
          </a:prstGeom>
        </p:spPr>
        <p:txBody>
          <a:bodyPr spcFirstLastPara="1" wrap="square" lIns="91425" tIns="91425" rIns="91425" bIns="91425" anchor="t" anchorCtr="0">
            <a:noAutofit/>
          </a:bodyPr>
          <a:lstStyle/>
          <a:p>
            <a:pPr marL="0" lvl="0" indent="0"/>
            <a:r>
              <a:rPr lang="en-US" dirty="0"/>
              <a:t>Millions of people with hearing or speech impairments face barriers during communication — especially in presentations, classrooms, or meetings.</a:t>
            </a:r>
            <a:br>
              <a:rPr lang="en-US" dirty="0"/>
            </a:br>
            <a:br>
              <a:rPr lang="en-US" dirty="0"/>
            </a:br>
            <a:r>
              <a:rPr lang="en-US" dirty="0"/>
              <a:t>Sign2Connect aims to bridge this gap through real-time Sign ↔ Speech translation.</a:t>
            </a:r>
            <a:endParaRPr dirty="0"/>
          </a:p>
        </p:txBody>
      </p:sp>
      <p:pic>
        <p:nvPicPr>
          <p:cNvPr id="3" name="Picture 2">
            <a:extLst>
              <a:ext uri="{FF2B5EF4-FFF2-40B4-BE49-F238E27FC236}">
                <a16:creationId xmlns:a16="http://schemas.microsoft.com/office/drawing/2014/main" id="{A2AB8169-DFDD-952E-2FEA-5DF3C6CD8CE2}"/>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10000" b="99694" l="9721" r="94426">
                        <a14:foregroundMark x1="17131" y1="89898" x2="37254" y2="96020"/>
                        <a14:foregroundMark x1="37254" y1="96020" x2="30523" y2="85918"/>
                        <a14:foregroundMark x1="30523" y1="85918" x2="25017" y2="84388"/>
                        <a14:foregroundMark x1="22502" y1="58980" x2="23929" y2="49082"/>
                        <a14:foregroundMark x1="23929" y1="49082" x2="32903" y2="59286"/>
                        <a14:foregroundMark x1="32903" y1="59286" x2="34602" y2="73878"/>
                        <a14:foregroundMark x1="34602" y1="73878" x2="33243" y2="86735"/>
                        <a14:foregroundMark x1="33243" y1="86735" x2="26309" y2="81939"/>
                        <a14:foregroundMark x1="26309" y1="81939" x2="22774" y2="52959"/>
                        <a14:foregroundMark x1="45343" y1="25408" x2="47341" y2="18259"/>
                        <a14:foregroundMark x1="49969" y1="18259" x2="53501" y2="22449"/>
                        <a14:foregroundMark x1="53501" y1="22449" x2="44392" y2="24184"/>
                        <a14:foregroundMark x1="50170" y1="40102" x2="54166" y2="34571"/>
                        <a14:foregroundMark x1="55836" y1="33218" x2="61387" y2="37857"/>
                        <a14:foregroundMark x1="61387" y1="37857" x2="50170" y2="40102"/>
                        <a14:foregroundMark x1="59347" y1="99796" x2="61795" y2="89694"/>
                        <a14:foregroundMark x1="61795" y1="89694" x2="57172" y2="79694"/>
                        <a14:foregroundMark x1="57172" y1="79694" x2="62067" y2="46837"/>
                        <a14:foregroundMark x1="62067" y1="46837" x2="69409" y2="40816"/>
                        <a14:foregroundMark x1="69409" y1="40816" x2="65466" y2="18061"/>
                        <a14:foregroundMark x1="65466" y1="18061" x2="71380" y2="11531"/>
                        <a14:foregroundMark x1="71380" y1="11531" x2="77022" y2="17551"/>
                        <a14:foregroundMark x1="77022" y1="17551" x2="77860" y2="27720"/>
                        <a14:foregroundMark x1="81362" y1="36612" x2="81645" y2="37347"/>
                        <a14:foregroundMark x1="77471" y1="26495" x2="77918" y2="27657"/>
                        <a14:foregroundMark x1="81645" y1="37347" x2="89395" y2="43469"/>
                        <a14:foregroundMark x1="89395" y1="43469" x2="92392" y2="50682"/>
                        <a14:foregroundMark x1="93671" y1="56186" x2="93610" y2="76939"/>
                        <a14:foregroundMark x1="93610" y1="76939" x2="91094" y2="86429"/>
                        <a14:foregroundMark x1="91094" y1="86429" x2="82937" y2="87041"/>
                        <a14:foregroundMark x1="82937" y1="87041" x2="87831" y2="96837"/>
                        <a14:foregroundMark x1="87831" y1="96837" x2="88035" y2="99388"/>
                        <a14:foregroundMark x1="79470" y1="97143" x2="66145" y2="87857"/>
                        <a14:foregroundMark x1="66145" y1="87857" x2="61931" y2="58163"/>
                        <a14:foregroundMark x1="61931" y1="58163" x2="64038" y2="45816"/>
                        <a14:foregroundMark x1="64038" y1="45816" x2="73419" y2="38469"/>
                        <a14:foregroundMark x1="73419" y1="38469" x2="78518" y2="51020"/>
                        <a14:foregroundMark x1="78518" y1="51020" x2="80897" y2="99082"/>
                        <a14:foregroundMark x1="80897" y1="99082" x2="80897" y2="99082"/>
                        <a14:foregroundMark x1="79810" y1="93061" x2="79810" y2="93061"/>
                        <a14:foregroundMark x1="79810" y1="93061" x2="71380" y2="94286"/>
                        <a14:foregroundMark x1="71380" y1="94286" x2="65534" y2="61429"/>
                        <a14:foregroundMark x1="65534" y1="61429" x2="69001" y2="46020"/>
                        <a14:foregroundMark x1="69001" y1="46020" x2="77838" y2="50714"/>
                        <a14:foregroundMark x1="77838" y1="50714" x2="83209" y2="75306"/>
                        <a14:foregroundMark x1="83209" y1="75306" x2="83549" y2="95918"/>
                        <a14:foregroundMark x1="83549" y1="95918" x2="80421" y2="93061"/>
                        <a14:foregroundMark x1="79470" y1="93571" x2="69001" y2="86224"/>
                        <a14:foregroundMark x1="69001" y1="86224" x2="64446" y2="68980"/>
                        <a14:foregroundMark x1="64446" y1="68980" x2="66689" y2="55000"/>
                        <a14:foregroundMark x1="66689" y1="55000" x2="72332" y2="44082"/>
                        <a14:foregroundMark x1="72332" y1="44082" x2="79878" y2="59286"/>
                        <a14:foregroundMark x1="79878" y1="59286" x2="84228" y2="99082"/>
                        <a14:foregroundMark x1="84228" y1="99082" x2="79946" y2="93061"/>
                        <a14:foregroundMark x1="77226" y1="91122" x2="69545" y2="74082"/>
                        <a14:foregroundMark x1="69545" y1="74082" x2="68933" y2="54286"/>
                        <a14:foregroundMark x1="68933" y1="54286" x2="76954" y2="62857"/>
                        <a14:foregroundMark x1="76954" y1="62857" x2="80897" y2="81224"/>
                        <a14:foregroundMark x1="80897" y1="81224" x2="77430" y2="89898"/>
                        <a14:foregroundMark x1="77430" y1="89898" x2="75799" y2="90612"/>
                        <a14:foregroundMark x1="92522" y1="43776" x2="92868" y2="45717"/>
                        <a14:foregroundMark x1="94300" y1="58212" x2="92454" y2="79388"/>
                        <a14:foregroundMark x1="93187" y1="44466" x2="93202" y2="43776"/>
                        <a14:foregroundMark x1="92454" y1="79388" x2="92983" y2="54196"/>
                        <a14:foregroundMark x1="92658" y1="45408" x2="94426" y2="57041"/>
                        <a14:foregroundMark x1="94426" y1="57041" x2="94290" y2="59490"/>
                        <a14:foregroundMark x1="80286" y1="96429" x2="70224" y2="97143"/>
                        <a14:foregroundMark x1="70224" y1="97143" x2="77906" y2="95510"/>
                        <a14:foregroundMark x1="77906" y1="95510" x2="80421" y2="96020"/>
                        <a14:foregroundMark x1="33923" y1="87959" x2="24949" y2="71939"/>
                        <a14:foregroundMark x1="24949" y1="71939" x2="23929" y2="57143"/>
                        <a14:foregroundMark x1="23929" y1="57143" x2="33515" y2="65612"/>
                        <a14:foregroundMark x1="33515" y1="65612" x2="33719" y2="87959"/>
                        <a14:foregroundMark x1="35826" y1="98878" x2="29096" y2="99694"/>
                        <a14:foregroundMark x1="29096" y1="99694" x2="35010" y2="98878"/>
                        <a14:foregroundMark x1="50306" y1="17449" x2="45479" y2="16633"/>
                        <a14:foregroundMark x1="45479" y1="16633" x2="45479" y2="16633"/>
                        <a14:backgroundMark x1="79130" y1="28571" x2="81237" y2="33571"/>
                        <a14:backgroundMark x1="78178" y1="29694" x2="78042" y2="28061"/>
                        <a14:backgroundMark x1="80150" y1="32857" x2="81577" y2="33878"/>
                        <a14:backgroundMark x1="81713" y1="34592" x2="81713" y2="34286"/>
                        <a14:backgroundMark x1="47587" y1="56122" x2="46975" y2="55816"/>
                        <a14:backgroundMark x1="78518" y1="28776" x2="79130" y2="28061"/>
                        <a14:backgroundMark x1="78994" y1="31633" x2="79130" y2="31939"/>
                        <a14:backgroundMark x1="82393" y1="35306" x2="77090" y2="28571"/>
                        <a14:backgroundMark x1="77090" y1="28571" x2="81713" y2="36224"/>
                        <a14:backgroundMark x1="94969" y1="47857" x2="94498" y2="47764"/>
                        <a14:backgroundMark x1="39837" y1="30204" x2="39701" y2="30714"/>
                        <a14:backgroundMark x1="55812" y1="33163" x2="53569" y2="33163"/>
                        <a14:backgroundMark x1="52753" y1="49592" x2="51598" y2="51224"/>
                      </a14:backgroundRemoval>
                    </a14:imgEffect>
                  </a14:imgLayer>
                </a14:imgProps>
              </a:ext>
            </a:extLst>
          </a:blip>
          <a:srcRect l="12292" t="9186" r="5310"/>
          <a:stretch>
            <a:fillRect/>
          </a:stretch>
        </p:blipFill>
        <p:spPr>
          <a:xfrm>
            <a:off x="0" y="2587500"/>
            <a:ext cx="2850885" cy="2556000"/>
          </a:xfrm>
          <a:prstGeom prst="rect">
            <a:avLst/>
          </a:prstGeom>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63"/>
        <p:cNvGrpSpPr/>
        <p:nvPr/>
      </p:nvGrpSpPr>
      <p:grpSpPr>
        <a:xfrm>
          <a:off x="0" y="0"/>
          <a:ext cx="0" cy="0"/>
          <a:chOff x="0" y="0"/>
          <a:chExt cx="0" cy="0"/>
        </a:xfrm>
      </p:grpSpPr>
      <p:pic>
        <p:nvPicPr>
          <p:cNvPr id="364" name="Google Shape;364;p37"/>
          <p:cNvPicPr preferRelativeResize="0"/>
          <p:nvPr/>
        </p:nvPicPr>
        <p:blipFill>
          <a:blip r:embed="rId3">
            <a:alphaModFix/>
          </a:blip>
          <a:stretch>
            <a:fillRect/>
          </a:stretch>
        </p:blipFill>
        <p:spPr>
          <a:xfrm>
            <a:off x="-124861" y="0"/>
            <a:ext cx="1526000" cy="1296925"/>
          </a:xfrm>
          <a:prstGeom prst="rect">
            <a:avLst/>
          </a:prstGeom>
          <a:noFill/>
          <a:ln>
            <a:noFill/>
          </a:ln>
        </p:spPr>
      </p:pic>
      <p:pic>
        <p:nvPicPr>
          <p:cNvPr id="15" name="Picture 14">
            <a:extLst>
              <a:ext uri="{FF2B5EF4-FFF2-40B4-BE49-F238E27FC236}">
                <a16:creationId xmlns:a16="http://schemas.microsoft.com/office/drawing/2014/main" id="{1B38D415-A458-EE59-00BE-695361047991}"/>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2736" b="93208" l="10000" r="90000">
                        <a14:foregroundMark x1="31733" y1="9717" x2="36267" y2="4717"/>
                        <a14:foregroundMark x1="36267" y1="4717" x2="36333" y2="4434"/>
                        <a14:foregroundMark x1="36333" y1="4434" x2="36333" y2="4434"/>
                        <a14:foregroundMark x1="65800" y1="2736" x2="69933" y2="6698"/>
                        <a14:foregroundMark x1="69933" y1="6698" x2="74933" y2="21321"/>
                        <a14:foregroundMark x1="74933" y1="21321" x2="76067" y2="32358"/>
                        <a14:foregroundMark x1="76067" y1="32358" x2="73667" y2="41887"/>
                        <a14:foregroundMark x1="73667" y1="41887" x2="70600" y2="48019"/>
                        <a14:foregroundMark x1="70600" y1="48019" x2="67000" y2="50849"/>
                        <a14:foregroundMark x1="23613" y1="26577" x2="23419" y2="29023"/>
                        <a14:foregroundMark x1="32837" y1="55480" x2="33000" y2="55943"/>
                        <a14:foregroundMark x1="30611" y1="57163" x2="26667" y2="60660"/>
                        <a14:foregroundMark x1="31667" y1="56226" x2="30614" y2="57160"/>
                        <a14:foregroundMark x1="26667" y1="60660" x2="23000" y2="74151"/>
                        <a14:foregroundMark x1="23000" y1="74151" x2="26473" y2="77837"/>
                        <a14:foregroundMark x1="24988" y1="83538" x2="20200" y2="90849"/>
                        <a14:foregroundMark x1="26281" y1="81564" x2="25561" y2="82663"/>
                        <a14:foregroundMark x1="31067" y1="64528" x2="34667" y2="81321"/>
                        <a14:foregroundMark x1="34667" y1="81321" x2="31067" y2="93208"/>
                        <a14:foregroundMark x1="29733" y1="58491" x2="37000" y2="57264"/>
                        <a14:foregroundMark x1="37000" y1="57264" x2="40800" y2="68491"/>
                        <a14:foregroundMark x1="40800" y1="68491" x2="40600" y2="76132"/>
                        <a14:foregroundMark x1="40600" y1="76132" x2="34933" y2="84057"/>
                        <a14:foregroundMark x1="34933" y1="84057" x2="27333" y2="85660"/>
                        <a14:foregroundMark x1="25878" y1="77514" x2="24400" y2="69245"/>
                        <a14:foregroundMark x1="27333" y1="85660" x2="27065" y2="84158"/>
                        <a14:foregroundMark x1="24400" y1="69245" x2="28800" y2="57736"/>
                        <a14:foregroundMark x1="28800" y1="57736" x2="32200" y2="57642"/>
                        <a14:foregroundMark x1="32067" y1="90283" x2="39000" y2="91509"/>
                        <a14:foregroundMark x1="39000" y1="91509" x2="45067" y2="91321"/>
                        <a14:foregroundMark x1="45067" y1="91321" x2="54800" y2="91698"/>
                        <a14:foregroundMark x1="54800" y1="91698" x2="66667" y2="90189"/>
                        <a14:foregroundMark x1="66667" y1="90189" x2="71933" y2="90189"/>
                        <a14:foregroundMark x1="71933" y1="90189" x2="68200" y2="84057"/>
                        <a14:foregroundMark x1="68200" y1="84057" x2="68000" y2="77170"/>
                        <a14:foregroundMark x1="68000" y1="77170" x2="71067" y2="69623"/>
                        <a14:foregroundMark x1="71067" y1="69623" x2="70200" y2="62358"/>
                        <a14:foregroundMark x1="70200" y1="62358" x2="66000" y2="56887"/>
                        <a14:foregroundMark x1="66000" y1="56887" x2="59333" y2="57736"/>
                        <a14:foregroundMark x1="59333" y1="57736" x2="47933" y2="80377"/>
                        <a14:foregroundMark x1="47933" y1="80377" x2="33800" y2="83585"/>
                        <a14:foregroundMark x1="33800" y1="83585" x2="31667" y2="89906"/>
                        <a14:foregroundMark x1="31667" y1="89906" x2="31667" y2="89906"/>
                        <a14:foregroundMark x1="49600" y1="88208" x2="58667" y2="66415"/>
                        <a14:foregroundMark x1="58667" y1="66415" x2="58600" y2="58774"/>
                        <a14:foregroundMark x1="58600" y1="58774" x2="65867" y2="62736"/>
                        <a14:foregroundMark x1="65867" y1="62736" x2="66867" y2="72830"/>
                        <a14:foregroundMark x1="66867" y1="72830" x2="65333" y2="82830"/>
                        <a14:foregroundMark x1="65333" y1="82830" x2="54933" y2="88679"/>
                        <a14:foregroundMark x1="54933" y1="88679" x2="50000" y2="87453"/>
                        <a14:foregroundMark x1="57067" y1="84623" x2="54000" y2="78774"/>
                        <a14:foregroundMark x1="54000" y1="78774" x2="55667" y2="68113"/>
                        <a14:foregroundMark x1="55667" y1="68113" x2="60333" y2="60943"/>
                        <a14:foregroundMark x1="60333" y1="60943" x2="65267" y2="62925"/>
                        <a14:foregroundMark x1="65267" y1="62925" x2="68000" y2="73774"/>
                        <a14:foregroundMark x1="68000" y1="73774" x2="67200" y2="81226"/>
                        <a14:foregroundMark x1="67200" y1="81226" x2="60667" y2="85660"/>
                        <a14:foregroundMark x1="60667" y1="85660" x2="57267" y2="84717"/>
                        <a14:foregroundMark x1="45133" y1="91321" x2="34067" y2="89057"/>
                        <a14:foregroundMark x1="34067" y1="89057" x2="42733" y2="84717"/>
                        <a14:foregroundMark x1="42733" y1="84717" x2="47467" y2="88396"/>
                        <a14:foregroundMark x1="47467" y1="88396" x2="43733" y2="91038"/>
                        <a14:backgroundMark x1="31067" y1="55377" x2="33200" y2="47736"/>
                        <a14:backgroundMark x1="33200" y1="47736" x2="33467" y2="51604"/>
                        <a14:backgroundMark x1="33400" y1="52736" x2="30933" y2="54811"/>
                        <a14:backgroundMark x1="24667" y1="19811" x2="25467" y2="30755"/>
                        <a14:backgroundMark x1="25467" y1="30755" x2="28267" y2="39151"/>
                        <a14:backgroundMark x1="28267" y1="39151" x2="34000" y2="46981"/>
                        <a14:backgroundMark x1="23667" y1="28962" x2="25867" y2="46698"/>
                        <a14:backgroundMark x1="25867" y1="46698" x2="31667" y2="47736"/>
                        <a14:backgroundMark x1="31667" y1="47736" x2="23800" y2="35000"/>
                        <a14:backgroundMark x1="23800" y1="35000" x2="23133" y2="28962"/>
                        <a14:backgroundMark x1="28733" y1="46321" x2="31867" y2="51981"/>
                        <a14:backgroundMark x1="31867" y1="51981" x2="28533" y2="47170"/>
                        <a14:backgroundMark x1="23133" y1="31132" x2="23667" y2="29528"/>
                        <a14:backgroundMark x1="23533" y1="24906" x2="23933" y2="26415"/>
                        <a14:backgroundMark x1="24467" y1="24245" x2="23733" y2="24057"/>
                        <a14:backgroundMark x1="24067" y1="25849" x2="23533" y2="26509"/>
                        <a14:backgroundMark x1="25400" y1="78679" x2="24267" y2="79717"/>
                        <a14:backgroundMark x1="24267" y1="79717" x2="24267" y2="79717"/>
                        <a14:backgroundMark x1="23667" y1="84717" x2="28867" y2="81698"/>
                        <a14:backgroundMark x1="28867" y1="81698" x2="25067" y2="79434"/>
                        <a14:backgroundMark x1="23733" y1="84434" x2="28000" y2="80094"/>
                        <a14:backgroundMark x1="28000" y1="80094" x2="24867" y2="78396"/>
                        <a14:backgroundMark x1="22533" y1="84623" x2="26000" y2="81321"/>
                        <a14:backgroundMark x1="22733" y1="85000" x2="22867" y2="85189"/>
                        <a14:backgroundMark x1="24600" y1="29811" x2="23933" y2="27830"/>
                      </a14:backgroundRemoval>
                    </a14:imgEffect>
                  </a14:imgLayer>
                </a14:imgProps>
              </a:ext>
            </a:extLst>
          </a:blip>
          <a:srcRect l="20524" r="22522" b="8983"/>
          <a:stretch>
            <a:fillRect/>
          </a:stretch>
        </p:blipFill>
        <p:spPr>
          <a:xfrm>
            <a:off x="6065147" y="-209016"/>
            <a:ext cx="3918984" cy="5436000"/>
          </a:xfrm>
          <a:prstGeom prst="rect">
            <a:avLst/>
          </a:prstGeom>
        </p:spPr>
      </p:pic>
      <p:pic>
        <p:nvPicPr>
          <p:cNvPr id="366" name="Google Shape;366;p37"/>
          <p:cNvPicPr preferRelativeResize="0"/>
          <p:nvPr/>
        </p:nvPicPr>
        <p:blipFill>
          <a:blip r:embed="rId3">
            <a:alphaModFix amt="50000"/>
          </a:blip>
          <a:stretch>
            <a:fillRect/>
          </a:stretch>
        </p:blipFill>
        <p:spPr>
          <a:xfrm>
            <a:off x="7016116" y="4495037"/>
            <a:ext cx="1526000" cy="1296925"/>
          </a:xfrm>
          <a:prstGeom prst="rect">
            <a:avLst/>
          </a:prstGeom>
          <a:noFill/>
          <a:ln>
            <a:noFill/>
          </a:ln>
        </p:spPr>
      </p:pic>
      <p:sp>
        <p:nvSpPr>
          <p:cNvPr id="367" name="Google Shape;367;p37"/>
          <p:cNvSpPr txBox="1">
            <a:spLocks noGrp="1"/>
          </p:cNvSpPr>
          <p:nvPr>
            <p:ph type="title"/>
          </p:nvPr>
        </p:nvSpPr>
        <p:spPr>
          <a:xfrm>
            <a:off x="-1155099" y="329278"/>
            <a:ext cx="7704000" cy="649200"/>
          </a:xfrm>
          <a:prstGeom prst="rect">
            <a:avLst/>
          </a:prstGeom>
        </p:spPr>
        <p:txBody>
          <a:bodyPr spcFirstLastPara="1" wrap="square" lIns="91425" tIns="91425" rIns="91425" bIns="91425" anchor="t" anchorCtr="0">
            <a:noAutofit/>
          </a:bodyPr>
          <a:lstStyle/>
          <a:p>
            <a:pPr lvl="0"/>
            <a:r>
              <a:rPr lang="en-IN" dirty="0"/>
              <a:t>Problem Statement</a:t>
            </a:r>
            <a:endParaRPr dirty="0"/>
          </a:p>
        </p:txBody>
      </p:sp>
      <p:sp>
        <p:nvSpPr>
          <p:cNvPr id="14" name="Rectangle 1">
            <a:extLst>
              <a:ext uri="{FF2B5EF4-FFF2-40B4-BE49-F238E27FC236}">
                <a16:creationId xmlns:a16="http://schemas.microsoft.com/office/drawing/2014/main" id="{F3CADF6C-F2A5-2DFC-0EF4-A73495594E0B}"/>
              </a:ext>
            </a:extLst>
          </p:cNvPr>
          <p:cNvSpPr>
            <a:spLocks noGrp="1" noChangeArrowheads="1"/>
          </p:cNvSpPr>
          <p:nvPr>
            <p:ph type="subTitle" idx="1"/>
          </p:nvPr>
        </p:nvSpPr>
        <p:spPr bwMode="auto">
          <a:xfrm>
            <a:off x="-39165" y="1319018"/>
            <a:ext cx="6636734" cy="28623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Char char="•"/>
              <a:tabLst/>
            </a:pPr>
            <a:r>
              <a:rPr kumimoji="0" lang="en-US" altLang="en-US" sz="1800" b="0" i="0" u="none" strike="noStrike" cap="none" normalizeH="0" baseline="0" dirty="0">
                <a:ln>
                  <a:noFill/>
                </a:ln>
                <a:solidFill>
                  <a:schemeClr val="tx1"/>
                </a:solidFill>
                <a:effectLst/>
                <a:latin typeface="Arial" panose="020B0604020202020204" pitchFamily="34" charset="0"/>
              </a:rPr>
              <a:t>Deaf and mute individuals struggle to communicate fluently with others.</a:t>
            </a:r>
          </a:p>
          <a:p>
            <a:pPr marL="0" marR="0" lvl="0" indent="0" algn="l" defTabSz="914400" rtl="0" eaLnBrk="0" fontAlgn="base" latinLnBrk="0" hangingPunct="0">
              <a:lnSpc>
                <a:spcPct val="100000"/>
              </a:lnSpc>
              <a:spcBef>
                <a:spcPct val="0"/>
              </a:spcBef>
              <a:spcAft>
                <a:spcPct val="0"/>
              </a:spcAft>
              <a:buClrTx/>
              <a:buSzTx/>
              <a:buFontTx/>
              <a:buChar char="•"/>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Char char="•"/>
              <a:tabLst/>
            </a:pPr>
            <a:r>
              <a:rPr kumimoji="0" lang="en-US" altLang="en-US" sz="1800" b="0" i="0" u="none" strike="noStrike" cap="none" normalizeH="0" baseline="0" dirty="0">
                <a:ln>
                  <a:noFill/>
                </a:ln>
                <a:solidFill>
                  <a:schemeClr val="tx1"/>
                </a:solidFill>
                <a:effectLst/>
                <a:latin typeface="Arial" panose="020B0604020202020204" pitchFamily="34" charset="0"/>
              </a:rPr>
              <a:t>Most people don’t understand sign language.</a:t>
            </a:r>
          </a:p>
          <a:p>
            <a:pPr marL="0" marR="0" lvl="0" indent="0" algn="l" defTabSz="914400" rtl="0" eaLnBrk="0" fontAlgn="base" latinLnBrk="0" hangingPunct="0">
              <a:lnSpc>
                <a:spcPct val="100000"/>
              </a:lnSpc>
              <a:spcBef>
                <a:spcPct val="0"/>
              </a:spcBef>
              <a:spcAft>
                <a:spcPct val="0"/>
              </a:spcAft>
              <a:buClrTx/>
              <a:buSzTx/>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Char char="•"/>
              <a:tabLst/>
            </a:pPr>
            <a:r>
              <a:rPr kumimoji="0" lang="en-US" altLang="en-US" sz="1800" b="0" i="0" u="none" strike="noStrike" cap="none" normalizeH="0" baseline="0" dirty="0">
                <a:ln>
                  <a:noFill/>
                </a:ln>
                <a:solidFill>
                  <a:schemeClr val="tx1"/>
                </a:solidFill>
                <a:effectLst/>
                <a:latin typeface="Arial" panose="020B0604020202020204" pitchFamily="34" charset="0"/>
              </a:rPr>
              <a:t>Existing tools are either slow, expensive, or require special setup.</a:t>
            </a:r>
          </a:p>
          <a:p>
            <a:pPr marL="0" marR="0" lvl="0" indent="0" algn="l" defTabSz="914400" rtl="0" eaLnBrk="0" fontAlgn="base" latinLnBrk="0" hangingPunct="0">
              <a:lnSpc>
                <a:spcPct val="100000"/>
              </a:lnSpc>
              <a:spcBef>
                <a:spcPct val="0"/>
              </a:spcBef>
              <a:spcAft>
                <a:spcPct val="0"/>
              </a:spcAft>
              <a:buClrTx/>
              <a:buSzTx/>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Char char="•"/>
              <a:tabLst/>
            </a:pPr>
            <a:r>
              <a:rPr kumimoji="0" lang="en-US" altLang="en-US" sz="1800" b="0" i="0" u="none" strike="noStrike" cap="none" normalizeH="0" baseline="0" dirty="0">
                <a:ln>
                  <a:noFill/>
                </a:ln>
                <a:solidFill>
                  <a:schemeClr val="tx1"/>
                </a:solidFill>
                <a:effectLst/>
                <a:latin typeface="Arial" panose="020B0604020202020204" pitchFamily="34" charset="0"/>
              </a:rPr>
              <a:t>Communication barriers exist especially in presentations, meetings, and daily interactions.</a:t>
            </a: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97"/>
        <p:cNvGrpSpPr/>
        <p:nvPr/>
      </p:nvGrpSpPr>
      <p:grpSpPr>
        <a:xfrm>
          <a:off x="0" y="0"/>
          <a:ext cx="0" cy="0"/>
          <a:chOff x="0" y="0"/>
          <a:chExt cx="0" cy="0"/>
        </a:xfrm>
      </p:grpSpPr>
      <p:pic>
        <p:nvPicPr>
          <p:cNvPr id="20" name="Picture 19">
            <a:extLst>
              <a:ext uri="{FF2B5EF4-FFF2-40B4-BE49-F238E27FC236}">
                <a16:creationId xmlns:a16="http://schemas.microsoft.com/office/drawing/2014/main" id="{9F39118F-7CBA-E198-D7D5-F9C1DA5AE55C}"/>
              </a:ext>
            </a:extLst>
          </p:cNvPr>
          <p:cNvPicPr>
            <a:picLocks noChangeAspect="1"/>
          </p:cNvPicPr>
          <p:nvPr/>
        </p:nvPicPr>
        <p:blipFill>
          <a:blip r:embed="rId3"/>
          <a:srcRect l="12499" t="14997" r="9314" b="12860"/>
          <a:stretch>
            <a:fillRect/>
          </a:stretch>
        </p:blipFill>
        <p:spPr>
          <a:xfrm>
            <a:off x="6274835" y="1253442"/>
            <a:ext cx="2806808" cy="1728000"/>
          </a:xfrm>
          <a:prstGeom prst="rect">
            <a:avLst/>
          </a:prstGeom>
        </p:spPr>
      </p:pic>
      <p:sp>
        <p:nvSpPr>
          <p:cNvPr id="18" name="Rectangle 1">
            <a:extLst>
              <a:ext uri="{FF2B5EF4-FFF2-40B4-BE49-F238E27FC236}">
                <a16:creationId xmlns:a16="http://schemas.microsoft.com/office/drawing/2014/main" id="{012704CA-94E5-E737-A6F8-62D8AEC3BBA7}"/>
              </a:ext>
            </a:extLst>
          </p:cNvPr>
          <p:cNvSpPr>
            <a:spLocks noGrp="1" noChangeArrowheads="1"/>
          </p:cNvSpPr>
          <p:nvPr>
            <p:ph type="subTitle" idx="3"/>
          </p:nvPr>
        </p:nvSpPr>
        <p:spPr bwMode="auto">
          <a:xfrm>
            <a:off x="87514" y="1390064"/>
            <a:ext cx="7401306" cy="25853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tabLst/>
            </a:pPr>
            <a:r>
              <a:rPr kumimoji="0" lang="en-US" altLang="en-US" sz="1800" b="0" i="0" u="none" strike="noStrike" cap="none" normalizeH="0" baseline="0" dirty="0">
                <a:ln>
                  <a:noFill/>
                </a:ln>
                <a:solidFill>
                  <a:schemeClr val="tx1"/>
                </a:solidFill>
                <a:effectLst/>
                <a:latin typeface="Arial" panose="020B0604020202020204" pitchFamily="34" charset="0"/>
              </a:rPr>
              <a:t>We propose </a:t>
            </a:r>
            <a:r>
              <a:rPr kumimoji="0" lang="en-US" altLang="en-US" sz="1800" b="1" i="0" u="none" strike="noStrike" cap="none" normalizeH="0" baseline="0" dirty="0">
                <a:ln>
                  <a:noFill/>
                </a:ln>
                <a:solidFill>
                  <a:schemeClr val="tx1"/>
                </a:solidFill>
                <a:effectLst/>
                <a:latin typeface="Arial" panose="020B0604020202020204" pitchFamily="34" charset="0"/>
              </a:rPr>
              <a:t>Sign2Connect</a:t>
            </a:r>
            <a:r>
              <a:rPr kumimoji="0" lang="en-US" altLang="en-US" sz="1800" b="0" i="0" u="none" strike="noStrike" cap="none" normalizeH="0" baseline="0" dirty="0">
                <a:ln>
                  <a:noFill/>
                </a:ln>
                <a:solidFill>
                  <a:schemeClr val="tx1"/>
                </a:solidFill>
                <a:effectLst/>
                <a:latin typeface="Arial" panose="020B0604020202020204" pitchFamily="34" charset="0"/>
              </a:rPr>
              <a:t>, a web platform that converts:</a:t>
            </a:r>
          </a:p>
          <a:p>
            <a:pPr marL="0" marR="0" lvl="0" indent="0" algn="l" defTabSz="914400" rtl="0" eaLnBrk="0" fontAlgn="base" latinLnBrk="0" hangingPunct="0">
              <a:lnSpc>
                <a:spcPct val="100000"/>
              </a:lnSpc>
              <a:spcBef>
                <a:spcPct val="0"/>
              </a:spcBef>
              <a:spcAft>
                <a:spcPct val="0"/>
              </a:spcAft>
              <a:buClrTx/>
              <a:buSzTx/>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Char char="•"/>
              <a:tabLst/>
            </a:pPr>
            <a:r>
              <a:rPr kumimoji="0" lang="en-US" altLang="en-US" sz="1800" b="1" i="0" u="none" strike="noStrike" cap="none" normalizeH="0" baseline="0" dirty="0">
                <a:ln>
                  <a:noFill/>
                </a:ln>
                <a:solidFill>
                  <a:schemeClr val="tx1"/>
                </a:solidFill>
                <a:effectLst/>
                <a:latin typeface="Arial" panose="020B0604020202020204" pitchFamily="34" charset="0"/>
              </a:rPr>
              <a:t>Sign → Speech</a:t>
            </a:r>
            <a:r>
              <a:rPr kumimoji="0" lang="en-US" altLang="en-US" sz="1800" b="0" i="0" u="none" strike="noStrike" cap="none" normalizeH="0" baseline="0" dirty="0">
                <a:ln>
                  <a:noFill/>
                </a:ln>
                <a:solidFill>
                  <a:schemeClr val="tx1"/>
                </a:solidFill>
                <a:effectLst/>
                <a:latin typeface="Arial" panose="020B0604020202020204" pitchFamily="34" charset="0"/>
              </a:rPr>
              <a:t> for presenters</a:t>
            </a:r>
            <a:endParaRPr lang="en-US" altLang="en-US" sz="1800" dirty="0">
              <a:solidFill>
                <a:schemeClr val="tx1"/>
              </a:solidFill>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Char char="•"/>
              <a:tabLst/>
            </a:pPr>
            <a:r>
              <a:rPr kumimoji="0" lang="en-US" altLang="en-US" sz="1800" b="1" i="0" u="none" strike="noStrike" cap="none" normalizeH="0" baseline="0" dirty="0">
                <a:ln>
                  <a:noFill/>
                </a:ln>
                <a:solidFill>
                  <a:schemeClr val="tx1"/>
                </a:solidFill>
                <a:effectLst/>
                <a:latin typeface="Arial" panose="020B0604020202020204" pitchFamily="34" charset="0"/>
              </a:rPr>
              <a:t>Speech → Sign</a:t>
            </a:r>
            <a:r>
              <a:rPr kumimoji="0" lang="en-US" altLang="en-US" sz="1800" b="0" i="0" u="none" strike="noStrike" cap="none" normalizeH="0" baseline="0" dirty="0">
                <a:ln>
                  <a:noFill/>
                </a:ln>
                <a:solidFill>
                  <a:schemeClr val="tx1"/>
                </a:solidFill>
                <a:effectLst/>
                <a:latin typeface="Arial" panose="020B0604020202020204" pitchFamily="34" charset="0"/>
              </a:rPr>
              <a:t> for listeners</a:t>
            </a:r>
          </a:p>
          <a:p>
            <a:pPr marL="0" marR="0" lvl="0" indent="0" algn="l" defTabSz="914400" rtl="0" eaLnBrk="0" fontAlgn="base" latinLnBrk="0" hangingPunct="0">
              <a:lnSpc>
                <a:spcPct val="100000"/>
              </a:lnSpc>
              <a:spcBef>
                <a:spcPct val="0"/>
              </a:spcBef>
              <a:spcAft>
                <a:spcPct val="0"/>
              </a:spcAft>
              <a:buClrTx/>
              <a:buSzTx/>
              <a:buFontTx/>
              <a:buChar char="•"/>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Char char="•"/>
              <a:tabLst/>
            </a:pPr>
            <a:r>
              <a:rPr kumimoji="0" lang="en-US" altLang="en-US" sz="1800" b="0" i="0" u="none" strike="noStrike" cap="none" normalizeH="0" baseline="0" dirty="0">
                <a:ln>
                  <a:noFill/>
                </a:ln>
                <a:solidFill>
                  <a:schemeClr val="tx1"/>
                </a:solidFill>
                <a:effectLst/>
                <a:latin typeface="Arial" panose="020B0604020202020204" pitchFamily="34" charset="0"/>
              </a:rPr>
              <a:t>Uses webcam sign detection, speech recognition, and AI translation.</a:t>
            </a:r>
          </a:p>
          <a:p>
            <a:pPr marL="0" marR="0" lvl="0" indent="0" algn="l" defTabSz="914400" rtl="0" eaLnBrk="0" fontAlgn="base" latinLnBrk="0" hangingPunct="0">
              <a:lnSpc>
                <a:spcPct val="100000"/>
              </a:lnSpc>
              <a:spcBef>
                <a:spcPct val="0"/>
              </a:spcBef>
              <a:spcAft>
                <a:spcPct val="0"/>
              </a:spcAft>
              <a:buClrTx/>
              <a:buSzTx/>
              <a:buFontTx/>
              <a:buChar char="•"/>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Char char="•"/>
              <a:tabLst/>
            </a:pPr>
            <a:r>
              <a:rPr kumimoji="0" lang="en-US" altLang="en-US" sz="1800" b="0" i="0" u="none" strike="noStrike" cap="none" normalizeH="0" baseline="0" dirty="0">
                <a:ln>
                  <a:noFill/>
                </a:ln>
                <a:solidFill>
                  <a:schemeClr val="tx1"/>
                </a:solidFill>
                <a:effectLst/>
                <a:latin typeface="Arial" panose="020B0604020202020204" pitchFamily="34" charset="0"/>
              </a:rPr>
              <a:t>Works online and offline, with real-time processing.</a:t>
            </a:r>
          </a:p>
        </p:txBody>
      </p:sp>
      <p:grpSp>
        <p:nvGrpSpPr>
          <p:cNvPr id="2" name="Google Shape;810;p57">
            <a:extLst>
              <a:ext uri="{FF2B5EF4-FFF2-40B4-BE49-F238E27FC236}">
                <a16:creationId xmlns:a16="http://schemas.microsoft.com/office/drawing/2014/main" id="{60A0597E-3816-5DDB-74F2-748F76D28B25}"/>
              </a:ext>
            </a:extLst>
          </p:cNvPr>
          <p:cNvGrpSpPr/>
          <p:nvPr/>
        </p:nvGrpSpPr>
        <p:grpSpPr>
          <a:xfrm>
            <a:off x="0" y="121921"/>
            <a:ext cx="5064099" cy="1127514"/>
            <a:chOff x="4411970" y="4340222"/>
            <a:chExt cx="779467" cy="242683"/>
          </a:xfrm>
        </p:grpSpPr>
        <p:sp>
          <p:nvSpPr>
            <p:cNvPr id="3" name="Google Shape;811;p57">
              <a:extLst>
                <a:ext uri="{FF2B5EF4-FFF2-40B4-BE49-F238E27FC236}">
                  <a16:creationId xmlns:a16="http://schemas.microsoft.com/office/drawing/2014/main" id="{0861FFB1-0BB8-70EB-0103-DB9D889A7E2F}"/>
                </a:ext>
              </a:extLst>
            </p:cNvPr>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ln>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 name="Google Shape;812;p57">
              <a:extLst>
                <a:ext uri="{FF2B5EF4-FFF2-40B4-BE49-F238E27FC236}">
                  <a16:creationId xmlns:a16="http://schemas.microsoft.com/office/drawing/2014/main" id="{BC11CEA0-B5EF-4A88-32E2-9C2E77BD7051}"/>
                </a:ext>
              </a:extLst>
            </p:cNvPr>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ln>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 name="Google Shape;813;p57">
              <a:extLst>
                <a:ext uri="{FF2B5EF4-FFF2-40B4-BE49-F238E27FC236}">
                  <a16:creationId xmlns:a16="http://schemas.microsoft.com/office/drawing/2014/main" id="{C5611270-2A4B-1AA8-32F9-1A92AB7D3DDD}"/>
                </a:ext>
              </a:extLst>
            </p:cNvPr>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ln>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9" name="Google Shape;399;p38"/>
          <p:cNvSpPr txBox="1">
            <a:spLocks noGrp="1"/>
          </p:cNvSpPr>
          <p:nvPr>
            <p:ph type="title"/>
          </p:nvPr>
        </p:nvSpPr>
        <p:spPr>
          <a:xfrm>
            <a:off x="496480" y="434865"/>
            <a:ext cx="7704000" cy="649200"/>
          </a:xfrm>
          <a:prstGeom prst="rect">
            <a:avLst/>
          </a:prstGeom>
        </p:spPr>
        <p:txBody>
          <a:bodyPr spcFirstLastPara="1" wrap="square" lIns="91425" tIns="91425" rIns="91425" bIns="91425" anchor="t" anchorCtr="0">
            <a:noAutofit/>
          </a:bodyPr>
          <a:lstStyle/>
          <a:p>
            <a:pPr lvl="0"/>
            <a:r>
              <a:rPr lang="en-IN" dirty="0"/>
              <a:t>🧩    Proposed Solution</a:t>
            </a:r>
            <a:endParaRPr dirty="0"/>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427"/>
        <p:cNvGrpSpPr/>
        <p:nvPr/>
      </p:nvGrpSpPr>
      <p:grpSpPr>
        <a:xfrm>
          <a:off x="0" y="0"/>
          <a:ext cx="0" cy="0"/>
          <a:chOff x="0" y="0"/>
          <a:chExt cx="0" cy="0"/>
        </a:xfrm>
      </p:grpSpPr>
      <p:sp>
        <p:nvSpPr>
          <p:cNvPr id="428" name="Google Shape;428;p40"/>
          <p:cNvSpPr txBox="1">
            <a:spLocks noGrp="1"/>
          </p:cNvSpPr>
          <p:nvPr>
            <p:ph type="subTitle" idx="1"/>
          </p:nvPr>
        </p:nvSpPr>
        <p:spPr>
          <a:xfrm>
            <a:off x="408125" y="3148140"/>
            <a:ext cx="3492600" cy="745680"/>
          </a:xfrm>
          <a:prstGeom prst="rect">
            <a:avLst/>
          </a:prstGeom>
        </p:spPr>
        <p:txBody>
          <a:bodyPr spcFirstLastPara="1" wrap="square" lIns="91425" tIns="91425" rIns="91425" bIns="91425" anchor="t" anchorCtr="0">
            <a:noAutofit/>
          </a:bodyPr>
          <a:lstStyle/>
          <a:p>
            <a:pPr marL="0" lvl="0" indent="0"/>
            <a:br>
              <a:rPr lang="en-US" dirty="0"/>
            </a:br>
            <a:r>
              <a:rPr lang="en-US" dirty="0"/>
              <a:t>Can be integrated with our sign-to-speech system</a:t>
            </a:r>
            <a:endParaRPr dirty="0"/>
          </a:p>
        </p:txBody>
      </p:sp>
      <p:sp>
        <p:nvSpPr>
          <p:cNvPr id="429" name="Google Shape;429;p40"/>
          <p:cNvSpPr txBox="1">
            <a:spLocks noGrp="1"/>
          </p:cNvSpPr>
          <p:nvPr>
            <p:ph type="title"/>
          </p:nvPr>
        </p:nvSpPr>
        <p:spPr>
          <a:xfrm>
            <a:off x="194764" y="2685916"/>
            <a:ext cx="4133395" cy="800400"/>
          </a:xfrm>
          <a:prstGeom prst="rect">
            <a:avLst/>
          </a:prstGeom>
        </p:spPr>
        <p:txBody>
          <a:bodyPr spcFirstLastPara="1" wrap="square" lIns="91425" tIns="91425" rIns="91425" bIns="91425" anchor="b" anchorCtr="0">
            <a:noAutofit/>
          </a:bodyPr>
          <a:lstStyle/>
          <a:p>
            <a:pPr lvl="0"/>
            <a:r>
              <a:rPr lang="en-US" b="1" dirty="0"/>
              <a:t>120+ languages</a:t>
            </a:r>
            <a:endParaRPr dirty="0"/>
          </a:p>
        </p:txBody>
      </p:sp>
      <p:sp>
        <p:nvSpPr>
          <p:cNvPr id="430" name="Google Shape;430;p40"/>
          <p:cNvSpPr txBox="1">
            <a:spLocks noGrp="1"/>
          </p:cNvSpPr>
          <p:nvPr>
            <p:ph type="title" idx="2"/>
          </p:nvPr>
        </p:nvSpPr>
        <p:spPr>
          <a:xfrm>
            <a:off x="2610698" y="459010"/>
            <a:ext cx="3942502" cy="800400"/>
          </a:xfrm>
          <a:prstGeom prst="rect">
            <a:avLst/>
          </a:prstGeom>
        </p:spPr>
        <p:txBody>
          <a:bodyPr spcFirstLastPara="1" wrap="square" lIns="91425" tIns="91425" rIns="91425" bIns="91425" anchor="b" anchorCtr="0">
            <a:noAutofit/>
          </a:bodyPr>
          <a:lstStyle/>
          <a:p>
            <a:pPr lvl="0"/>
            <a:r>
              <a:rPr lang="en-US" b="1" dirty="0"/>
              <a:t>466 million+</a:t>
            </a:r>
            <a:endParaRPr dirty="0"/>
          </a:p>
        </p:txBody>
      </p:sp>
      <p:sp>
        <p:nvSpPr>
          <p:cNvPr id="431" name="Google Shape;431;p40"/>
          <p:cNvSpPr txBox="1">
            <a:spLocks noGrp="1"/>
          </p:cNvSpPr>
          <p:nvPr>
            <p:ph type="subTitle" idx="3"/>
          </p:nvPr>
        </p:nvSpPr>
        <p:spPr>
          <a:xfrm>
            <a:off x="2763098" y="936768"/>
            <a:ext cx="3492600" cy="853932"/>
          </a:xfrm>
          <a:prstGeom prst="rect">
            <a:avLst/>
          </a:prstGeom>
        </p:spPr>
        <p:txBody>
          <a:bodyPr spcFirstLastPara="1" wrap="square" lIns="91425" tIns="91425" rIns="91425" bIns="91425" anchor="t" anchorCtr="0">
            <a:noAutofit/>
          </a:bodyPr>
          <a:lstStyle/>
          <a:p>
            <a:pPr marL="0" lvl="0" indent="0"/>
            <a:br>
              <a:rPr lang="en-US" dirty="0"/>
            </a:br>
            <a:r>
              <a:rPr lang="en-US" dirty="0"/>
              <a:t>People worldwide live with hearing loss</a:t>
            </a:r>
            <a:br>
              <a:rPr lang="en-US" dirty="0"/>
            </a:br>
            <a:r>
              <a:rPr lang="en-US" dirty="0"/>
              <a:t> (WHO, 2024)</a:t>
            </a:r>
            <a:endParaRPr dirty="0"/>
          </a:p>
        </p:txBody>
      </p:sp>
      <p:sp>
        <p:nvSpPr>
          <p:cNvPr id="432" name="Google Shape;432;p40"/>
          <p:cNvSpPr txBox="1">
            <a:spLocks noGrp="1"/>
          </p:cNvSpPr>
          <p:nvPr>
            <p:ph type="title" idx="4"/>
          </p:nvPr>
        </p:nvSpPr>
        <p:spPr>
          <a:xfrm>
            <a:off x="4831794" y="2331720"/>
            <a:ext cx="4220765" cy="1306996"/>
          </a:xfrm>
          <a:prstGeom prst="rect">
            <a:avLst/>
          </a:prstGeom>
        </p:spPr>
        <p:txBody>
          <a:bodyPr spcFirstLastPara="1" wrap="square" lIns="91425" tIns="91425" rIns="91425" bIns="91425" anchor="b" anchorCtr="0">
            <a:noAutofit/>
          </a:bodyPr>
          <a:lstStyle/>
          <a:p>
            <a:pPr lvl="0"/>
            <a:r>
              <a:rPr lang="en-US" b="1" dirty="0"/>
              <a:t>2-Way Communication</a:t>
            </a:r>
            <a:endParaRPr dirty="0"/>
          </a:p>
        </p:txBody>
      </p:sp>
      <p:sp>
        <p:nvSpPr>
          <p:cNvPr id="433" name="Google Shape;433;p40"/>
          <p:cNvSpPr txBox="1">
            <a:spLocks noGrp="1"/>
          </p:cNvSpPr>
          <p:nvPr>
            <p:ph type="subTitle" idx="5"/>
          </p:nvPr>
        </p:nvSpPr>
        <p:spPr>
          <a:xfrm>
            <a:off x="5205175" y="3270060"/>
            <a:ext cx="3492600" cy="844740"/>
          </a:xfrm>
          <a:prstGeom prst="rect">
            <a:avLst/>
          </a:prstGeom>
        </p:spPr>
        <p:txBody>
          <a:bodyPr spcFirstLastPara="1" wrap="square" lIns="91425" tIns="91425" rIns="91425" bIns="91425" anchor="t" anchorCtr="0">
            <a:noAutofit/>
          </a:bodyPr>
          <a:lstStyle/>
          <a:p>
            <a:pPr marL="0" lvl="0" indent="0"/>
            <a:br>
              <a:rPr lang="en-US" dirty="0"/>
            </a:br>
            <a:r>
              <a:rPr lang="en-US" dirty="0"/>
              <a:t>Between normal speakers and Deaf/Mute individuals made possible in real time</a:t>
            </a:r>
            <a:endParaRPr dirty="0"/>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10"/>
        <p:cNvGrpSpPr/>
        <p:nvPr/>
      </p:nvGrpSpPr>
      <p:grpSpPr>
        <a:xfrm>
          <a:off x="0" y="0"/>
          <a:ext cx="0" cy="0"/>
          <a:chOff x="0" y="0"/>
          <a:chExt cx="0" cy="0"/>
        </a:xfrm>
      </p:grpSpPr>
      <p:sp>
        <p:nvSpPr>
          <p:cNvPr id="2" name="Google Shape;817;p57">
            <a:extLst>
              <a:ext uri="{FF2B5EF4-FFF2-40B4-BE49-F238E27FC236}">
                <a16:creationId xmlns:a16="http://schemas.microsoft.com/office/drawing/2014/main" id="{B462ADB5-2F22-8B0D-C477-D26C73ECE865}"/>
              </a:ext>
            </a:extLst>
          </p:cNvPr>
          <p:cNvSpPr/>
          <p:nvPr/>
        </p:nvSpPr>
        <p:spPr>
          <a:xfrm>
            <a:off x="2319874" y="182880"/>
            <a:ext cx="3217326" cy="6264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ln>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9"/>
          <p:cNvSpPr txBox="1">
            <a:spLocks noGrp="1"/>
          </p:cNvSpPr>
          <p:nvPr>
            <p:ph type="title"/>
          </p:nvPr>
        </p:nvSpPr>
        <p:spPr>
          <a:xfrm>
            <a:off x="3280320" y="216425"/>
            <a:ext cx="7704000" cy="649200"/>
          </a:xfrm>
          <a:prstGeom prst="rect">
            <a:avLst/>
          </a:prstGeom>
        </p:spPr>
        <p:txBody>
          <a:bodyPr spcFirstLastPara="1" wrap="square" lIns="91425" tIns="91425" rIns="91425" bIns="91425" anchor="t" anchorCtr="0">
            <a:noAutofit/>
          </a:bodyPr>
          <a:lstStyle/>
          <a:p>
            <a:pPr lvl="0"/>
            <a:r>
              <a:rPr lang="en-IN" dirty="0"/>
              <a:t>Objectives</a:t>
            </a:r>
            <a:endParaRPr dirty="0"/>
          </a:p>
        </p:txBody>
      </p:sp>
      <p:sp>
        <p:nvSpPr>
          <p:cNvPr id="416" name="Google Shape;416;p39"/>
          <p:cNvSpPr txBox="1">
            <a:spLocks noGrp="1"/>
          </p:cNvSpPr>
          <p:nvPr>
            <p:ph type="subTitle" idx="7"/>
          </p:nvPr>
        </p:nvSpPr>
        <p:spPr>
          <a:xfrm>
            <a:off x="498772" y="787271"/>
            <a:ext cx="2456040" cy="1381955"/>
          </a:xfrm>
          <a:prstGeom prst="rect">
            <a:avLst/>
          </a:prstGeom>
        </p:spPr>
        <p:txBody>
          <a:bodyPr spcFirstLastPara="1" wrap="square" lIns="91425" tIns="91425" rIns="91425" bIns="91425" anchor="b" anchorCtr="0">
            <a:noAutofit/>
          </a:bodyPr>
          <a:lstStyle/>
          <a:p>
            <a:pPr marL="0" lvl="0" indent="0"/>
            <a:r>
              <a:rPr lang="en-IN" dirty="0"/>
              <a:t>✅ Enable inclusive, two-way communication</a:t>
            </a:r>
            <a:endParaRPr dirty="0"/>
          </a:p>
        </p:txBody>
      </p:sp>
      <p:sp>
        <p:nvSpPr>
          <p:cNvPr id="417" name="Google Shape;417;p39"/>
          <p:cNvSpPr txBox="1">
            <a:spLocks noGrp="1"/>
          </p:cNvSpPr>
          <p:nvPr>
            <p:ph type="subTitle" idx="8"/>
          </p:nvPr>
        </p:nvSpPr>
        <p:spPr>
          <a:xfrm>
            <a:off x="6250050" y="820838"/>
            <a:ext cx="2456040" cy="1321003"/>
          </a:xfrm>
          <a:prstGeom prst="rect">
            <a:avLst/>
          </a:prstGeom>
        </p:spPr>
        <p:txBody>
          <a:bodyPr spcFirstLastPara="1" wrap="square" lIns="91425" tIns="91425" rIns="91425" bIns="91425" anchor="b" anchorCtr="0">
            <a:noAutofit/>
          </a:bodyPr>
          <a:lstStyle/>
          <a:p>
            <a:pPr marL="0" lvl="0" indent="0"/>
            <a:r>
              <a:rPr lang="en-IN" dirty="0"/>
              <a:t>✅ Simplify real-time sign-to-speech translation.</a:t>
            </a:r>
            <a:endParaRPr dirty="0"/>
          </a:p>
        </p:txBody>
      </p:sp>
      <p:sp>
        <p:nvSpPr>
          <p:cNvPr id="421" name="Google Shape;421;p39"/>
          <p:cNvSpPr txBox="1">
            <a:spLocks noGrp="1"/>
          </p:cNvSpPr>
          <p:nvPr>
            <p:ph type="subTitle" idx="13"/>
          </p:nvPr>
        </p:nvSpPr>
        <p:spPr>
          <a:xfrm>
            <a:off x="487198" y="3087547"/>
            <a:ext cx="2811780" cy="1367287"/>
          </a:xfrm>
          <a:prstGeom prst="rect">
            <a:avLst/>
          </a:prstGeom>
        </p:spPr>
        <p:txBody>
          <a:bodyPr spcFirstLastPara="1" wrap="square" lIns="91425" tIns="91425" rIns="91425" bIns="91425" anchor="b" anchorCtr="0">
            <a:noAutofit/>
          </a:bodyPr>
          <a:lstStyle/>
          <a:p>
            <a:pPr marL="0" lvl="0" indent="0"/>
            <a:r>
              <a:rPr lang="en-IN" dirty="0"/>
              <a:t>✅ Provide an accessible, multi-language platform.</a:t>
            </a:r>
            <a:endParaRPr dirty="0"/>
          </a:p>
        </p:txBody>
      </p:sp>
      <p:sp>
        <p:nvSpPr>
          <p:cNvPr id="14" name="Rectangle 1">
            <a:extLst>
              <a:ext uri="{FF2B5EF4-FFF2-40B4-BE49-F238E27FC236}">
                <a16:creationId xmlns:a16="http://schemas.microsoft.com/office/drawing/2014/main" id="{152B0C95-E059-3B0D-80F2-AD230BAA4918}"/>
              </a:ext>
            </a:extLst>
          </p:cNvPr>
          <p:cNvSpPr>
            <a:spLocks noChangeArrowheads="1"/>
          </p:cNvSpPr>
          <p:nvPr/>
        </p:nvSpPr>
        <p:spPr bwMode="auto">
          <a:xfrm>
            <a:off x="0" y="-323165"/>
            <a:ext cx="264816"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Char char="•"/>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pic>
        <p:nvPicPr>
          <p:cNvPr id="20" name="Picture 19">
            <a:extLst>
              <a:ext uri="{FF2B5EF4-FFF2-40B4-BE49-F238E27FC236}">
                <a16:creationId xmlns:a16="http://schemas.microsoft.com/office/drawing/2014/main" id="{A0A0D07B-BAEB-029A-9C35-B4545F6554E1}"/>
              </a:ext>
            </a:extLst>
          </p:cNvPr>
          <p:cNvPicPr>
            <a:picLocks noChangeAspect="1"/>
          </p:cNvPicPr>
          <p:nvPr/>
        </p:nvPicPr>
        <p:blipFill>
          <a:blip r:embed="rId3"/>
          <a:stretch>
            <a:fillRect/>
          </a:stretch>
        </p:blipFill>
        <p:spPr>
          <a:xfrm>
            <a:off x="2325756" y="509286"/>
            <a:ext cx="4458424" cy="4458424"/>
          </a:xfrm>
          <a:prstGeom prst="rect">
            <a:avLst/>
          </a:prstGeom>
        </p:spPr>
      </p:pic>
      <p:sp>
        <p:nvSpPr>
          <p:cNvPr id="418" name="Google Shape;418;p39"/>
          <p:cNvSpPr txBox="1">
            <a:spLocks noGrp="1"/>
          </p:cNvSpPr>
          <p:nvPr>
            <p:ph type="subTitle" idx="9"/>
          </p:nvPr>
        </p:nvSpPr>
        <p:spPr>
          <a:xfrm>
            <a:off x="6184111" y="3714510"/>
            <a:ext cx="2753473" cy="960120"/>
          </a:xfrm>
          <a:prstGeom prst="rect">
            <a:avLst/>
          </a:prstGeom>
        </p:spPr>
        <p:txBody>
          <a:bodyPr spcFirstLastPara="1" wrap="square" lIns="91425" tIns="91425" rIns="91425" bIns="91425" anchor="b" anchorCtr="0">
            <a:noAutofit/>
          </a:bodyPr>
          <a:lstStyle/>
          <a:p>
            <a:pPr marL="0" lvl="0" indent="0"/>
            <a:r>
              <a:rPr lang="en-IN" dirty="0"/>
              <a:t>✅ </a:t>
            </a:r>
            <a:r>
              <a:rPr lang="en-US" dirty="0"/>
              <a:t>Help deaf presenters share ideas easily.</a:t>
            </a:r>
            <a:endParaRPr dirty="0"/>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17"/>
        <p:cNvGrpSpPr/>
        <p:nvPr/>
      </p:nvGrpSpPr>
      <p:grpSpPr>
        <a:xfrm>
          <a:off x="0" y="0"/>
          <a:ext cx="0" cy="0"/>
          <a:chOff x="0" y="0"/>
          <a:chExt cx="0" cy="0"/>
        </a:xfrm>
      </p:grpSpPr>
      <p:sp>
        <p:nvSpPr>
          <p:cNvPr id="318" name="Google Shape;318;p34"/>
          <p:cNvSpPr txBox="1">
            <a:spLocks noGrp="1"/>
          </p:cNvSpPr>
          <p:nvPr>
            <p:ph type="title"/>
          </p:nvPr>
        </p:nvSpPr>
        <p:spPr>
          <a:xfrm>
            <a:off x="828972" y="-104172"/>
            <a:ext cx="4160700" cy="1022400"/>
          </a:xfrm>
          <a:prstGeom prst="rect">
            <a:avLst/>
          </a:prstGeom>
        </p:spPr>
        <p:txBody>
          <a:bodyPr spcFirstLastPara="1" wrap="square" lIns="91425" tIns="91425" rIns="91425" bIns="91425" anchor="b" anchorCtr="0">
            <a:noAutofit/>
          </a:bodyPr>
          <a:lstStyle/>
          <a:p>
            <a:pPr lvl="0"/>
            <a:r>
              <a:rPr lang="en-IN" dirty="0">
                <a:solidFill>
                  <a:schemeClr val="tx2"/>
                </a:solidFill>
              </a:rPr>
              <a:t>Key Features</a:t>
            </a:r>
            <a:endParaRPr dirty="0">
              <a:solidFill>
                <a:schemeClr val="tx2"/>
              </a:solidFill>
            </a:endParaRPr>
          </a:p>
        </p:txBody>
      </p:sp>
      <p:grpSp>
        <p:nvGrpSpPr>
          <p:cNvPr id="321" name="Google Shape;321;p34"/>
          <p:cNvGrpSpPr/>
          <p:nvPr/>
        </p:nvGrpSpPr>
        <p:grpSpPr>
          <a:xfrm>
            <a:off x="4878325" y="663500"/>
            <a:ext cx="600550" cy="227100"/>
            <a:chOff x="789175" y="425950"/>
            <a:chExt cx="600550" cy="227100"/>
          </a:xfrm>
        </p:grpSpPr>
        <p:sp>
          <p:nvSpPr>
            <p:cNvPr id="322" name="Google Shape;322;p34"/>
            <p:cNvSpPr/>
            <p:nvPr/>
          </p:nvSpPr>
          <p:spPr>
            <a:xfrm>
              <a:off x="78917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323" name="Google Shape;323;p34"/>
            <p:cNvSpPr/>
            <p:nvPr/>
          </p:nvSpPr>
          <p:spPr>
            <a:xfrm>
              <a:off x="1162625" y="425950"/>
              <a:ext cx="227100" cy="227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grpSp>
      <p:sp>
        <p:nvSpPr>
          <p:cNvPr id="5" name="Subtitle 4">
            <a:extLst>
              <a:ext uri="{FF2B5EF4-FFF2-40B4-BE49-F238E27FC236}">
                <a16:creationId xmlns:a16="http://schemas.microsoft.com/office/drawing/2014/main" id="{82382BE4-0BEE-67C5-5580-C967A2575784}"/>
              </a:ext>
            </a:extLst>
          </p:cNvPr>
          <p:cNvSpPr>
            <a:spLocks noGrp="1" noChangeArrowheads="1"/>
          </p:cNvSpPr>
          <p:nvPr>
            <p:ph type="subTitle" idx="1"/>
          </p:nvPr>
        </p:nvSpPr>
        <p:spPr bwMode="auto">
          <a:xfrm>
            <a:off x="110903" y="1126795"/>
            <a:ext cx="5618565" cy="34163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lvl="0" indent="0" eaLnBrk="0" fontAlgn="base" hangingPunct="0">
              <a:spcBef>
                <a:spcPct val="0"/>
              </a:spcBef>
              <a:spcAft>
                <a:spcPct val="0"/>
              </a:spcAft>
              <a:buClrTx/>
              <a:buSzTx/>
              <a:buNone/>
            </a:pPr>
            <a:r>
              <a:rPr lang="en-IN" sz="1800" dirty="0"/>
              <a:t>👋</a:t>
            </a:r>
            <a:r>
              <a:rPr kumimoji="0" lang="en-US" altLang="en-US" sz="1800" b="0" i="0" u="none" strike="noStrike" cap="none" normalizeH="0" baseline="0" dirty="0">
                <a:ln>
                  <a:noFill/>
                </a:ln>
                <a:solidFill>
                  <a:schemeClr val="tx1"/>
                </a:solidFill>
                <a:effectLst/>
                <a:latin typeface="Arial" panose="020B0604020202020204" pitchFamily="34" charset="0"/>
              </a:rPr>
              <a:t>Real-time sign detection &amp; speech synthesis</a:t>
            </a:r>
          </a:p>
          <a:p>
            <a:pPr marL="0" lvl="0" indent="0" eaLnBrk="0" fontAlgn="base" hangingPunct="0">
              <a:spcBef>
                <a:spcPct val="0"/>
              </a:spcBef>
              <a:spcAft>
                <a:spcPct val="0"/>
              </a:spcAft>
              <a:buClrTx/>
              <a:buSzTx/>
              <a:buNone/>
            </a:pPr>
            <a:endParaRPr kumimoji="0" lang="en-US" altLang="en-US" sz="1800" b="0" i="0" u="none" strike="noStrike" cap="none" normalizeH="0" baseline="0" dirty="0">
              <a:ln>
                <a:noFill/>
              </a:ln>
              <a:solidFill>
                <a:schemeClr val="tx1"/>
              </a:solidFill>
              <a:effectLst/>
              <a:latin typeface="Arial" panose="020B0604020202020204" pitchFamily="34" charset="0"/>
            </a:endParaRPr>
          </a:p>
          <a:p>
            <a:pPr marL="0" lvl="0" indent="0" eaLnBrk="0" fontAlgn="base" hangingPunct="0">
              <a:spcBef>
                <a:spcPct val="0"/>
              </a:spcBef>
              <a:spcAft>
                <a:spcPct val="0"/>
              </a:spcAft>
              <a:buClrTx/>
              <a:buSzTx/>
              <a:buNone/>
            </a:pPr>
            <a:r>
              <a:rPr lang="en-IN" sz="1800" dirty="0"/>
              <a:t>🎤 </a:t>
            </a:r>
            <a:r>
              <a:rPr kumimoji="0" lang="en-US" altLang="en-US" sz="1800" b="0" i="0" u="none" strike="noStrike" cap="none" normalizeH="0" baseline="0" dirty="0">
                <a:ln>
                  <a:noFill/>
                </a:ln>
                <a:solidFill>
                  <a:schemeClr val="tx1"/>
                </a:solidFill>
                <a:effectLst/>
                <a:latin typeface="Arial" panose="020B0604020202020204" pitchFamily="34" charset="0"/>
              </a:rPr>
              <a:t>Multi-language support (English, Tamil, Chinese, etc.)</a:t>
            </a:r>
          </a:p>
          <a:p>
            <a:pPr marL="0" lvl="0" indent="0" eaLnBrk="0" fontAlgn="base" hangingPunct="0">
              <a:spcBef>
                <a:spcPct val="0"/>
              </a:spcBef>
              <a:spcAft>
                <a:spcPct val="0"/>
              </a:spcAft>
              <a:buClrTx/>
              <a:buSzTx/>
              <a:buNone/>
            </a:pPr>
            <a:endParaRPr kumimoji="0" lang="en-US" altLang="en-US" sz="1800" b="0" i="0" u="none" strike="noStrike" cap="none" normalizeH="0" baseline="0" dirty="0">
              <a:ln>
                <a:noFill/>
              </a:ln>
              <a:solidFill>
                <a:schemeClr val="tx1"/>
              </a:solidFill>
              <a:effectLst/>
              <a:latin typeface="Arial" panose="020B0604020202020204" pitchFamily="34" charset="0"/>
            </a:endParaRPr>
          </a:p>
          <a:p>
            <a:pPr marL="0" lvl="0" indent="0" eaLnBrk="0" fontAlgn="base" hangingPunct="0">
              <a:spcBef>
                <a:spcPct val="0"/>
              </a:spcBef>
              <a:spcAft>
                <a:spcPct val="0"/>
              </a:spcAft>
              <a:buClrTx/>
              <a:buSzTx/>
              <a:buNone/>
            </a:pPr>
            <a:r>
              <a:rPr lang="en-IN" sz="1800" dirty="0"/>
              <a:t>🌐 </a:t>
            </a:r>
            <a:r>
              <a:rPr kumimoji="0" lang="en-US" altLang="en-US" sz="1800" b="0" i="0" u="none" strike="noStrike" cap="none" normalizeH="0" baseline="0" dirty="0">
                <a:ln>
                  <a:noFill/>
                </a:ln>
                <a:solidFill>
                  <a:schemeClr val="tx1"/>
                </a:solidFill>
                <a:effectLst/>
                <a:latin typeface="Arial" panose="020B0604020202020204" pitchFamily="34" charset="0"/>
              </a:rPr>
              <a:t>PPT/Meeting integration</a:t>
            </a:r>
          </a:p>
          <a:p>
            <a:pPr marL="0" lvl="0" indent="0" eaLnBrk="0" fontAlgn="base" hangingPunct="0">
              <a:spcBef>
                <a:spcPct val="0"/>
              </a:spcBef>
              <a:spcAft>
                <a:spcPct val="0"/>
              </a:spcAft>
              <a:buClrTx/>
              <a:buSzTx/>
              <a:buNone/>
            </a:pPr>
            <a:endParaRPr kumimoji="0" lang="en-US" altLang="en-US" sz="1800" b="0" i="0" u="none" strike="noStrike" cap="none" normalizeH="0" baseline="0" dirty="0">
              <a:ln>
                <a:noFill/>
              </a:ln>
              <a:solidFill>
                <a:schemeClr val="tx1"/>
              </a:solidFill>
              <a:effectLst/>
              <a:latin typeface="Arial" panose="020B0604020202020204" pitchFamily="34" charset="0"/>
            </a:endParaRPr>
          </a:p>
          <a:p>
            <a:pPr marL="0" lvl="0" indent="0" eaLnBrk="0" fontAlgn="base" hangingPunct="0">
              <a:spcBef>
                <a:spcPct val="0"/>
              </a:spcBef>
              <a:spcAft>
                <a:spcPct val="0"/>
              </a:spcAft>
              <a:buClrTx/>
              <a:buSzTx/>
              <a:buNone/>
            </a:pPr>
            <a:r>
              <a:rPr lang="en-IN" sz="1800" dirty="0"/>
              <a:t>📽️ </a:t>
            </a:r>
            <a:r>
              <a:rPr kumimoji="0" lang="en-US" altLang="en-US" sz="1800" b="0" i="0" u="none" strike="noStrike" cap="none" normalizeH="0" baseline="0" dirty="0">
                <a:ln>
                  <a:noFill/>
                </a:ln>
                <a:solidFill>
                  <a:schemeClr val="tx1"/>
                </a:solidFill>
                <a:effectLst/>
                <a:latin typeface="Arial" panose="020B0604020202020204" pitchFamily="34" charset="0"/>
              </a:rPr>
              <a:t>Recording &amp; replay</a:t>
            </a:r>
          </a:p>
          <a:p>
            <a:pPr marL="0" lvl="0" indent="0" eaLnBrk="0" fontAlgn="base" hangingPunct="0">
              <a:spcBef>
                <a:spcPct val="0"/>
              </a:spcBef>
              <a:spcAft>
                <a:spcPct val="0"/>
              </a:spcAft>
              <a:buClrTx/>
              <a:buSzTx/>
              <a:buNone/>
            </a:pPr>
            <a:endParaRPr kumimoji="0" lang="en-US" altLang="en-US" sz="1800" b="0" i="0" u="none" strike="noStrike" cap="none" normalizeH="0" baseline="0" dirty="0">
              <a:ln>
                <a:noFill/>
              </a:ln>
              <a:solidFill>
                <a:schemeClr val="tx1"/>
              </a:solidFill>
              <a:effectLst/>
              <a:latin typeface="Arial" panose="020B0604020202020204" pitchFamily="34" charset="0"/>
            </a:endParaRPr>
          </a:p>
          <a:p>
            <a:pPr marL="0" lvl="0" indent="0" eaLnBrk="0" fontAlgn="base" hangingPunct="0">
              <a:spcBef>
                <a:spcPct val="0"/>
              </a:spcBef>
              <a:spcAft>
                <a:spcPct val="0"/>
              </a:spcAft>
              <a:buClrTx/>
              <a:buSzTx/>
              <a:buNone/>
            </a:pPr>
            <a:r>
              <a:rPr lang="en-IN" sz="1800" dirty="0"/>
              <a:t>🔤</a:t>
            </a:r>
            <a:r>
              <a:rPr kumimoji="0" lang="en-US" altLang="en-US" sz="1800" b="0" i="0" u="none" strike="noStrike" cap="none" normalizeH="0" baseline="0" dirty="0">
                <a:ln>
                  <a:noFill/>
                </a:ln>
                <a:solidFill>
                  <a:schemeClr val="tx1"/>
                </a:solidFill>
                <a:effectLst/>
                <a:latin typeface="Arial" panose="020B0604020202020204" pitchFamily="34" charset="0"/>
              </a:rPr>
              <a:t>Accessibility settings (captions, font size, contrast)</a:t>
            </a:r>
          </a:p>
          <a:p>
            <a:pPr marL="0" lvl="0" indent="0" eaLnBrk="0" fontAlgn="base" hangingPunct="0">
              <a:spcBef>
                <a:spcPct val="0"/>
              </a:spcBef>
              <a:spcAft>
                <a:spcPct val="0"/>
              </a:spcAft>
              <a:buClrTx/>
              <a:buSzTx/>
              <a:buNone/>
            </a:pPr>
            <a:endParaRPr kumimoji="0" lang="en-US" altLang="en-US" sz="1800" b="0" i="0" u="none" strike="noStrike" cap="none" normalizeH="0" baseline="0" dirty="0">
              <a:ln>
                <a:noFill/>
              </a:ln>
              <a:solidFill>
                <a:schemeClr val="tx1"/>
              </a:solidFill>
              <a:effectLst/>
              <a:latin typeface="Arial" panose="020B0604020202020204" pitchFamily="34" charset="0"/>
            </a:endParaRPr>
          </a:p>
          <a:p>
            <a:pPr marL="0" lvl="0" indent="0" eaLnBrk="0" fontAlgn="base" hangingPunct="0">
              <a:spcBef>
                <a:spcPct val="0"/>
              </a:spcBef>
              <a:spcAft>
                <a:spcPct val="0"/>
              </a:spcAft>
              <a:buClrTx/>
              <a:buSzTx/>
              <a:buNone/>
            </a:pPr>
            <a:r>
              <a:rPr lang="en-IN" sz="1800" dirty="0"/>
              <a:t>📱</a:t>
            </a:r>
            <a:r>
              <a:rPr kumimoji="0" lang="en-US" altLang="en-US" sz="1800" b="0" i="0" u="none" strike="noStrike" cap="none" normalizeH="0" baseline="0" dirty="0">
                <a:ln>
                  <a:noFill/>
                </a:ln>
                <a:solidFill>
                  <a:schemeClr val="tx1"/>
                </a:solidFill>
                <a:effectLst/>
                <a:latin typeface="Arial" panose="020B0604020202020204" pitchFamily="34" charset="0"/>
              </a:rPr>
              <a:t>Mobile sync via QR</a:t>
            </a:r>
          </a:p>
        </p:txBody>
      </p:sp>
      <p:pic>
        <p:nvPicPr>
          <p:cNvPr id="7" name="Picture 6">
            <a:extLst>
              <a:ext uri="{FF2B5EF4-FFF2-40B4-BE49-F238E27FC236}">
                <a16:creationId xmlns:a16="http://schemas.microsoft.com/office/drawing/2014/main" id="{CD1AF1CE-2A2C-72F8-1D6C-0E831BE9D8A0}"/>
              </a:ext>
            </a:extLst>
          </p:cNvPr>
          <p:cNvPicPr>
            <a:picLocks noChangeAspect="1"/>
          </p:cNvPicPr>
          <p:nvPr/>
        </p:nvPicPr>
        <p:blipFill>
          <a:blip r:embed="rId3"/>
          <a:stretch>
            <a:fillRect/>
          </a:stretch>
        </p:blipFill>
        <p:spPr>
          <a:xfrm>
            <a:off x="5590572" y="520861"/>
            <a:ext cx="3553428" cy="3831220"/>
          </a:xfrm>
          <a:prstGeom prst="rect">
            <a:avLst/>
          </a:prstGeom>
        </p:spPr>
      </p:pic>
      <p:grpSp>
        <p:nvGrpSpPr>
          <p:cNvPr id="2" name="Google Shape;936;p57">
            <a:extLst>
              <a:ext uri="{FF2B5EF4-FFF2-40B4-BE49-F238E27FC236}">
                <a16:creationId xmlns:a16="http://schemas.microsoft.com/office/drawing/2014/main" id="{7BA64CC4-374D-653A-8D27-202CFA90F79F}"/>
              </a:ext>
            </a:extLst>
          </p:cNvPr>
          <p:cNvGrpSpPr/>
          <p:nvPr/>
        </p:nvGrpSpPr>
        <p:grpSpPr>
          <a:xfrm>
            <a:off x="329622" y="451354"/>
            <a:ext cx="503498" cy="259846"/>
            <a:chOff x="4768325" y="2163475"/>
            <a:chExt cx="59700" cy="46725"/>
          </a:xfrm>
        </p:grpSpPr>
        <p:sp>
          <p:nvSpPr>
            <p:cNvPr id="3" name="Google Shape;937;p57">
              <a:extLst>
                <a:ext uri="{FF2B5EF4-FFF2-40B4-BE49-F238E27FC236}">
                  <a16:creationId xmlns:a16="http://schemas.microsoft.com/office/drawing/2014/main" id="{DC4D2111-78F8-418C-C3F5-CF4C151AAB65}"/>
                </a:ext>
              </a:extLst>
            </p:cNvPr>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ln>
              <a:headEnd type="none" w="sm" len="sm"/>
              <a:tailEnd type="none" w="sm" len="sm"/>
            </a:ln>
          </p:spPr>
          <p:style>
            <a:lnRef idx="2">
              <a:schemeClr val="accent2"/>
            </a:lnRef>
            <a:fillRef idx="1">
              <a:schemeClr val="lt1"/>
            </a:fillRef>
            <a:effectRef idx="0">
              <a:schemeClr val="accent2"/>
            </a:effectRef>
            <a:fontRef idx="minor">
              <a:schemeClr val="dk1"/>
            </a:fontRef>
          </p:style>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 name="Google Shape;938;p57">
              <a:extLst>
                <a:ext uri="{FF2B5EF4-FFF2-40B4-BE49-F238E27FC236}">
                  <a16:creationId xmlns:a16="http://schemas.microsoft.com/office/drawing/2014/main" id="{6DF64722-F816-4F3F-3CB6-3712A161C0D9}"/>
                </a:ext>
              </a:extLst>
            </p:cNvPr>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ln>
              <a:headEnd type="none" w="sm" len="sm"/>
              <a:tailEnd type="none" w="sm" len="sm"/>
            </a:ln>
          </p:spPr>
          <p:style>
            <a:lnRef idx="2">
              <a:schemeClr val="accent2"/>
            </a:lnRef>
            <a:fillRef idx="1">
              <a:schemeClr val="lt1"/>
            </a:fillRef>
            <a:effectRef idx="0">
              <a:schemeClr val="accent2"/>
            </a:effectRef>
            <a:fontRef idx="minor">
              <a:schemeClr val="dk1"/>
            </a:fontRef>
          </p:style>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72"/>
        <p:cNvGrpSpPr/>
        <p:nvPr/>
      </p:nvGrpSpPr>
      <p:grpSpPr>
        <a:xfrm>
          <a:off x="0" y="0"/>
          <a:ext cx="0" cy="0"/>
          <a:chOff x="0" y="0"/>
          <a:chExt cx="0" cy="0"/>
        </a:xfrm>
      </p:grpSpPr>
      <p:pic>
        <p:nvPicPr>
          <p:cNvPr id="473" name="Google Shape;473;p44"/>
          <p:cNvPicPr preferRelativeResize="0"/>
          <p:nvPr/>
        </p:nvPicPr>
        <p:blipFill>
          <a:blip r:embed="rId3">
            <a:alphaModFix/>
          </a:blip>
          <a:stretch>
            <a:fillRect/>
          </a:stretch>
        </p:blipFill>
        <p:spPr>
          <a:xfrm>
            <a:off x="5209475" y="1071363"/>
            <a:ext cx="1526000" cy="1296925"/>
          </a:xfrm>
          <a:prstGeom prst="rect">
            <a:avLst/>
          </a:prstGeom>
          <a:noFill/>
          <a:ln>
            <a:noFill/>
          </a:ln>
        </p:spPr>
      </p:pic>
      <p:pic>
        <p:nvPicPr>
          <p:cNvPr id="474" name="Google Shape;474;p44"/>
          <p:cNvPicPr preferRelativeResize="0"/>
          <p:nvPr/>
        </p:nvPicPr>
        <p:blipFill>
          <a:blip r:embed="rId3">
            <a:alphaModFix/>
          </a:blip>
          <a:stretch>
            <a:fillRect/>
          </a:stretch>
        </p:blipFill>
        <p:spPr>
          <a:xfrm>
            <a:off x="2398353" y="2151915"/>
            <a:ext cx="1526000" cy="1296925"/>
          </a:xfrm>
          <a:prstGeom prst="rect">
            <a:avLst/>
          </a:prstGeom>
          <a:noFill/>
          <a:ln>
            <a:noFill/>
          </a:ln>
        </p:spPr>
      </p:pic>
      <p:sp>
        <p:nvSpPr>
          <p:cNvPr id="538" name="Google Shape;538;p44"/>
          <p:cNvSpPr/>
          <p:nvPr/>
        </p:nvSpPr>
        <p:spPr>
          <a:xfrm>
            <a:off x="3796200" y="1290838"/>
            <a:ext cx="1551600" cy="3141000"/>
          </a:xfrm>
          <a:prstGeom prst="roundRect">
            <a:avLst>
              <a:gd name="adj" fmla="val 5075"/>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pic>
        <p:nvPicPr>
          <p:cNvPr id="475" name="Google Shape;475;p44"/>
          <p:cNvPicPr preferRelativeResize="0"/>
          <p:nvPr/>
        </p:nvPicPr>
        <p:blipFill>
          <a:blip r:embed="rId3">
            <a:alphaModFix/>
          </a:blip>
          <a:stretch>
            <a:fillRect/>
          </a:stretch>
        </p:blipFill>
        <p:spPr>
          <a:xfrm>
            <a:off x="5209475" y="2212875"/>
            <a:ext cx="1526000" cy="1296925"/>
          </a:xfrm>
          <a:prstGeom prst="rect">
            <a:avLst/>
          </a:prstGeom>
          <a:noFill/>
          <a:ln>
            <a:noFill/>
          </a:ln>
        </p:spPr>
      </p:pic>
      <p:pic>
        <p:nvPicPr>
          <p:cNvPr id="476" name="Google Shape;476;p44"/>
          <p:cNvPicPr preferRelativeResize="0"/>
          <p:nvPr/>
        </p:nvPicPr>
        <p:blipFill>
          <a:blip r:embed="rId3">
            <a:alphaModFix/>
          </a:blip>
          <a:stretch>
            <a:fillRect/>
          </a:stretch>
        </p:blipFill>
        <p:spPr>
          <a:xfrm>
            <a:off x="2408513" y="3307075"/>
            <a:ext cx="1526000" cy="1296925"/>
          </a:xfrm>
          <a:prstGeom prst="rect">
            <a:avLst/>
          </a:prstGeom>
          <a:noFill/>
          <a:ln>
            <a:noFill/>
          </a:ln>
        </p:spPr>
      </p:pic>
      <p:pic>
        <p:nvPicPr>
          <p:cNvPr id="477" name="Google Shape;477;p44"/>
          <p:cNvPicPr preferRelativeResize="0"/>
          <p:nvPr/>
        </p:nvPicPr>
        <p:blipFill>
          <a:blip r:embed="rId3">
            <a:alphaModFix/>
          </a:blip>
          <a:stretch>
            <a:fillRect/>
          </a:stretch>
        </p:blipFill>
        <p:spPr>
          <a:xfrm>
            <a:off x="5209475" y="3307075"/>
            <a:ext cx="1526000" cy="1296925"/>
          </a:xfrm>
          <a:prstGeom prst="rect">
            <a:avLst/>
          </a:prstGeom>
          <a:noFill/>
          <a:ln>
            <a:noFill/>
          </a:ln>
        </p:spPr>
      </p:pic>
      <p:pic>
        <p:nvPicPr>
          <p:cNvPr id="478" name="Google Shape;478;p44"/>
          <p:cNvPicPr preferRelativeResize="0"/>
          <p:nvPr/>
        </p:nvPicPr>
        <p:blipFill>
          <a:blip r:embed="rId3">
            <a:alphaModFix/>
          </a:blip>
          <a:stretch>
            <a:fillRect/>
          </a:stretch>
        </p:blipFill>
        <p:spPr>
          <a:xfrm>
            <a:off x="2388193" y="1030723"/>
            <a:ext cx="1526000" cy="1296925"/>
          </a:xfrm>
          <a:prstGeom prst="rect">
            <a:avLst/>
          </a:prstGeom>
          <a:noFill/>
          <a:ln>
            <a:noFill/>
          </a:ln>
        </p:spPr>
      </p:pic>
      <p:sp>
        <p:nvSpPr>
          <p:cNvPr id="479" name="Google Shape;479;p44"/>
          <p:cNvSpPr txBox="1">
            <a:spLocks noGrp="1"/>
          </p:cNvSpPr>
          <p:nvPr>
            <p:ph type="title"/>
          </p:nvPr>
        </p:nvSpPr>
        <p:spPr>
          <a:xfrm>
            <a:off x="2740824" y="-54847"/>
            <a:ext cx="7704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Product infographic</a:t>
            </a:r>
            <a:endParaRPr dirty="0"/>
          </a:p>
        </p:txBody>
      </p:sp>
      <p:sp>
        <p:nvSpPr>
          <p:cNvPr id="480" name="Google Shape;480;p44"/>
          <p:cNvSpPr txBox="1"/>
          <p:nvPr/>
        </p:nvSpPr>
        <p:spPr>
          <a:xfrm>
            <a:off x="829736" y="616377"/>
            <a:ext cx="1768800" cy="461700"/>
          </a:xfrm>
          <a:prstGeom prst="rect">
            <a:avLst/>
          </a:prstGeom>
          <a:noFill/>
          <a:ln>
            <a:noFill/>
          </a:ln>
        </p:spPr>
        <p:txBody>
          <a:bodyPr spcFirstLastPara="1" wrap="square" lIns="91425" tIns="91425" rIns="91425" bIns="91425" anchor="b" anchorCtr="0">
            <a:noAutofit/>
          </a:bodyPr>
          <a:lstStyle/>
          <a:p>
            <a:pPr lvl="0"/>
            <a:r>
              <a:rPr lang="en-IN" sz="1800" dirty="0">
                <a:solidFill>
                  <a:schemeClr val="tx2"/>
                </a:solidFill>
              </a:rPr>
              <a:t>Interface Demo</a:t>
            </a:r>
            <a:endParaRPr sz="1800" dirty="0">
              <a:solidFill>
                <a:schemeClr val="tx2"/>
              </a:solidFill>
              <a:latin typeface="Inter"/>
              <a:ea typeface="Inter"/>
              <a:cs typeface="Inter"/>
              <a:sym typeface="Inter"/>
            </a:endParaRPr>
          </a:p>
        </p:txBody>
      </p:sp>
      <p:sp>
        <p:nvSpPr>
          <p:cNvPr id="481" name="Google Shape;481;p44"/>
          <p:cNvSpPr txBox="1"/>
          <p:nvPr/>
        </p:nvSpPr>
        <p:spPr>
          <a:xfrm>
            <a:off x="816384" y="2196740"/>
            <a:ext cx="1768800" cy="461700"/>
          </a:xfrm>
          <a:prstGeom prst="rect">
            <a:avLst/>
          </a:prstGeom>
          <a:noFill/>
          <a:ln>
            <a:noFill/>
          </a:ln>
        </p:spPr>
        <p:txBody>
          <a:bodyPr spcFirstLastPara="1" wrap="square" lIns="91425" tIns="91425" rIns="91425" bIns="91425" anchor="b" anchorCtr="0">
            <a:noAutofit/>
          </a:bodyPr>
          <a:lstStyle/>
          <a:p>
            <a:pPr lvl="0"/>
            <a:r>
              <a:rPr lang="en-IN" sz="1800" dirty="0">
                <a:solidFill>
                  <a:schemeClr val="tx2"/>
                </a:solidFill>
              </a:rPr>
              <a:t>Accessibility Scope</a:t>
            </a:r>
            <a:endParaRPr sz="1800" dirty="0">
              <a:solidFill>
                <a:schemeClr val="tx2"/>
              </a:solidFill>
              <a:latin typeface="Inter"/>
              <a:ea typeface="Inter"/>
              <a:cs typeface="Inter"/>
              <a:sym typeface="Inter"/>
            </a:endParaRPr>
          </a:p>
        </p:txBody>
      </p:sp>
      <p:sp>
        <p:nvSpPr>
          <p:cNvPr id="482" name="Google Shape;482;p44"/>
          <p:cNvSpPr txBox="1"/>
          <p:nvPr/>
        </p:nvSpPr>
        <p:spPr>
          <a:xfrm>
            <a:off x="855644" y="3659829"/>
            <a:ext cx="1768800" cy="461700"/>
          </a:xfrm>
          <a:prstGeom prst="rect">
            <a:avLst/>
          </a:prstGeom>
          <a:noFill/>
          <a:ln>
            <a:noFill/>
          </a:ln>
        </p:spPr>
        <p:txBody>
          <a:bodyPr spcFirstLastPara="1" wrap="square" lIns="91425" tIns="91425" rIns="91425" bIns="91425" anchor="b" anchorCtr="0">
            <a:noAutofit/>
          </a:bodyPr>
          <a:lstStyle/>
          <a:p>
            <a:pPr lvl="0"/>
            <a:r>
              <a:rPr lang="en-IN" sz="1800" dirty="0">
                <a:solidFill>
                  <a:schemeClr val="tx2"/>
                </a:solidFill>
              </a:rPr>
              <a:t>Development Stage</a:t>
            </a:r>
            <a:endParaRPr sz="1800" dirty="0">
              <a:solidFill>
                <a:schemeClr val="tx2"/>
              </a:solidFill>
              <a:latin typeface="Inter"/>
              <a:ea typeface="Inter"/>
              <a:cs typeface="Inter"/>
              <a:sym typeface="Inter"/>
            </a:endParaRPr>
          </a:p>
        </p:txBody>
      </p:sp>
      <p:sp>
        <p:nvSpPr>
          <p:cNvPr id="483" name="Google Shape;483;p44"/>
          <p:cNvSpPr txBox="1"/>
          <p:nvPr/>
        </p:nvSpPr>
        <p:spPr>
          <a:xfrm>
            <a:off x="6752728" y="595906"/>
            <a:ext cx="1768800" cy="4617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800" dirty="0">
                <a:solidFill>
                  <a:schemeClr val="accent2"/>
                </a:solidFill>
                <a:latin typeface="Inter"/>
                <a:ea typeface="Inter"/>
                <a:cs typeface="Inter"/>
                <a:sym typeface="Inter"/>
              </a:rPr>
              <a:t>Features</a:t>
            </a:r>
            <a:endParaRPr sz="1800" dirty="0">
              <a:solidFill>
                <a:schemeClr val="accent2"/>
              </a:solidFill>
              <a:latin typeface="Inter"/>
              <a:ea typeface="Inter"/>
              <a:cs typeface="Inter"/>
              <a:sym typeface="Inter"/>
            </a:endParaRPr>
          </a:p>
        </p:txBody>
      </p:sp>
      <p:sp>
        <p:nvSpPr>
          <p:cNvPr id="484" name="Google Shape;484;p44"/>
          <p:cNvSpPr txBox="1"/>
          <p:nvPr/>
        </p:nvSpPr>
        <p:spPr>
          <a:xfrm>
            <a:off x="6703960" y="2310381"/>
            <a:ext cx="1768800" cy="4617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800" dirty="0">
                <a:solidFill>
                  <a:schemeClr val="accent2"/>
                </a:solidFill>
                <a:latin typeface="Inter"/>
                <a:ea typeface="Inter"/>
                <a:cs typeface="Inter"/>
                <a:sym typeface="Inter"/>
              </a:rPr>
              <a:t>Users</a:t>
            </a:r>
            <a:endParaRPr sz="1800" dirty="0">
              <a:solidFill>
                <a:schemeClr val="accent2"/>
              </a:solidFill>
              <a:latin typeface="Inter"/>
              <a:ea typeface="Inter"/>
              <a:cs typeface="Inter"/>
              <a:sym typeface="Inter"/>
            </a:endParaRPr>
          </a:p>
        </p:txBody>
      </p:sp>
      <p:sp>
        <p:nvSpPr>
          <p:cNvPr id="485" name="Google Shape;485;p44"/>
          <p:cNvSpPr txBox="1"/>
          <p:nvPr/>
        </p:nvSpPr>
        <p:spPr>
          <a:xfrm>
            <a:off x="6728344" y="3500674"/>
            <a:ext cx="1768800" cy="4617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800" dirty="0">
                <a:solidFill>
                  <a:schemeClr val="accent2"/>
                </a:solidFill>
                <a:latin typeface="Inter"/>
                <a:ea typeface="Inter"/>
                <a:cs typeface="Inter"/>
                <a:sym typeface="Inter"/>
              </a:rPr>
              <a:t>Updates</a:t>
            </a:r>
            <a:endParaRPr sz="1800" dirty="0">
              <a:solidFill>
                <a:schemeClr val="accent2"/>
              </a:solidFill>
              <a:latin typeface="Inter"/>
              <a:ea typeface="Inter"/>
              <a:cs typeface="Inter"/>
              <a:sym typeface="Inter"/>
            </a:endParaRPr>
          </a:p>
        </p:txBody>
      </p:sp>
      <p:sp>
        <p:nvSpPr>
          <p:cNvPr id="486" name="Google Shape;486;p44"/>
          <p:cNvSpPr/>
          <p:nvPr/>
        </p:nvSpPr>
        <p:spPr>
          <a:xfrm>
            <a:off x="2892650" y="1440969"/>
            <a:ext cx="557700" cy="55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44"/>
          <p:cNvSpPr/>
          <p:nvPr/>
        </p:nvSpPr>
        <p:spPr>
          <a:xfrm>
            <a:off x="2892650" y="2582482"/>
            <a:ext cx="557700" cy="55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44"/>
          <p:cNvSpPr/>
          <p:nvPr/>
        </p:nvSpPr>
        <p:spPr>
          <a:xfrm>
            <a:off x="2892650" y="3723974"/>
            <a:ext cx="554100" cy="554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44"/>
          <p:cNvSpPr/>
          <p:nvPr/>
        </p:nvSpPr>
        <p:spPr>
          <a:xfrm>
            <a:off x="5693488" y="1440982"/>
            <a:ext cx="557700" cy="55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44"/>
          <p:cNvSpPr/>
          <p:nvPr/>
        </p:nvSpPr>
        <p:spPr>
          <a:xfrm>
            <a:off x="5693488" y="2582482"/>
            <a:ext cx="557700" cy="55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44"/>
          <p:cNvSpPr/>
          <p:nvPr/>
        </p:nvSpPr>
        <p:spPr>
          <a:xfrm>
            <a:off x="5693488" y="3723974"/>
            <a:ext cx="557700" cy="55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44"/>
          <p:cNvSpPr txBox="1"/>
          <p:nvPr/>
        </p:nvSpPr>
        <p:spPr>
          <a:xfrm>
            <a:off x="701720" y="953038"/>
            <a:ext cx="2108536" cy="554100"/>
          </a:xfrm>
          <a:prstGeom prst="rect">
            <a:avLst/>
          </a:prstGeom>
          <a:noFill/>
          <a:ln>
            <a:noFill/>
          </a:ln>
        </p:spPr>
        <p:txBody>
          <a:bodyPr spcFirstLastPara="1" wrap="square" lIns="91425" tIns="91425" rIns="91425" bIns="91425" anchor="t" anchorCtr="0">
            <a:noAutofit/>
          </a:bodyPr>
          <a:lstStyle/>
          <a:p>
            <a:pPr lvl="0"/>
            <a:r>
              <a:rPr lang="en-US" sz="1200" dirty="0">
                <a:solidFill>
                  <a:schemeClr val="tx1"/>
                </a:solidFill>
                <a:latin typeface="Raleway" pitchFamily="2" charset="0"/>
              </a:rPr>
              <a:t>Showcase the design of our web platform, including live translation screen, avatar display, and multilingual text output.</a:t>
            </a:r>
            <a:endParaRPr sz="1200" dirty="0">
              <a:solidFill>
                <a:schemeClr val="tx1"/>
              </a:solidFill>
              <a:latin typeface="Raleway" pitchFamily="2" charset="0"/>
              <a:ea typeface="Raleway"/>
              <a:cs typeface="Raleway"/>
              <a:sym typeface="Raleway"/>
            </a:endParaRPr>
          </a:p>
        </p:txBody>
      </p:sp>
      <p:sp>
        <p:nvSpPr>
          <p:cNvPr id="493" name="Google Shape;493;p44"/>
          <p:cNvSpPr txBox="1"/>
          <p:nvPr/>
        </p:nvSpPr>
        <p:spPr>
          <a:xfrm>
            <a:off x="736772" y="2475560"/>
            <a:ext cx="2023192" cy="554100"/>
          </a:xfrm>
          <a:prstGeom prst="rect">
            <a:avLst/>
          </a:prstGeom>
          <a:noFill/>
          <a:ln>
            <a:noFill/>
          </a:ln>
        </p:spPr>
        <p:txBody>
          <a:bodyPr spcFirstLastPara="1" wrap="square" lIns="91425" tIns="91425" rIns="91425" bIns="91425" anchor="t" anchorCtr="0">
            <a:noAutofit/>
          </a:bodyPr>
          <a:lstStyle/>
          <a:p>
            <a:pPr lvl="0"/>
            <a:r>
              <a:rPr lang="en-US" sz="1200" dirty="0">
                <a:solidFill>
                  <a:schemeClr val="tx1"/>
                </a:solidFill>
                <a:latin typeface="Raleway" pitchFamily="2" charset="0"/>
              </a:rPr>
              <a:t>it’s a </a:t>
            </a:r>
            <a:r>
              <a:rPr lang="en-US" sz="1200" b="1" dirty="0">
                <a:solidFill>
                  <a:schemeClr val="tx1"/>
                </a:solidFill>
                <a:latin typeface="Raleway" pitchFamily="2" charset="0"/>
              </a:rPr>
              <a:t>free educational prototype</a:t>
            </a:r>
            <a:r>
              <a:rPr lang="en-US" sz="1200" dirty="0">
                <a:solidFill>
                  <a:schemeClr val="tx1"/>
                </a:solidFill>
                <a:latin typeface="Raleway" pitchFamily="2" charset="0"/>
              </a:rPr>
              <a:t> with potential for institutional deployment in schools and online meeting tools.</a:t>
            </a:r>
            <a:endParaRPr sz="1200" dirty="0">
              <a:solidFill>
                <a:schemeClr val="tx1"/>
              </a:solidFill>
              <a:latin typeface="Raleway" pitchFamily="2" charset="0"/>
              <a:ea typeface="Raleway"/>
              <a:cs typeface="Raleway"/>
              <a:sym typeface="Raleway"/>
            </a:endParaRPr>
          </a:p>
        </p:txBody>
      </p:sp>
      <p:sp>
        <p:nvSpPr>
          <p:cNvPr id="494" name="Google Shape;494;p44"/>
          <p:cNvSpPr txBox="1"/>
          <p:nvPr/>
        </p:nvSpPr>
        <p:spPr>
          <a:xfrm>
            <a:off x="716960" y="3961508"/>
            <a:ext cx="2108536" cy="554100"/>
          </a:xfrm>
          <a:prstGeom prst="rect">
            <a:avLst/>
          </a:prstGeom>
          <a:noFill/>
          <a:ln>
            <a:noFill/>
          </a:ln>
        </p:spPr>
        <p:txBody>
          <a:bodyPr spcFirstLastPara="1" wrap="square" lIns="91425" tIns="91425" rIns="91425" bIns="91425" anchor="t" anchorCtr="0">
            <a:noAutofit/>
          </a:bodyPr>
          <a:lstStyle/>
          <a:p>
            <a:pPr lvl="0"/>
            <a:r>
              <a:rPr lang="en-US" sz="1200" dirty="0">
                <a:solidFill>
                  <a:schemeClr val="tx1"/>
                </a:solidFill>
                <a:latin typeface="Raleway" pitchFamily="2" charset="0"/>
              </a:rPr>
              <a:t>Currently in </a:t>
            </a:r>
            <a:r>
              <a:rPr lang="en-US" sz="1200" b="1" dirty="0">
                <a:solidFill>
                  <a:schemeClr val="tx1"/>
                </a:solidFill>
                <a:latin typeface="Raleway" pitchFamily="2" charset="0"/>
              </a:rPr>
              <a:t>prototype stage (Figma + front-end design)</a:t>
            </a:r>
            <a:r>
              <a:rPr lang="en-US" sz="1200" dirty="0">
                <a:solidFill>
                  <a:schemeClr val="tx1"/>
                </a:solidFill>
                <a:latin typeface="Raleway" pitchFamily="2" charset="0"/>
              </a:rPr>
              <a:t> and planned for </a:t>
            </a:r>
            <a:r>
              <a:rPr lang="en-US" sz="1200" b="1" dirty="0">
                <a:solidFill>
                  <a:schemeClr val="tx1"/>
                </a:solidFill>
                <a:latin typeface="Raleway" pitchFamily="2" charset="0"/>
              </a:rPr>
              <a:t>deployment testing</a:t>
            </a:r>
            <a:r>
              <a:rPr lang="en-US" sz="1200" dirty="0">
                <a:solidFill>
                  <a:schemeClr val="tx1"/>
                </a:solidFill>
                <a:latin typeface="Raleway" pitchFamily="2" charset="0"/>
              </a:rPr>
              <a:t> in future versions.</a:t>
            </a:r>
            <a:endParaRPr sz="1200" dirty="0">
              <a:solidFill>
                <a:schemeClr val="tx1"/>
              </a:solidFill>
              <a:latin typeface="Raleway" pitchFamily="2" charset="0"/>
              <a:ea typeface="Raleway"/>
              <a:cs typeface="Raleway"/>
              <a:sym typeface="Raleway"/>
            </a:endParaRPr>
          </a:p>
        </p:txBody>
      </p:sp>
      <p:sp>
        <p:nvSpPr>
          <p:cNvPr id="495" name="Google Shape;495;p44"/>
          <p:cNvSpPr txBox="1"/>
          <p:nvPr/>
        </p:nvSpPr>
        <p:spPr>
          <a:xfrm>
            <a:off x="6667384" y="1118495"/>
            <a:ext cx="1768800" cy="5541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endParaRPr sz="1200" dirty="0">
              <a:solidFill>
                <a:schemeClr val="dk1"/>
              </a:solidFill>
              <a:latin typeface="Raleway"/>
              <a:ea typeface="Raleway"/>
              <a:cs typeface="Raleway"/>
              <a:sym typeface="Raleway"/>
            </a:endParaRPr>
          </a:p>
        </p:txBody>
      </p:sp>
      <p:sp>
        <p:nvSpPr>
          <p:cNvPr id="496" name="Google Shape;496;p44"/>
          <p:cNvSpPr txBox="1"/>
          <p:nvPr/>
        </p:nvSpPr>
        <p:spPr>
          <a:xfrm>
            <a:off x="6717792" y="2723313"/>
            <a:ext cx="1901952" cy="554100"/>
          </a:xfrm>
          <a:prstGeom prst="rect">
            <a:avLst/>
          </a:prstGeom>
          <a:noFill/>
          <a:ln>
            <a:noFill/>
          </a:ln>
        </p:spPr>
        <p:txBody>
          <a:bodyPr spcFirstLastPara="1" wrap="square" lIns="91425" tIns="91425" rIns="91425" bIns="91425" anchor="t" anchorCtr="0">
            <a:noAutofit/>
          </a:bodyPr>
          <a:lstStyle/>
          <a:p>
            <a:r>
              <a:rPr lang="en-US" sz="1200" dirty="0">
                <a:solidFill>
                  <a:schemeClr val="tx1"/>
                </a:solidFill>
              </a:rPr>
              <a:t>*Deaf/Mute individuals</a:t>
            </a:r>
          </a:p>
          <a:p>
            <a:r>
              <a:rPr lang="en-US" sz="1200" dirty="0">
                <a:solidFill>
                  <a:schemeClr val="tx1"/>
                </a:solidFill>
              </a:rPr>
              <a:t>*Teachers, presenters</a:t>
            </a:r>
          </a:p>
          <a:p>
            <a:r>
              <a:rPr lang="en-US" sz="1200" dirty="0">
                <a:solidFill>
                  <a:schemeClr val="tx1"/>
                </a:solidFill>
              </a:rPr>
              <a:t>*Colleges &amp; inclusivity workshops</a:t>
            </a:r>
          </a:p>
        </p:txBody>
      </p:sp>
      <p:sp>
        <p:nvSpPr>
          <p:cNvPr id="497" name="Google Shape;497;p44"/>
          <p:cNvSpPr txBox="1"/>
          <p:nvPr/>
        </p:nvSpPr>
        <p:spPr>
          <a:xfrm>
            <a:off x="6679576" y="3936465"/>
            <a:ext cx="1976744" cy="1207035"/>
          </a:xfrm>
          <a:prstGeom prst="rect">
            <a:avLst/>
          </a:prstGeom>
          <a:noFill/>
          <a:ln>
            <a:noFill/>
          </a:ln>
        </p:spPr>
        <p:txBody>
          <a:bodyPr spcFirstLastPara="1" wrap="square" lIns="91425" tIns="91425" rIns="91425" bIns="91425" anchor="t" anchorCtr="0">
            <a:noAutofit/>
          </a:bodyPr>
          <a:lstStyle/>
          <a:p>
            <a:r>
              <a:rPr lang="en-IN" sz="1200" b="1" dirty="0">
                <a:solidFill>
                  <a:schemeClr val="tx1"/>
                </a:solidFill>
              </a:rPr>
              <a:t>*AI </a:t>
            </a:r>
            <a:r>
              <a:rPr lang="en-IN" sz="1200" dirty="0">
                <a:solidFill>
                  <a:schemeClr val="tx1"/>
                </a:solidFill>
              </a:rPr>
              <a:t>accuracy improvement</a:t>
            </a:r>
          </a:p>
          <a:p>
            <a:r>
              <a:rPr lang="en-IN" sz="1200" dirty="0">
                <a:solidFill>
                  <a:schemeClr val="tx1"/>
                </a:solidFill>
              </a:rPr>
              <a:t>*Avatar personalization</a:t>
            </a:r>
          </a:p>
          <a:p>
            <a:r>
              <a:rPr lang="en-IN" sz="1200" dirty="0">
                <a:solidFill>
                  <a:schemeClr val="tx1"/>
                </a:solidFill>
              </a:rPr>
              <a:t>*Secure cloud-based data sync</a:t>
            </a:r>
          </a:p>
        </p:txBody>
      </p:sp>
      <p:sp>
        <p:nvSpPr>
          <p:cNvPr id="498" name="Google Shape;498;p44"/>
          <p:cNvSpPr/>
          <p:nvPr/>
        </p:nvSpPr>
        <p:spPr>
          <a:xfrm>
            <a:off x="3868216" y="1440893"/>
            <a:ext cx="1407579" cy="2685758"/>
          </a:xfrm>
          <a:custGeom>
            <a:avLst/>
            <a:gdLst/>
            <a:ahLst/>
            <a:cxnLst/>
            <a:rect l="l" t="t" r="r" b="b"/>
            <a:pathLst>
              <a:path w="84552" h="161331" extrusionOk="0">
                <a:moveTo>
                  <a:pt x="1" y="1"/>
                </a:moveTo>
                <a:lnTo>
                  <a:pt x="1" y="161331"/>
                </a:lnTo>
                <a:lnTo>
                  <a:pt x="84551" y="161331"/>
                </a:lnTo>
                <a:lnTo>
                  <a:pt x="84551" y="1"/>
                </a:lnTo>
                <a:close/>
              </a:path>
            </a:pathLst>
          </a:custGeom>
          <a:solidFill>
            <a:srgbClr val="9090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3" name="Google Shape;503;p44"/>
          <p:cNvGrpSpPr/>
          <p:nvPr/>
        </p:nvGrpSpPr>
        <p:grpSpPr>
          <a:xfrm flipH="1">
            <a:off x="2981316" y="1538248"/>
            <a:ext cx="380393" cy="363118"/>
            <a:chOff x="4126815" y="2760704"/>
            <a:chExt cx="380393" cy="363118"/>
          </a:xfrm>
        </p:grpSpPr>
        <p:sp>
          <p:nvSpPr>
            <p:cNvPr id="504" name="Google Shape;504;p44"/>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44"/>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44"/>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44"/>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 name="Google Shape;508;p44"/>
          <p:cNvGrpSpPr/>
          <p:nvPr/>
        </p:nvGrpSpPr>
        <p:grpSpPr>
          <a:xfrm>
            <a:off x="2993415" y="3870042"/>
            <a:ext cx="356196" cy="265631"/>
            <a:chOff x="5216456" y="3725484"/>
            <a:chExt cx="356196" cy="265631"/>
          </a:xfrm>
        </p:grpSpPr>
        <p:sp>
          <p:nvSpPr>
            <p:cNvPr id="509" name="Google Shape;509;p44"/>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44"/>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 name="Google Shape;511;p44"/>
          <p:cNvGrpSpPr/>
          <p:nvPr/>
        </p:nvGrpSpPr>
        <p:grpSpPr>
          <a:xfrm>
            <a:off x="5892363" y="2679074"/>
            <a:ext cx="159950" cy="364516"/>
            <a:chOff x="6410063" y="4135124"/>
            <a:chExt cx="159950" cy="364516"/>
          </a:xfrm>
        </p:grpSpPr>
        <p:sp>
          <p:nvSpPr>
            <p:cNvPr id="512" name="Google Shape;512;p44"/>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44"/>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44"/>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44"/>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 name="Google Shape;516;p44"/>
          <p:cNvGrpSpPr/>
          <p:nvPr/>
        </p:nvGrpSpPr>
        <p:grpSpPr>
          <a:xfrm>
            <a:off x="5785895" y="1568574"/>
            <a:ext cx="373185" cy="302466"/>
            <a:chOff x="5220616" y="2791061"/>
            <a:chExt cx="373185" cy="302466"/>
          </a:xfrm>
        </p:grpSpPr>
        <p:sp>
          <p:nvSpPr>
            <p:cNvPr id="517" name="Google Shape;517;p44"/>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44"/>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44"/>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44"/>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44"/>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44"/>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44"/>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44"/>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44"/>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44"/>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44"/>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44"/>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44"/>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44"/>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44"/>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44"/>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44"/>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44"/>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 name="Google Shape;535;p44"/>
          <p:cNvGrpSpPr/>
          <p:nvPr/>
        </p:nvGrpSpPr>
        <p:grpSpPr>
          <a:xfrm>
            <a:off x="5801392" y="3839287"/>
            <a:ext cx="342192" cy="327140"/>
            <a:chOff x="7441465" y="2302860"/>
            <a:chExt cx="342192" cy="327140"/>
          </a:xfrm>
        </p:grpSpPr>
        <p:sp>
          <p:nvSpPr>
            <p:cNvPr id="536" name="Google Shape;536;p44"/>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44"/>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9" name="Google Shape;539;p44"/>
          <p:cNvSpPr/>
          <p:nvPr/>
        </p:nvSpPr>
        <p:spPr>
          <a:xfrm>
            <a:off x="4391450" y="4225116"/>
            <a:ext cx="387376" cy="130835"/>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1" name="Google Shape;541;p44"/>
          <p:cNvCxnSpPr>
            <a:stCxn id="538" idx="1"/>
            <a:endCxn id="486" idx="3"/>
          </p:cNvCxnSpPr>
          <p:nvPr/>
        </p:nvCxnSpPr>
        <p:spPr>
          <a:xfrm rot="10800000">
            <a:off x="3450300" y="1719838"/>
            <a:ext cx="345900" cy="1141500"/>
          </a:xfrm>
          <a:prstGeom prst="bentConnector3">
            <a:avLst>
              <a:gd name="adj1" fmla="val 49993"/>
            </a:avLst>
          </a:prstGeom>
          <a:noFill/>
          <a:ln w="9525" cap="flat" cmpd="sng">
            <a:solidFill>
              <a:schemeClr val="dk1"/>
            </a:solidFill>
            <a:prstDash val="solid"/>
            <a:round/>
            <a:headEnd type="none" w="med" len="med"/>
            <a:tailEnd type="none" w="med" len="med"/>
          </a:ln>
        </p:spPr>
      </p:cxnSp>
      <p:cxnSp>
        <p:nvCxnSpPr>
          <p:cNvPr id="542" name="Google Shape;542;p44"/>
          <p:cNvCxnSpPr>
            <a:stCxn id="538" idx="3"/>
            <a:endCxn id="489" idx="1"/>
          </p:cNvCxnSpPr>
          <p:nvPr/>
        </p:nvCxnSpPr>
        <p:spPr>
          <a:xfrm rot="10800000" flipH="1">
            <a:off x="5347800" y="1719838"/>
            <a:ext cx="345600" cy="1141500"/>
          </a:xfrm>
          <a:prstGeom prst="bentConnector3">
            <a:avLst>
              <a:gd name="adj1" fmla="val 50013"/>
            </a:avLst>
          </a:prstGeom>
          <a:noFill/>
          <a:ln w="9525" cap="flat" cmpd="sng">
            <a:solidFill>
              <a:schemeClr val="dk1"/>
            </a:solidFill>
            <a:prstDash val="solid"/>
            <a:round/>
            <a:headEnd type="none" w="med" len="med"/>
            <a:tailEnd type="none" w="med" len="med"/>
          </a:ln>
        </p:spPr>
      </p:cxnSp>
      <p:cxnSp>
        <p:nvCxnSpPr>
          <p:cNvPr id="543" name="Google Shape;543;p44"/>
          <p:cNvCxnSpPr>
            <a:stCxn id="488" idx="3"/>
            <a:endCxn id="538" idx="1"/>
          </p:cNvCxnSpPr>
          <p:nvPr/>
        </p:nvCxnSpPr>
        <p:spPr>
          <a:xfrm rot="10800000" flipH="1">
            <a:off x="3446750" y="2861324"/>
            <a:ext cx="349500" cy="1139700"/>
          </a:xfrm>
          <a:prstGeom prst="bentConnector3">
            <a:avLst>
              <a:gd name="adj1" fmla="val 49993"/>
            </a:avLst>
          </a:prstGeom>
          <a:noFill/>
          <a:ln w="9525" cap="flat" cmpd="sng">
            <a:solidFill>
              <a:schemeClr val="dk1"/>
            </a:solidFill>
            <a:prstDash val="solid"/>
            <a:round/>
            <a:headEnd type="none" w="med" len="med"/>
            <a:tailEnd type="none" w="med" len="med"/>
          </a:ln>
        </p:spPr>
      </p:cxnSp>
      <p:cxnSp>
        <p:nvCxnSpPr>
          <p:cNvPr id="544" name="Google Shape;544;p44"/>
          <p:cNvCxnSpPr>
            <a:stCxn id="491" idx="1"/>
            <a:endCxn id="538" idx="3"/>
          </p:cNvCxnSpPr>
          <p:nvPr/>
        </p:nvCxnSpPr>
        <p:spPr>
          <a:xfrm rot="10800000">
            <a:off x="5347888" y="2861324"/>
            <a:ext cx="345600" cy="1141500"/>
          </a:xfrm>
          <a:prstGeom prst="bentConnector3">
            <a:avLst>
              <a:gd name="adj1" fmla="val 50013"/>
            </a:avLst>
          </a:prstGeom>
          <a:noFill/>
          <a:ln w="9525" cap="flat" cmpd="sng">
            <a:solidFill>
              <a:schemeClr val="dk1"/>
            </a:solidFill>
            <a:prstDash val="solid"/>
            <a:round/>
            <a:headEnd type="none" w="med" len="med"/>
            <a:tailEnd type="none" w="med" len="med"/>
          </a:ln>
        </p:spPr>
      </p:cxnSp>
      <p:cxnSp>
        <p:nvCxnSpPr>
          <p:cNvPr id="545" name="Google Shape;545;p44"/>
          <p:cNvCxnSpPr>
            <a:stCxn id="538" idx="1"/>
            <a:endCxn id="487" idx="3"/>
          </p:cNvCxnSpPr>
          <p:nvPr/>
        </p:nvCxnSpPr>
        <p:spPr>
          <a:xfrm rot="10800000">
            <a:off x="3450300" y="2861338"/>
            <a:ext cx="345900" cy="0"/>
          </a:xfrm>
          <a:prstGeom prst="straightConnector1">
            <a:avLst/>
          </a:prstGeom>
          <a:noFill/>
          <a:ln w="9525" cap="flat" cmpd="sng">
            <a:solidFill>
              <a:schemeClr val="dk1"/>
            </a:solidFill>
            <a:prstDash val="solid"/>
            <a:round/>
            <a:headEnd type="none" w="med" len="med"/>
            <a:tailEnd type="none" w="med" len="med"/>
          </a:ln>
        </p:spPr>
      </p:cxnSp>
      <p:cxnSp>
        <p:nvCxnSpPr>
          <p:cNvPr id="546" name="Google Shape;546;p44"/>
          <p:cNvCxnSpPr>
            <a:stCxn id="490" idx="1"/>
            <a:endCxn id="538" idx="3"/>
          </p:cNvCxnSpPr>
          <p:nvPr/>
        </p:nvCxnSpPr>
        <p:spPr>
          <a:xfrm rot="10800000">
            <a:off x="5347888" y="2861332"/>
            <a:ext cx="345600" cy="0"/>
          </a:xfrm>
          <a:prstGeom prst="straightConnector1">
            <a:avLst/>
          </a:prstGeom>
          <a:noFill/>
          <a:ln w="9525" cap="flat" cmpd="sng">
            <a:solidFill>
              <a:schemeClr val="dk1"/>
            </a:solidFill>
            <a:prstDash val="solid"/>
            <a:round/>
            <a:headEnd type="none" w="med" len="med"/>
            <a:tailEnd type="none" w="med" len="med"/>
          </a:ln>
        </p:spPr>
      </p:cxnSp>
      <p:sp>
        <p:nvSpPr>
          <p:cNvPr id="3" name="Rectangle 2">
            <a:extLst>
              <a:ext uri="{FF2B5EF4-FFF2-40B4-BE49-F238E27FC236}">
                <a16:creationId xmlns:a16="http://schemas.microsoft.com/office/drawing/2014/main" id="{6A078395-48BD-9B73-D79A-2DEB06119301}"/>
              </a:ext>
            </a:extLst>
          </p:cNvPr>
          <p:cNvSpPr>
            <a:spLocks noChangeArrowheads="1"/>
          </p:cNvSpPr>
          <p:nvPr/>
        </p:nvSpPr>
        <p:spPr bwMode="auto">
          <a:xfrm>
            <a:off x="6705600" y="989999"/>
            <a:ext cx="2682240" cy="1384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tabLst/>
            </a:pPr>
            <a:r>
              <a:rPr kumimoji="0" lang="en-US" altLang="en-US" sz="1200" b="0" i="0" u="none" strike="noStrike" cap="none" normalizeH="0" baseline="0" dirty="0">
                <a:ln>
                  <a:noFill/>
                </a:ln>
                <a:solidFill>
                  <a:schemeClr val="tx1"/>
                </a:solidFill>
                <a:effectLst/>
                <a:latin typeface="Arial" panose="020B0604020202020204" pitchFamily="34" charset="0"/>
              </a:rPr>
              <a:t>*Converts signs ↔ speech in real time.</a:t>
            </a:r>
          </a:p>
          <a:p>
            <a:pPr marL="0" marR="0" lvl="0" indent="0" algn="l" defTabSz="914400" rtl="0" eaLnBrk="0" fontAlgn="base" latinLnBrk="0" hangingPunct="0">
              <a:lnSpc>
                <a:spcPct val="100000"/>
              </a:lnSpc>
              <a:spcBef>
                <a:spcPct val="0"/>
              </a:spcBef>
              <a:spcAft>
                <a:spcPct val="0"/>
              </a:spcAft>
              <a:buClrTx/>
              <a:buSzTx/>
              <a:tabLst/>
            </a:pPr>
            <a:r>
              <a:rPr kumimoji="0" lang="en-US" altLang="en-US" sz="1200" b="0" i="0" u="none" strike="noStrike" cap="none" normalizeH="0" baseline="0" dirty="0">
                <a:ln>
                  <a:noFill/>
                </a:ln>
                <a:solidFill>
                  <a:schemeClr val="tx1"/>
                </a:solidFill>
                <a:effectLst/>
                <a:latin typeface="Arial" panose="020B0604020202020204" pitchFamily="34" charset="0"/>
              </a:rPr>
              <a:t>*PPT sharing + multilingual TTS.</a:t>
            </a:r>
          </a:p>
          <a:p>
            <a:pPr marL="0" marR="0" lvl="0" indent="0" algn="l" defTabSz="914400" rtl="0" eaLnBrk="0" fontAlgn="base" latinLnBrk="0" hangingPunct="0">
              <a:lnSpc>
                <a:spcPct val="100000"/>
              </a:lnSpc>
              <a:spcBef>
                <a:spcPct val="0"/>
              </a:spcBef>
              <a:spcAft>
                <a:spcPct val="0"/>
              </a:spcAft>
              <a:buClrTx/>
              <a:buSzTx/>
              <a:tabLst/>
            </a:pPr>
            <a:r>
              <a:rPr kumimoji="0" lang="en-US" altLang="en-US" sz="1200" b="0" i="0" u="none" strike="noStrike" cap="none" normalizeH="0" baseline="0" dirty="0">
                <a:ln>
                  <a:noFill/>
                </a:ln>
                <a:solidFill>
                  <a:schemeClr val="tx1"/>
                </a:solidFill>
                <a:effectLst/>
                <a:latin typeface="Arial" panose="020B0604020202020204" pitchFamily="34" charset="0"/>
              </a:rPr>
              <a:t>*Dual-use: presentation &amp; online meeting mode.</a:t>
            </a:r>
          </a:p>
          <a:p>
            <a:pPr marL="0" marR="0" lvl="0" indent="0" algn="l" defTabSz="914400" rtl="0" eaLnBrk="0" fontAlgn="base" latinLnBrk="0" hangingPunct="0">
              <a:lnSpc>
                <a:spcPct val="100000"/>
              </a:lnSpc>
              <a:spcBef>
                <a:spcPct val="0"/>
              </a:spcBef>
              <a:spcAft>
                <a:spcPct val="0"/>
              </a:spcAft>
              <a:buClrTx/>
              <a:buSzTx/>
              <a:tabLst/>
            </a:pPr>
            <a:r>
              <a:rPr kumimoji="0" lang="en-US" altLang="en-US" sz="1200" b="0" i="0" u="none" strike="noStrike" cap="none" normalizeH="0" baseline="0" dirty="0">
                <a:ln>
                  <a:noFill/>
                </a:ln>
                <a:solidFill>
                  <a:schemeClr val="tx1"/>
                </a:solidFill>
                <a:effectLst/>
                <a:latin typeface="Arial" panose="020B0604020202020204" pitchFamily="34" charset="0"/>
              </a:rPr>
              <a:t>*Session recording + companion mobile sync.</a:t>
            </a:r>
          </a:p>
        </p:txBody>
      </p:sp>
      <p:pic>
        <p:nvPicPr>
          <p:cNvPr id="5" name="Picture 4">
            <a:extLst>
              <a:ext uri="{FF2B5EF4-FFF2-40B4-BE49-F238E27FC236}">
                <a16:creationId xmlns:a16="http://schemas.microsoft.com/office/drawing/2014/main" id="{CCBB2A3C-42AC-4C3F-C75E-FC3466AE53B5}"/>
              </a:ext>
            </a:extLst>
          </p:cNvPr>
          <p:cNvPicPr>
            <a:picLocks noChangeAspect="1"/>
          </p:cNvPicPr>
          <p:nvPr/>
        </p:nvPicPr>
        <p:blipFill>
          <a:blip r:embed="rId4"/>
          <a:srcRect l="10455" t="2174" r="14680"/>
          <a:stretch>
            <a:fillRect/>
          </a:stretch>
        </p:blipFill>
        <p:spPr>
          <a:xfrm>
            <a:off x="3817620" y="1318260"/>
            <a:ext cx="1506220" cy="2857499"/>
          </a:xfrm>
          <a:prstGeom prst="rect">
            <a:avLst/>
          </a:prstGeom>
        </p:spPr>
      </p:pic>
      <p:grpSp>
        <p:nvGrpSpPr>
          <p:cNvPr id="2" name="Google Shape;8906;p64">
            <a:extLst>
              <a:ext uri="{FF2B5EF4-FFF2-40B4-BE49-F238E27FC236}">
                <a16:creationId xmlns:a16="http://schemas.microsoft.com/office/drawing/2014/main" id="{F6A7B0F8-D8A9-7E6A-B0F5-10017A8C395F}"/>
              </a:ext>
            </a:extLst>
          </p:cNvPr>
          <p:cNvGrpSpPr/>
          <p:nvPr/>
        </p:nvGrpSpPr>
        <p:grpSpPr>
          <a:xfrm>
            <a:off x="2903121" y="2686884"/>
            <a:ext cx="399812" cy="306477"/>
            <a:chOff x="2567841" y="1994124"/>
            <a:chExt cx="399812" cy="306477"/>
          </a:xfrm>
        </p:grpSpPr>
        <p:sp>
          <p:nvSpPr>
            <p:cNvPr id="4" name="Google Shape;8907;p64">
              <a:extLst>
                <a:ext uri="{FF2B5EF4-FFF2-40B4-BE49-F238E27FC236}">
                  <a16:creationId xmlns:a16="http://schemas.microsoft.com/office/drawing/2014/main" id="{9B3F241C-496A-C4B8-23AC-4FA6287A9A56}"/>
                </a:ext>
              </a:extLst>
            </p:cNvPr>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solidFill>
                <a:schemeClr val="tx1"/>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8908;p64">
              <a:extLst>
                <a:ext uri="{FF2B5EF4-FFF2-40B4-BE49-F238E27FC236}">
                  <a16:creationId xmlns:a16="http://schemas.microsoft.com/office/drawing/2014/main" id="{3DFFEF75-5BE8-947D-A525-A025756A3A77}"/>
                </a:ext>
              </a:extLst>
            </p:cNvPr>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solidFill>
                <a:schemeClr val="tx1"/>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8909;p64">
              <a:extLst>
                <a:ext uri="{FF2B5EF4-FFF2-40B4-BE49-F238E27FC236}">
                  <a16:creationId xmlns:a16="http://schemas.microsoft.com/office/drawing/2014/main" id="{8948DADE-D9B9-660A-00F4-AE14D460344F}"/>
                </a:ext>
              </a:extLst>
            </p:cNvPr>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solidFill>
                <a:schemeClr val="tx1"/>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466"/>
        <p:cNvGrpSpPr/>
        <p:nvPr/>
      </p:nvGrpSpPr>
      <p:grpSpPr>
        <a:xfrm>
          <a:off x="0" y="0"/>
          <a:ext cx="0" cy="0"/>
          <a:chOff x="0" y="0"/>
          <a:chExt cx="0" cy="0"/>
        </a:xfrm>
      </p:grpSpPr>
      <p:grpSp>
        <p:nvGrpSpPr>
          <p:cNvPr id="2" name="Google Shape;806;p57">
            <a:extLst>
              <a:ext uri="{FF2B5EF4-FFF2-40B4-BE49-F238E27FC236}">
                <a16:creationId xmlns:a16="http://schemas.microsoft.com/office/drawing/2014/main" id="{9961FD7B-BA0B-EDFF-0043-A0E7E0F02022}"/>
              </a:ext>
            </a:extLst>
          </p:cNvPr>
          <p:cNvGrpSpPr/>
          <p:nvPr/>
        </p:nvGrpSpPr>
        <p:grpSpPr>
          <a:xfrm>
            <a:off x="71120" y="81280"/>
            <a:ext cx="6146800" cy="1084889"/>
            <a:chOff x="4411970" y="2726085"/>
            <a:chExt cx="643107" cy="193659"/>
          </a:xfrm>
        </p:grpSpPr>
        <p:sp>
          <p:nvSpPr>
            <p:cNvPr id="3" name="Google Shape;807;p57">
              <a:extLst>
                <a:ext uri="{FF2B5EF4-FFF2-40B4-BE49-F238E27FC236}">
                  <a16:creationId xmlns:a16="http://schemas.microsoft.com/office/drawing/2014/main" id="{7A921F7C-CF97-54CD-020F-373E9EC5A09A}"/>
                </a:ext>
              </a:extLst>
            </p:cNvPr>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ln>
              <a:headEnd type="none" w="sm" len="sm"/>
              <a:tailEnd type="none" w="sm" len="sm"/>
            </a:ln>
          </p:spPr>
          <p:style>
            <a:lnRef idx="2">
              <a:schemeClr val="accent2"/>
            </a:lnRef>
            <a:fillRef idx="1">
              <a:schemeClr val="lt1"/>
            </a:fillRef>
            <a:effectRef idx="0">
              <a:schemeClr val="accent2"/>
            </a:effectRef>
            <a:fontRef idx="minor">
              <a:schemeClr val="dk1"/>
            </a:fontRef>
          </p:style>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 name="Google Shape;808;p57">
              <a:extLst>
                <a:ext uri="{FF2B5EF4-FFF2-40B4-BE49-F238E27FC236}">
                  <a16:creationId xmlns:a16="http://schemas.microsoft.com/office/drawing/2014/main" id="{AB241EA1-EB64-BA17-4CA1-E2DB3D93A28A}"/>
                </a:ext>
              </a:extLst>
            </p:cNvPr>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ln>
              <a:headEnd type="none" w="sm" len="sm"/>
              <a:tailEnd type="none" w="sm" len="sm"/>
            </a:ln>
          </p:spPr>
          <p:style>
            <a:lnRef idx="2">
              <a:schemeClr val="accent2"/>
            </a:lnRef>
            <a:fillRef idx="1">
              <a:schemeClr val="lt1"/>
            </a:fillRef>
            <a:effectRef idx="0">
              <a:schemeClr val="accent2"/>
            </a:effectRef>
            <a:fontRef idx="minor">
              <a:schemeClr val="dk1"/>
            </a:fontRef>
          </p:style>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 name="Google Shape;809;p57">
              <a:extLst>
                <a:ext uri="{FF2B5EF4-FFF2-40B4-BE49-F238E27FC236}">
                  <a16:creationId xmlns:a16="http://schemas.microsoft.com/office/drawing/2014/main" id="{D98B50A4-75DD-8F15-BE05-070C4AA4C8B4}"/>
                </a:ext>
              </a:extLst>
            </p:cNvPr>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ln>
              <a:headEnd type="none" w="sm" len="sm"/>
              <a:tailEnd type="none" w="sm" len="sm"/>
            </a:ln>
          </p:spPr>
          <p:style>
            <a:lnRef idx="2">
              <a:schemeClr val="accent2"/>
            </a:lnRef>
            <a:fillRef idx="1">
              <a:schemeClr val="lt1"/>
            </a:fillRef>
            <a:effectRef idx="0">
              <a:schemeClr val="accent2"/>
            </a:effectRef>
            <a:fontRef idx="minor">
              <a:schemeClr val="dk1"/>
            </a:fontRef>
          </p:style>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7" name="Google Shape;467;p43"/>
          <p:cNvSpPr txBox="1">
            <a:spLocks noGrp="1"/>
          </p:cNvSpPr>
          <p:nvPr>
            <p:ph type="title"/>
          </p:nvPr>
        </p:nvSpPr>
        <p:spPr>
          <a:xfrm>
            <a:off x="1146720" y="302785"/>
            <a:ext cx="7704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Competition comparison</a:t>
            </a:r>
            <a:endParaRPr dirty="0"/>
          </a:p>
        </p:txBody>
      </p:sp>
      <p:graphicFrame>
        <p:nvGraphicFramePr>
          <p:cNvPr id="6" name="Table 5">
            <a:extLst>
              <a:ext uri="{FF2B5EF4-FFF2-40B4-BE49-F238E27FC236}">
                <a16:creationId xmlns:a16="http://schemas.microsoft.com/office/drawing/2014/main" id="{F994A5F7-1FB0-D72B-17B3-5E384BBB2F5A}"/>
              </a:ext>
            </a:extLst>
          </p:cNvPr>
          <p:cNvGraphicFramePr>
            <a:graphicFrameLocks noGrp="1"/>
          </p:cNvGraphicFramePr>
          <p:nvPr>
            <p:extLst>
              <p:ext uri="{D42A27DB-BD31-4B8C-83A1-F6EECF244321}">
                <p14:modId xmlns:p14="http://schemas.microsoft.com/office/powerpoint/2010/main" val="2909872610"/>
              </p:ext>
            </p:extLst>
          </p:nvPr>
        </p:nvGraphicFramePr>
        <p:xfrm>
          <a:off x="792480" y="1341120"/>
          <a:ext cx="7490460" cy="3329940"/>
        </p:xfrm>
        <a:graphic>
          <a:graphicData uri="http://schemas.openxmlformats.org/drawingml/2006/table">
            <a:tbl>
              <a:tblPr firstRow="1" bandRow="1">
                <a:tableStyleId>{71F83446-3464-4476-9E23-2EA631771F1C}</a:tableStyleId>
              </a:tblPr>
              <a:tblGrid>
                <a:gridCol w="2496820">
                  <a:extLst>
                    <a:ext uri="{9D8B030D-6E8A-4147-A177-3AD203B41FA5}">
                      <a16:colId xmlns:a16="http://schemas.microsoft.com/office/drawing/2014/main" val="2161655440"/>
                    </a:ext>
                  </a:extLst>
                </a:gridCol>
                <a:gridCol w="2496820">
                  <a:extLst>
                    <a:ext uri="{9D8B030D-6E8A-4147-A177-3AD203B41FA5}">
                      <a16:colId xmlns:a16="http://schemas.microsoft.com/office/drawing/2014/main" val="2650200433"/>
                    </a:ext>
                  </a:extLst>
                </a:gridCol>
                <a:gridCol w="2496820">
                  <a:extLst>
                    <a:ext uri="{9D8B030D-6E8A-4147-A177-3AD203B41FA5}">
                      <a16:colId xmlns:a16="http://schemas.microsoft.com/office/drawing/2014/main" val="3522581360"/>
                    </a:ext>
                  </a:extLst>
                </a:gridCol>
              </a:tblGrid>
              <a:tr h="554990">
                <a:tc>
                  <a:txBody>
                    <a:bodyPr/>
                    <a:lstStyle/>
                    <a:p>
                      <a:pPr>
                        <a:buNone/>
                      </a:pPr>
                      <a:r>
                        <a:rPr lang="en-IN" dirty="0">
                          <a:solidFill>
                            <a:schemeClr val="tx1"/>
                          </a:solidFill>
                        </a:rPr>
                        <a:t>Feature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IN" dirty="0">
                          <a:solidFill>
                            <a:schemeClr val="tx1"/>
                          </a:solidFill>
                        </a:rPr>
                        <a:t>Existing Tools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IN" dirty="0">
                          <a:solidFill>
                            <a:schemeClr val="tx1"/>
                          </a:solidFill>
                        </a:rPr>
                        <a:t>Sign2Connect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385005"/>
                  </a:ext>
                </a:extLst>
              </a:tr>
              <a:tr h="554990">
                <a:tc>
                  <a:txBody>
                    <a:bodyPr/>
                    <a:lstStyle/>
                    <a:p>
                      <a:r>
                        <a:rPr lang="en-IN" dirty="0">
                          <a:solidFill>
                            <a:schemeClr val="tx1"/>
                          </a:solidFill>
                        </a:rPr>
                        <a:t>Real-time Sign ↔ Speech</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IN" dirty="0">
                          <a:solidFill>
                            <a:schemeClr val="tx1"/>
                          </a:solidFill>
                        </a:rPr>
                        <a:t>❌ Partial (Only one-way)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IN" dirty="0">
                          <a:solidFill>
                            <a:schemeClr val="tx1"/>
                          </a:solidFill>
                        </a:rPr>
                        <a:t>✅ Two-way full duplex</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9248095"/>
                  </a:ext>
                </a:extLst>
              </a:tr>
              <a:tr h="554990">
                <a:tc>
                  <a:txBody>
                    <a:bodyPr/>
                    <a:lstStyle/>
                    <a:p>
                      <a:r>
                        <a:rPr lang="en-IN" dirty="0">
                          <a:solidFill>
                            <a:schemeClr val="tx1"/>
                          </a:solidFill>
                        </a:rPr>
                        <a:t>Multi-language support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IN" dirty="0">
                          <a:solidFill>
                            <a:schemeClr val="tx1"/>
                          </a:solidFill>
                        </a:rPr>
                        <a:t>❌ Limited</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buNone/>
                      </a:pPr>
                      <a:r>
                        <a:rPr lang="en-IN" dirty="0">
                          <a:solidFill>
                            <a:schemeClr val="tx1"/>
                          </a:solidFill>
                        </a:rPr>
                        <a:t>✅ 6 Languages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3075911"/>
                  </a:ext>
                </a:extLst>
              </a:tr>
              <a:tr h="554990">
                <a:tc>
                  <a:txBody>
                    <a:bodyPr/>
                    <a:lstStyle/>
                    <a:p>
                      <a:r>
                        <a:rPr lang="en-IN" dirty="0">
                          <a:solidFill>
                            <a:schemeClr val="tx1"/>
                          </a:solidFill>
                        </a:rPr>
                        <a:t>Online meeting integration</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IN" dirty="0">
                          <a:solidFill>
                            <a:schemeClr val="tx1"/>
                          </a:solidFill>
                        </a:rPr>
                        <a:t>❌ No</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IN" dirty="0">
                          <a:solidFill>
                            <a:schemeClr val="tx1"/>
                          </a:solidFill>
                        </a:rPr>
                        <a:t>✅ Built-in meeting option</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2030559"/>
                  </a:ext>
                </a:extLst>
              </a:tr>
              <a:tr h="554990">
                <a:tc>
                  <a:txBody>
                    <a:bodyPr/>
                    <a:lstStyle/>
                    <a:p>
                      <a:r>
                        <a:rPr lang="en-IN" dirty="0">
                          <a:solidFill>
                            <a:schemeClr val="tx1"/>
                          </a:solidFill>
                        </a:rPr>
                        <a:t>Avatar-based sign output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IN" dirty="0">
                          <a:solidFill>
                            <a:schemeClr val="tx1"/>
                          </a:solidFill>
                        </a:rPr>
                        <a:t>❌ None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IN" dirty="0">
                          <a:solidFill>
                            <a:schemeClr val="tx1"/>
                          </a:solidFill>
                        </a:rPr>
                        <a:t>✅ 3D Male/Female avatars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79578247"/>
                  </a:ext>
                </a:extLst>
              </a:tr>
              <a:tr h="554990">
                <a:tc>
                  <a:txBody>
                    <a:bodyPr/>
                    <a:lstStyle/>
                    <a:p>
                      <a:r>
                        <a:rPr lang="en-IN" dirty="0">
                          <a:solidFill>
                            <a:schemeClr val="tx1"/>
                          </a:solidFill>
                        </a:rPr>
                        <a:t>Accessibility features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buNone/>
                      </a:pPr>
                      <a:r>
                        <a:rPr lang="en-IN" dirty="0">
                          <a:solidFill>
                            <a:schemeClr val="tx1"/>
                          </a:solidFill>
                        </a:rPr>
                        <a:t>⚠️ Basic</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buNone/>
                      </a:pPr>
                      <a:r>
                        <a:rPr lang="en-IN" dirty="0">
                          <a:solidFill>
                            <a:schemeClr val="tx1"/>
                          </a:solidFill>
                        </a:rPr>
                        <a:t>✅ Text size, contrast, subtitles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6515862"/>
                  </a:ext>
                </a:extLst>
              </a:tr>
            </a:tbl>
          </a:graphicData>
        </a:graphic>
      </p:graphicFrame>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1"/>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p>
            <a:pPr lvl="0"/>
            <a:r>
              <a:rPr lang="en-IN" sz="3600" dirty="0"/>
              <a:t>Conclusion</a:t>
            </a:r>
            <a:endParaRPr sz="3600" dirty="0"/>
          </a:p>
        </p:txBody>
      </p:sp>
      <p:pic>
        <p:nvPicPr>
          <p:cNvPr id="680" name="Google Shape;680;p51"/>
          <p:cNvPicPr preferRelativeResize="0"/>
          <p:nvPr/>
        </p:nvPicPr>
        <p:blipFill>
          <a:blip r:embed="rId3">
            <a:alphaModFix/>
          </a:blip>
          <a:stretch>
            <a:fillRect/>
          </a:stretch>
        </p:blipFill>
        <p:spPr>
          <a:xfrm>
            <a:off x="989712" y="2188200"/>
            <a:ext cx="1372488" cy="1360863"/>
          </a:xfrm>
          <a:prstGeom prst="rect">
            <a:avLst/>
          </a:prstGeom>
          <a:noFill/>
          <a:ln>
            <a:noFill/>
          </a:ln>
        </p:spPr>
      </p:pic>
      <p:pic>
        <p:nvPicPr>
          <p:cNvPr id="681" name="Google Shape;681;p51"/>
          <p:cNvPicPr preferRelativeResize="0"/>
          <p:nvPr/>
        </p:nvPicPr>
        <p:blipFill>
          <a:blip r:embed="rId4">
            <a:alphaModFix/>
          </a:blip>
          <a:stretch>
            <a:fillRect/>
          </a:stretch>
        </p:blipFill>
        <p:spPr>
          <a:xfrm>
            <a:off x="3287426" y="2314247"/>
            <a:ext cx="1478953" cy="1108779"/>
          </a:xfrm>
          <a:prstGeom prst="rect">
            <a:avLst/>
          </a:prstGeom>
          <a:noFill/>
          <a:ln>
            <a:noFill/>
          </a:ln>
        </p:spPr>
      </p:pic>
      <p:pic>
        <p:nvPicPr>
          <p:cNvPr id="682" name="Google Shape;682;p51"/>
          <p:cNvPicPr preferRelativeResize="0"/>
          <p:nvPr/>
        </p:nvPicPr>
        <p:blipFill>
          <a:blip r:embed="rId5">
            <a:alphaModFix/>
          </a:blip>
          <a:stretch>
            <a:fillRect/>
          </a:stretch>
        </p:blipFill>
        <p:spPr>
          <a:xfrm>
            <a:off x="5476041" y="2314247"/>
            <a:ext cx="1478948" cy="1089593"/>
          </a:xfrm>
          <a:prstGeom prst="rect">
            <a:avLst/>
          </a:prstGeom>
          <a:noFill/>
          <a:ln>
            <a:noFill/>
          </a:ln>
        </p:spPr>
      </p:pic>
      <p:pic>
        <p:nvPicPr>
          <p:cNvPr id="683" name="Google Shape;683;p51"/>
          <p:cNvPicPr preferRelativeResize="0"/>
          <p:nvPr/>
        </p:nvPicPr>
        <p:blipFill>
          <a:blip r:embed="rId6">
            <a:alphaModFix/>
          </a:blip>
          <a:stretch>
            <a:fillRect/>
          </a:stretch>
        </p:blipFill>
        <p:spPr>
          <a:xfrm>
            <a:off x="2104282" y="3243129"/>
            <a:ext cx="1450891" cy="1360871"/>
          </a:xfrm>
          <a:prstGeom prst="rect">
            <a:avLst/>
          </a:prstGeom>
          <a:noFill/>
          <a:ln>
            <a:noFill/>
          </a:ln>
        </p:spPr>
      </p:pic>
      <p:pic>
        <p:nvPicPr>
          <p:cNvPr id="684" name="Google Shape;684;p51"/>
          <p:cNvPicPr preferRelativeResize="0"/>
          <p:nvPr/>
        </p:nvPicPr>
        <p:blipFill>
          <a:blip r:embed="rId7">
            <a:alphaModFix/>
          </a:blip>
          <a:stretch>
            <a:fillRect/>
          </a:stretch>
        </p:blipFill>
        <p:spPr>
          <a:xfrm>
            <a:off x="4361472" y="3413072"/>
            <a:ext cx="1450895" cy="1087753"/>
          </a:xfrm>
          <a:prstGeom prst="rect">
            <a:avLst/>
          </a:prstGeom>
          <a:noFill/>
          <a:ln>
            <a:noFill/>
          </a:ln>
        </p:spPr>
      </p:pic>
      <p:pic>
        <p:nvPicPr>
          <p:cNvPr id="685" name="Google Shape;685;p51"/>
          <p:cNvPicPr preferRelativeResize="0"/>
          <p:nvPr/>
        </p:nvPicPr>
        <p:blipFill>
          <a:blip r:embed="rId8">
            <a:alphaModFix/>
          </a:blip>
          <a:stretch>
            <a:fillRect/>
          </a:stretch>
        </p:blipFill>
        <p:spPr>
          <a:xfrm>
            <a:off x="6618662" y="3413066"/>
            <a:ext cx="1535625" cy="1108778"/>
          </a:xfrm>
          <a:prstGeom prst="rect">
            <a:avLst/>
          </a:prstGeom>
          <a:noFill/>
          <a:ln>
            <a:noFill/>
          </a:ln>
        </p:spPr>
      </p:pic>
      <p:cxnSp>
        <p:nvCxnSpPr>
          <p:cNvPr id="3" name="Straight Connector 2">
            <a:extLst>
              <a:ext uri="{FF2B5EF4-FFF2-40B4-BE49-F238E27FC236}">
                <a16:creationId xmlns:a16="http://schemas.microsoft.com/office/drawing/2014/main" id="{01C58327-E839-E956-6B08-CE6E52AC983E}"/>
              </a:ext>
            </a:extLst>
          </p:cNvPr>
          <p:cNvCxnSpPr>
            <a:cxnSpLocks/>
          </p:cNvCxnSpPr>
          <p:nvPr/>
        </p:nvCxnSpPr>
        <p:spPr>
          <a:xfrm>
            <a:off x="815340" y="1394460"/>
            <a:ext cx="3413760" cy="0"/>
          </a:xfrm>
          <a:prstGeom prst="line">
            <a:avLst/>
          </a:prstGeom>
        </p:spPr>
        <p:style>
          <a:lnRef idx="1">
            <a:schemeClr val="dk1"/>
          </a:lnRef>
          <a:fillRef idx="0">
            <a:schemeClr val="dk1"/>
          </a:fillRef>
          <a:effectRef idx="0">
            <a:schemeClr val="dk1"/>
          </a:effectRef>
          <a:fontRef idx="minor">
            <a:schemeClr val="tx1"/>
          </a:fontRef>
        </p:style>
      </p:cxnSp>
      <p:sp>
        <p:nvSpPr>
          <p:cNvPr id="679" name="Google Shape;679;p51"/>
          <p:cNvSpPr txBox="1">
            <a:spLocks noGrp="1"/>
          </p:cNvSpPr>
          <p:nvPr>
            <p:ph type="body" idx="1"/>
          </p:nvPr>
        </p:nvSpPr>
        <p:spPr>
          <a:xfrm>
            <a:off x="735240" y="1886691"/>
            <a:ext cx="7704000" cy="867000"/>
          </a:xfrm>
          <a:prstGeom prst="rect">
            <a:avLst/>
          </a:prstGeom>
        </p:spPr>
        <p:txBody>
          <a:bodyPr spcFirstLastPara="1" wrap="square" lIns="91425" tIns="91425" rIns="91425" bIns="91425" anchor="t" anchorCtr="0">
            <a:noAutofit/>
          </a:bodyPr>
          <a:lstStyle/>
          <a:p>
            <a:pPr marL="0" lvl="0" indent="0">
              <a:buNone/>
            </a:pPr>
            <a:r>
              <a:rPr lang="en-US" sz="1600" dirty="0"/>
              <a:t>“Sign2Connect transforms how people communicate — making voices visible and signs audible.”</a:t>
            </a:r>
            <a:endParaRPr sz="1600" dirty="0"/>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654"/>
        <p:cNvGrpSpPr/>
        <p:nvPr/>
      </p:nvGrpSpPr>
      <p:grpSpPr>
        <a:xfrm>
          <a:off x="0" y="0"/>
          <a:ext cx="0" cy="0"/>
          <a:chOff x="0" y="0"/>
          <a:chExt cx="0" cy="0"/>
        </a:xfrm>
      </p:grpSpPr>
      <p:sp>
        <p:nvSpPr>
          <p:cNvPr id="655" name="Google Shape;655;p50"/>
          <p:cNvSpPr txBox="1">
            <a:spLocks noGrp="1"/>
          </p:cNvSpPr>
          <p:nvPr>
            <p:ph type="title"/>
          </p:nvPr>
        </p:nvSpPr>
        <p:spPr>
          <a:xfrm>
            <a:off x="2099100" y="539500"/>
            <a:ext cx="4945800" cy="1108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Thanks!</a:t>
            </a:r>
            <a:endParaRPr/>
          </a:p>
        </p:txBody>
      </p:sp>
      <p:sp>
        <p:nvSpPr>
          <p:cNvPr id="656" name="Google Shape;656;p50"/>
          <p:cNvSpPr txBox="1">
            <a:spLocks noGrp="1"/>
          </p:cNvSpPr>
          <p:nvPr>
            <p:ph type="subTitle" idx="1"/>
          </p:nvPr>
        </p:nvSpPr>
        <p:spPr>
          <a:xfrm>
            <a:off x="2347950" y="1940900"/>
            <a:ext cx="4448100" cy="1169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solidFill>
                  <a:schemeClr val="accent2"/>
                </a:solidFill>
              </a:rPr>
              <a:t>Do you have any questions?</a:t>
            </a:r>
            <a:br>
              <a:rPr lang="en" dirty="0">
                <a:solidFill>
                  <a:schemeClr val="accent2"/>
                </a:solidFill>
              </a:rPr>
            </a:br>
            <a:endParaRPr lang="en" dirty="0">
              <a:solidFill>
                <a:schemeClr val="accent2"/>
              </a:solidFill>
            </a:endParaRPr>
          </a:p>
          <a:p>
            <a:pPr marL="0" lvl="0" indent="0" algn="ctr" rtl="0">
              <a:spcBef>
                <a:spcPts val="0"/>
              </a:spcBef>
              <a:spcAft>
                <a:spcPts val="0"/>
              </a:spcAft>
              <a:buNone/>
            </a:pPr>
            <a:r>
              <a:rPr lang="en" dirty="0">
                <a:solidFill>
                  <a:schemeClr val="accent2"/>
                </a:solidFill>
                <a:hlinkClick r:id="rId3"/>
              </a:rPr>
              <a:t>priyaselvan0605@gmail.com</a:t>
            </a:r>
            <a:br>
              <a:rPr lang="en" dirty="0">
                <a:solidFill>
                  <a:schemeClr val="accent2"/>
                </a:solidFill>
              </a:rPr>
            </a:br>
            <a:r>
              <a:rPr lang="en" dirty="0">
                <a:solidFill>
                  <a:schemeClr val="accent2"/>
                </a:solidFill>
                <a:hlinkClick r:id="rId4"/>
              </a:rPr>
              <a:t>rajeshwarismdu@gmail.com</a:t>
            </a:r>
            <a:br>
              <a:rPr lang="en" dirty="0">
                <a:solidFill>
                  <a:schemeClr val="accent2"/>
                </a:solidFill>
              </a:rPr>
            </a:br>
            <a:endParaRPr dirty="0">
              <a:solidFill>
                <a:schemeClr val="accent2"/>
              </a:solidFill>
            </a:endParaRPr>
          </a:p>
        </p:txBody>
      </p:sp>
      <p:cxnSp>
        <p:nvCxnSpPr>
          <p:cNvPr id="658" name="Google Shape;658;p50"/>
          <p:cNvCxnSpPr/>
          <p:nvPr/>
        </p:nvCxnSpPr>
        <p:spPr>
          <a:xfrm>
            <a:off x="2932050" y="1762550"/>
            <a:ext cx="3279900" cy="0"/>
          </a:xfrm>
          <a:prstGeom prst="straightConnector1">
            <a:avLst/>
          </a:prstGeom>
          <a:noFill/>
          <a:ln w="9525" cap="flat" cmpd="sng">
            <a:solidFill>
              <a:schemeClr val="dk1"/>
            </a:solidFill>
            <a:prstDash val="solid"/>
            <a:round/>
            <a:headEnd type="none" w="med" len="med"/>
            <a:tailEnd type="none" w="med" len="med"/>
          </a:ln>
        </p:spPr>
      </p:cxnSp>
      <p:sp>
        <p:nvSpPr>
          <p:cNvPr id="2" name="Rectangle 1">
            <a:extLst>
              <a:ext uri="{FF2B5EF4-FFF2-40B4-BE49-F238E27FC236}">
                <a16:creationId xmlns:a16="http://schemas.microsoft.com/office/drawing/2014/main" id="{B74C03BD-45CD-DACF-0B19-B488D33B15D5}"/>
              </a:ext>
            </a:extLst>
          </p:cNvPr>
          <p:cNvSpPr/>
          <p:nvPr/>
        </p:nvSpPr>
        <p:spPr>
          <a:xfrm>
            <a:off x="2042160" y="4145280"/>
            <a:ext cx="4991100" cy="502920"/>
          </a:xfrm>
          <a:prstGeom prst="rect">
            <a:avLst/>
          </a:prstGeom>
          <a:solidFill>
            <a:srgbClr val="00140A"/>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447"/>
        <p:cNvGrpSpPr/>
        <p:nvPr/>
      </p:nvGrpSpPr>
      <p:grpSpPr>
        <a:xfrm>
          <a:off x="0" y="0"/>
          <a:ext cx="0" cy="0"/>
          <a:chOff x="0" y="0"/>
          <a:chExt cx="0" cy="0"/>
        </a:xfrm>
      </p:grpSpPr>
      <p:sp>
        <p:nvSpPr>
          <p:cNvPr id="448" name="Google Shape;448;p42"/>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Revenue by quarter</a:t>
            </a:r>
            <a:endParaRPr/>
          </a:p>
        </p:txBody>
      </p:sp>
      <p:sp>
        <p:nvSpPr>
          <p:cNvPr id="449" name="Google Shape;449;p42"/>
          <p:cNvSpPr txBox="1">
            <a:spLocks noGrp="1"/>
          </p:cNvSpPr>
          <p:nvPr>
            <p:ph type="title" idx="4294967295"/>
          </p:nvPr>
        </p:nvSpPr>
        <p:spPr>
          <a:xfrm>
            <a:off x="6570563" y="3410436"/>
            <a:ext cx="1673100" cy="554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accent2"/>
                </a:solidFill>
              </a:rPr>
              <a:t>Q4</a:t>
            </a:r>
            <a:endParaRPr sz="2400">
              <a:solidFill>
                <a:schemeClr val="accent2"/>
              </a:solidFill>
            </a:endParaRPr>
          </a:p>
        </p:txBody>
      </p:sp>
      <p:sp>
        <p:nvSpPr>
          <p:cNvPr id="450" name="Google Shape;450;p42"/>
          <p:cNvSpPr txBox="1">
            <a:spLocks noGrp="1"/>
          </p:cNvSpPr>
          <p:nvPr>
            <p:ph type="subTitle" idx="4294967295"/>
          </p:nvPr>
        </p:nvSpPr>
        <p:spPr>
          <a:xfrm>
            <a:off x="6570563" y="3869058"/>
            <a:ext cx="1673100" cy="3693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October - December</a:t>
            </a:r>
            <a:endParaRPr/>
          </a:p>
        </p:txBody>
      </p:sp>
      <p:sp>
        <p:nvSpPr>
          <p:cNvPr id="451" name="Google Shape;451;p42"/>
          <p:cNvSpPr txBox="1">
            <a:spLocks noGrp="1"/>
          </p:cNvSpPr>
          <p:nvPr>
            <p:ph type="title" idx="4294967295"/>
          </p:nvPr>
        </p:nvSpPr>
        <p:spPr>
          <a:xfrm>
            <a:off x="6570563" y="2656108"/>
            <a:ext cx="1673100" cy="554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accent2"/>
                </a:solidFill>
              </a:rPr>
              <a:t>Q3</a:t>
            </a:r>
            <a:endParaRPr sz="2400">
              <a:solidFill>
                <a:schemeClr val="accent2"/>
              </a:solidFill>
            </a:endParaRPr>
          </a:p>
        </p:txBody>
      </p:sp>
      <p:sp>
        <p:nvSpPr>
          <p:cNvPr id="452" name="Google Shape;452;p42"/>
          <p:cNvSpPr txBox="1">
            <a:spLocks noGrp="1"/>
          </p:cNvSpPr>
          <p:nvPr>
            <p:ph type="subTitle" idx="4294967295"/>
          </p:nvPr>
        </p:nvSpPr>
        <p:spPr>
          <a:xfrm>
            <a:off x="6570563" y="3114729"/>
            <a:ext cx="1673100" cy="3693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July - September</a:t>
            </a:r>
            <a:endParaRPr/>
          </a:p>
        </p:txBody>
      </p:sp>
      <p:sp>
        <p:nvSpPr>
          <p:cNvPr id="453" name="Google Shape;453;p42"/>
          <p:cNvSpPr txBox="1">
            <a:spLocks noGrp="1"/>
          </p:cNvSpPr>
          <p:nvPr>
            <p:ph type="title" idx="4294967295"/>
          </p:nvPr>
        </p:nvSpPr>
        <p:spPr>
          <a:xfrm>
            <a:off x="6570563" y="1901779"/>
            <a:ext cx="1673100" cy="554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accent2"/>
                </a:solidFill>
              </a:rPr>
              <a:t>Q2</a:t>
            </a:r>
            <a:endParaRPr sz="2400">
              <a:solidFill>
                <a:schemeClr val="accent2"/>
              </a:solidFill>
            </a:endParaRPr>
          </a:p>
        </p:txBody>
      </p:sp>
      <p:sp>
        <p:nvSpPr>
          <p:cNvPr id="454" name="Google Shape;454;p42"/>
          <p:cNvSpPr txBox="1">
            <a:spLocks noGrp="1"/>
          </p:cNvSpPr>
          <p:nvPr>
            <p:ph type="subTitle" idx="4294967295"/>
          </p:nvPr>
        </p:nvSpPr>
        <p:spPr>
          <a:xfrm>
            <a:off x="6570563" y="2360400"/>
            <a:ext cx="1673100" cy="3693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April - June</a:t>
            </a:r>
            <a:endParaRPr/>
          </a:p>
        </p:txBody>
      </p:sp>
      <p:sp>
        <p:nvSpPr>
          <p:cNvPr id="455" name="Google Shape;455;p42"/>
          <p:cNvSpPr txBox="1">
            <a:spLocks noGrp="1"/>
          </p:cNvSpPr>
          <p:nvPr>
            <p:ph type="title" idx="4294967295"/>
          </p:nvPr>
        </p:nvSpPr>
        <p:spPr>
          <a:xfrm>
            <a:off x="6570563" y="1147451"/>
            <a:ext cx="1673100" cy="554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accent2"/>
                </a:solidFill>
              </a:rPr>
              <a:t>Q1</a:t>
            </a:r>
            <a:endParaRPr sz="2400">
              <a:solidFill>
                <a:schemeClr val="accent2"/>
              </a:solidFill>
            </a:endParaRPr>
          </a:p>
        </p:txBody>
      </p:sp>
      <p:sp>
        <p:nvSpPr>
          <p:cNvPr id="456" name="Google Shape;456;p42"/>
          <p:cNvSpPr txBox="1">
            <a:spLocks noGrp="1"/>
          </p:cNvSpPr>
          <p:nvPr>
            <p:ph type="subTitle" idx="4294967295"/>
          </p:nvPr>
        </p:nvSpPr>
        <p:spPr>
          <a:xfrm>
            <a:off x="6570563" y="1606072"/>
            <a:ext cx="1673100" cy="3693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January - March</a:t>
            </a:r>
            <a:endParaRPr/>
          </a:p>
        </p:txBody>
      </p:sp>
      <p:sp>
        <p:nvSpPr>
          <p:cNvPr id="457" name="Google Shape;457;p42"/>
          <p:cNvSpPr/>
          <p:nvPr/>
        </p:nvSpPr>
        <p:spPr>
          <a:xfrm>
            <a:off x="6346063" y="1336500"/>
            <a:ext cx="183300" cy="1833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42"/>
          <p:cNvSpPr/>
          <p:nvPr/>
        </p:nvSpPr>
        <p:spPr>
          <a:xfrm>
            <a:off x="6346063" y="2091425"/>
            <a:ext cx="183300" cy="1833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42"/>
          <p:cNvSpPr/>
          <p:nvPr/>
        </p:nvSpPr>
        <p:spPr>
          <a:xfrm>
            <a:off x="6346063" y="2846350"/>
            <a:ext cx="183300" cy="1833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42"/>
          <p:cNvSpPr/>
          <p:nvPr/>
        </p:nvSpPr>
        <p:spPr>
          <a:xfrm>
            <a:off x="6346063" y="3601275"/>
            <a:ext cx="183300" cy="1833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62" name="Google Shape;462;p42" title="Chart">
            <a:hlinkClick r:id="rId3"/>
          </p:cNvPr>
          <p:cNvPicPr preferRelativeResize="0"/>
          <p:nvPr/>
        </p:nvPicPr>
        <p:blipFill>
          <a:blip r:embed="rId4">
            <a:alphaModFix/>
          </a:blip>
          <a:stretch>
            <a:fillRect/>
          </a:stretch>
        </p:blipFill>
        <p:spPr>
          <a:xfrm>
            <a:off x="711471" y="1198964"/>
            <a:ext cx="5038344" cy="3111592"/>
          </a:xfrm>
          <a:prstGeom prst="rect">
            <a:avLst/>
          </a:prstGeom>
          <a:noFill/>
          <a:ln>
            <a:noFill/>
          </a:ln>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335"/>
        <p:cNvGrpSpPr/>
        <p:nvPr/>
      </p:nvGrpSpPr>
      <p:grpSpPr>
        <a:xfrm>
          <a:off x="0" y="0"/>
          <a:ext cx="0" cy="0"/>
          <a:chOff x="0" y="0"/>
          <a:chExt cx="0" cy="0"/>
        </a:xfrm>
      </p:grpSpPr>
      <p:pic>
        <p:nvPicPr>
          <p:cNvPr id="336" name="Google Shape;336;p36"/>
          <p:cNvPicPr preferRelativeResize="0"/>
          <p:nvPr/>
        </p:nvPicPr>
        <p:blipFill>
          <a:blip r:embed="rId3">
            <a:alphaModFix/>
          </a:blip>
          <a:stretch>
            <a:fillRect/>
          </a:stretch>
        </p:blipFill>
        <p:spPr>
          <a:xfrm>
            <a:off x="1860729" y="1185724"/>
            <a:ext cx="1526000" cy="1296925"/>
          </a:xfrm>
          <a:prstGeom prst="rect">
            <a:avLst/>
          </a:prstGeom>
          <a:noFill/>
          <a:ln>
            <a:noFill/>
          </a:ln>
        </p:spPr>
      </p:pic>
      <p:pic>
        <p:nvPicPr>
          <p:cNvPr id="337" name="Google Shape;337;p36"/>
          <p:cNvPicPr preferRelativeResize="0"/>
          <p:nvPr/>
        </p:nvPicPr>
        <p:blipFill>
          <a:blip r:embed="rId4">
            <a:alphaModFix/>
          </a:blip>
          <a:stretch>
            <a:fillRect/>
          </a:stretch>
        </p:blipFill>
        <p:spPr>
          <a:xfrm>
            <a:off x="5722239" y="1168722"/>
            <a:ext cx="1596033" cy="1296925"/>
          </a:xfrm>
          <a:prstGeom prst="rect">
            <a:avLst/>
          </a:prstGeom>
          <a:noFill/>
          <a:ln>
            <a:noFill/>
          </a:ln>
        </p:spPr>
      </p:pic>
      <p:sp>
        <p:nvSpPr>
          <p:cNvPr id="338" name="Google Shape;338;p36"/>
          <p:cNvSpPr txBox="1">
            <a:spLocks noGrp="1"/>
          </p:cNvSpPr>
          <p:nvPr>
            <p:ph type="subTitle" idx="4"/>
          </p:nvPr>
        </p:nvSpPr>
        <p:spPr>
          <a:xfrm>
            <a:off x="4931306" y="2495086"/>
            <a:ext cx="3177900" cy="461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Our idea</a:t>
            </a:r>
            <a:endParaRPr/>
          </a:p>
        </p:txBody>
      </p:sp>
      <p:sp>
        <p:nvSpPr>
          <p:cNvPr id="339" name="Google Shape;339;p36"/>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Introduction</a:t>
            </a:r>
            <a:endParaRPr/>
          </a:p>
        </p:txBody>
      </p:sp>
      <p:sp>
        <p:nvSpPr>
          <p:cNvPr id="340" name="Google Shape;340;p36"/>
          <p:cNvSpPr txBox="1">
            <a:spLocks noGrp="1"/>
          </p:cNvSpPr>
          <p:nvPr>
            <p:ph type="subTitle" idx="1"/>
          </p:nvPr>
        </p:nvSpPr>
        <p:spPr>
          <a:xfrm>
            <a:off x="4931306" y="2985568"/>
            <a:ext cx="3177900" cy="1293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“our idea” part of a pitch deck should include an explanation of your product/service, how it works, and what the customer value is. You should also explain the market opportunity for your product/service</a:t>
            </a:r>
            <a:endParaRPr/>
          </a:p>
        </p:txBody>
      </p:sp>
      <p:sp>
        <p:nvSpPr>
          <p:cNvPr id="341" name="Google Shape;341;p36"/>
          <p:cNvSpPr txBox="1">
            <a:spLocks noGrp="1"/>
          </p:cNvSpPr>
          <p:nvPr>
            <p:ph type="subTitle" idx="2"/>
          </p:nvPr>
        </p:nvSpPr>
        <p:spPr>
          <a:xfrm>
            <a:off x="1034779" y="2985568"/>
            <a:ext cx="3177900" cy="1293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introduction of your company in the pitch deck should include a brief overview of who you are and what you do. It should also include a brief description of why your product or service is unique and the value it provides to customers</a:t>
            </a:r>
            <a:endParaRPr/>
          </a:p>
        </p:txBody>
      </p:sp>
      <p:sp>
        <p:nvSpPr>
          <p:cNvPr id="342" name="Google Shape;342;p36"/>
          <p:cNvSpPr txBox="1">
            <a:spLocks noGrp="1"/>
          </p:cNvSpPr>
          <p:nvPr>
            <p:ph type="subTitle" idx="3"/>
          </p:nvPr>
        </p:nvSpPr>
        <p:spPr>
          <a:xfrm>
            <a:off x="1034779" y="2495086"/>
            <a:ext cx="3177900" cy="461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Our company</a:t>
            </a:r>
            <a:endParaRPr/>
          </a:p>
        </p:txBody>
      </p:sp>
      <p:grpSp>
        <p:nvGrpSpPr>
          <p:cNvPr id="343" name="Google Shape;343;p36"/>
          <p:cNvGrpSpPr/>
          <p:nvPr/>
        </p:nvGrpSpPr>
        <p:grpSpPr>
          <a:xfrm>
            <a:off x="2354907" y="1596684"/>
            <a:ext cx="537644" cy="461711"/>
            <a:chOff x="848978" y="4297637"/>
            <a:chExt cx="377824" cy="324418"/>
          </a:xfrm>
        </p:grpSpPr>
        <p:sp>
          <p:nvSpPr>
            <p:cNvPr id="344" name="Google Shape;344;p36"/>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6"/>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 name="Google Shape;346;p36"/>
          <p:cNvGrpSpPr/>
          <p:nvPr/>
        </p:nvGrpSpPr>
        <p:grpSpPr>
          <a:xfrm>
            <a:off x="6288918" y="1596553"/>
            <a:ext cx="462675" cy="461707"/>
            <a:chOff x="3541011" y="1508594"/>
            <a:chExt cx="350166" cy="349434"/>
          </a:xfrm>
        </p:grpSpPr>
        <p:sp>
          <p:nvSpPr>
            <p:cNvPr id="347" name="Google Shape;347;p36"/>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6"/>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6"/>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6"/>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6"/>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6"/>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36"/>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6"/>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6"/>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36"/>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6"/>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6"/>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6"/>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614"/>
        <p:cNvGrpSpPr/>
        <p:nvPr/>
      </p:nvGrpSpPr>
      <p:grpSpPr>
        <a:xfrm>
          <a:off x="0" y="0"/>
          <a:ext cx="0" cy="0"/>
          <a:chOff x="0" y="0"/>
          <a:chExt cx="0" cy="0"/>
        </a:xfrm>
      </p:grpSpPr>
      <p:sp>
        <p:nvSpPr>
          <p:cNvPr id="615" name="Google Shape;615;p47"/>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Market size overview</a:t>
            </a:r>
            <a:endParaRPr/>
          </a:p>
        </p:txBody>
      </p:sp>
      <p:sp>
        <p:nvSpPr>
          <p:cNvPr id="616" name="Google Shape;616;p47"/>
          <p:cNvSpPr/>
          <p:nvPr/>
        </p:nvSpPr>
        <p:spPr>
          <a:xfrm>
            <a:off x="867850" y="1354675"/>
            <a:ext cx="3249300" cy="3249300"/>
          </a:xfrm>
          <a:prstGeom prst="ellipse">
            <a:avLst/>
          </a:pr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47"/>
          <p:cNvSpPr/>
          <p:nvPr/>
        </p:nvSpPr>
        <p:spPr>
          <a:xfrm>
            <a:off x="1144900" y="1908750"/>
            <a:ext cx="2695200" cy="2695200"/>
          </a:xfrm>
          <a:prstGeom prst="ellipse">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47"/>
          <p:cNvSpPr/>
          <p:nvPr/>
        </p:nvSpPr>
        <p:spPr>
          <a:xfrm>
            <a:off x="1677550" y="2974125"/>
            <a:ext cx="1629900" cy="16299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47"/>
          <p:cNvSpPr txBox="1"/>
          <p:nvPr/>
        </p:nvSpPr>
        <p:spPr>
          <a:xfrm>
            <a:off x="1857550" y="1414750"/>
            <a:ext cx="1269900" cy="492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Inter"/>
                <a:ea typeface="Inter"/>
                <a:cs typeface="Inter"/>
                <a:sym typeface="Inter"/>
              </a:rPr>
              <a:t>$100M</a:t>
            </a:r>
            <a:endParaRPr sz="1600">
              <a:solidFill>
                <a:schemeClr val="lt1"/>
              </a:solidFill>
              <a:latin typeface="Inter"/>
              <a:ea typeface="Inter"/>
              <a:cs typeface="Inter"/>
              <a:sym typeface="Inter"/>
            </a:endParaRPr>
          </a:p>
        </p:txBody>
      </p:sp>
      <p:sp>
        <p:nvSpPr>
          <p:cNvPr id="620" name="Google Shape;620;p47"/>
          <p:cNvSpPr txBox="1"/>
          <p:nvPr/>
        </p:nvSpPr>
        <p:spPr>
          <a:xfrm>
            <a:off x="1857550" y="2283350"/>
            <a:ext cx="1269900" cy="492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Inter"/>
                <a:ea typeface="Inter"/>
                <a:cs typeface="Inter"/>
                <a:sym typeface="Inter"/>
              </a:rPr>
              <a:t>$20M</a:t>
            </a:r>
            <a:endParaRPr sz="1600">
              <a:solidFill>
                <a:schemeClr val="lt1"/>
              </a:solidFill>
              <a:latin typeface="Inter"/>
              <a:ea typeface="Inter"/>
              <a:cs typeface="Inter"/>
              <a:sym typeface="Inter"/>
            </a:endParaRPr>
          </a:p>
        </p:txBody>
      </p:sp>
      <p:sp>
        <p:nvSpPr>
          <p:cNvPr id="621" name="Google Shape;621;p47"/>
          <p:cNvSpPr txBox="1"/>
          <p:nvPr/>
        </p:nvSpPr>
        <p:spPr>
          <a:xfrm>
            <a:off x="1857550" y="3542775"/>
            <a:ext cx="1269900" cy="492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dk1"/>
                </a:solidFill>
                <a:latin typeface="Inter"/>
                <a:ea typeface="Inter"/>
                <a:cs typeface="Inter"/>
                <a:sym typeface="Inter"/>
              </a:rPr>
              <a:t>$5M</a:t>
            </a:r>
            <a:endParaRPr sz="1600">
              <a:solidFill>
                <a:schemeClr val="dk1"/>
              </a:solidFill>
              <a:latin typeface="Inter"/>
              <a:ea typeface="Inter"/>
              <a:cs typeface="Inter"/>
              <a:sym typeface="Inter"/>
            </a:endParaRPr>
          </a:p>
        </p:txBody>
      </p:sp>
      <p:sp>
        <p:nvSpPr>
          <p:cNvPr id="622" name="Google Shape;622;p47"/>
          <p:cNvSpPr/>
          <p:nvPr/>
        </p:nvSpPr>
        <p:spPr>
          <a:xfrm>
            <a:off x="4539800" y="1299374"/>
            <a:ext cx="224100" cy="2241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47"/>
          <p:cNvSpPr txBox="1"/>
          <p:nvPr/>
        </p:nvSpPr>
        <p:spPr>
          <a:xfrm>
            <a:off x="4840100" y="1180584"/>
            <a:ext cx="3584100" cy="461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a:solidFill>
                  <a:schemeClr val="accent2"/>
                </a:solidFill>
                <a:latin typeface="Inter"/>
                <a:ea typeface="Inter"/>
                <a:cs typeface="Inter"/>
                <a:sym typeface="Inter"/>
              </a:rPr>
              <a:t>Outer circle</a:t>
            </a:r>
            <a:endParaRPr sz="1800">
              <a:solidFill>
                <a:schemeClr val="accent2"/>
              </a:solidFill>
              <a:latin typeface="Inter"/>
              <a:ea typeface="Inter"/>
              <a:cs typeface="Inter"/>
              <a:sym typeface="Inter"/>
            </a:endParaRPr>
          </a:p>
        </p:txBody>
      </p:sp>
      <p:sp>
        <p:nvSpPr>
          <p:cNvPr id="624" name="Google Shape;624;p47"/>
          <p:cNvSpPr txBox="1"/>
          <p:nvPr/>
        </p:nvSpPr>
        <p:spPr>
          <a:xfrm>
            <a:off x="4840100" y="1559299"/>
            <a:ext cx="3584100" cy="738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Raleway"/>
                <a:ea typeface="Raleway"/>
                <a:cs typeface="Raleway"/>
                <a:sym typeface="Raleway"/>
              </a:rPr>
              <a:t>Include the total size of the market, which represents the entire potential customer base for the product or service</a:t>
            </a:r>
            <a:endParaRPr sz="1200">
              <a:solidFill>
                <a:schemeClr val="dk1"/>
              </a:solidFill>
              <a:latin typeface="Raleway"/>
              <a:ea typeface="Raleway"/>
              <a:cs typeface="Raleway"/>
              <a:sym typeface="Raleway"/>
            </a:endParaRPr>
          </a:p>
        </p:txBody>
      </p:sp>
      <p:sp>
        <p:nvSpPr>
          <p:cNvPr id="625" name="Google Shape;625;p47"/>
          <p:cNvSpPr txBox="1"/>
          <p:nvPr/>
        </p:nvSpPr>
        <p:spPr>
          <a:xfrm>
            <a:off x="4840100" y="2240672"/>
            <a:ext cx="3584100" cy="461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a:solidFill>
                  <a:schemeClr val="accent2"/>
                </a:solidFill>
                <a:latin typeface="Inter"/>
                <a:ea typeface="Inter"/>
                <a:cs typeface="Inter"/>
                <a:sym typeface="Inter"/>
              </a:rPr>
              <a:t>Middle circle</a:t>
            </a:r>
            <a:endParaRPr sz="1800">
              <a:solidFill>
                <a:schemeClr val="accent2"/>
              </a:solidFill>
              <a:latin typeface="Inter"/>
              <a:ea typeface="Inter"/>
              <a:cs typeface="Inter"/>
              <a:sym typeface="Inter"/>
            </a:endParaRPr>
          </a:p>
        </p:txBody>
      </p:sp>
      <p:sp>
        <p:nvSpPr>
          <p:cNvPr id="626" name="Google Shape;626;p47"/>
          <p:cNvSpPr txBox="1"/>
          <p:nvPr/>
        </p:nvSpPr>
        <p:spPr>
          <a:xfrm>
            <a:off x="4840100" y="2619364"/>
            <a:ext cx="3584100" cy="92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Raleway"/>
                <a:ea typeface="Raleway"/>
                <a:cs typeface="Raleway"/>
                <a:sym typeface="Raleway"/>
              </a:rPr>
              <a:t>Identify the target market for the product or service, which may be a subset of the total market. This could be based on factors such as demographics, geography, or specific needs</a:t>
            </a:r>
            <a:endParaRPr sz="1200">
              <a:solidFill>
                <a:schemeClr val="dk1"/>
              </a:solidFill>
              <a:latin typeface="Raleway"/>
              <a:ea typeface="Raleway"/>
              <a:cs typeface="Raleway"/>
              <a:sym typeface="Raleway"/>
            </a:endParaRPr>
          </a:p>
        </p:txBody>
      </p:sp>
      <p:sp>
        <p:nvSpPr>
          <p:cNvPr id="627" name="Google Shape;627;p47"/>
          <p:cNvSpPr txBox="1"/>
          <p:nvPr/>
        </p:nvSpPr>
        <p:spPr>
          <a:xfrm>
            <a:off x="4840100" y="3487239"/>
            <a:ext cx="3584100" cy="461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a:solidFill>
                  <a:schemeClr val="accent2"/>
                </a:solidFill>
                <a:latin typeface="Inter"/>
                <a:ea typeface="Inter"/>
                <a:cs typeface="Inter"/>
                <a:sym typeface="Inter"/>
              </a:rPr>
              <a:t>Inner circle</a:t>
            </a:r>
            <a:endParaRPr sz="1800">
              <a:solidFill>
                <a:schemeClr val="accent2"/>
              </a:solidFill>
              <a:latin typeface="Inter"/>
              <a:ea typeface="Inter"/>
              <a:cs typeface="Inter"/>
              <a:sym typeface="Inter"/>
            </a:endParaRPr>
          </a:p>
        </p:txBody>
      </p:sp>
      <p:sp>
        <p:nvSpPr>
          <p:cNvPr id="628" name="Google Shape;628;p47"/>
          <p:cNvSpPr txBox="1"/>
          <p:nvPr/>
        </p:nvSpPr>
        <p:spPr>
          <a:xfrm>
            <a:off x="4840100" y="3865942"/>
            <a:ext cx="3584100" cy="738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Raleway"/>
                <a:ea typeface="Raleway"/>
                <a:cs typeface="Raleway"/>
                <a:sym typeface="Raleway"/>
              </a:rPr>
              <a:t>Indicate the current market size, which represents the portion of the target market that the company has successfully captured</a:t>
            </a:r>
            <a:endParaRPr sz="1200">
              <a:solidFill>
                <a:schemeClr val="dk1"/>
              </a:solidFill>
              <a:latin typeface="Raleway"/>
              <a:ea typeface="Raleway"/>
              <a:cs typeface="Raleway"/>
              <a:sym typeface="Raleway"/>
            </a:endParaRPr>
          </a:p>
        </p:txBody>
      </p:sp>
      <p:sp>
        <p:nvSpPr>
          <p:cNvPr id="629" name="Google Shape;629;p47"/>
          <p:cNvSpPr/>
          <p:nvPr/>
        </p:nvSpPr>
        <p:spPr>
          <a:xfrm>
            <a:off x="4539800" y="2359473"/>
            <a:ext cx="224100" cy="2241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7"/>
          <p:cNvSpPr/>
          <p:nvPr/>
        </p:nvSpPr>
        <p:spPr>
          <a:xfrm>
            <a:off x="4539825" y="3606076"/>
            <a:ext cx="224100" cy="2241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689"/>
        <p:cNvGrpSpPr/>
        <p:nvPr/>
      </p:nvGrpSpPr>
      <p:grpSpPr>
        <a:xfrm>
          <a:off x="0" y="0"/>
          <a:ext cx="0" cy="0"/>
          <a:chOff x="0" y="0"/>
          <a:chExt cx="0" cy="0"/>
        </a:xfrm>
      </p:grpSpPr>
      <p:sp>
        <p:nvSpPr>
          <p:cNvPr id="690" name="Google Shape;690;p52"/>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691" name="Google Shape;691;p52"/>
          <p:cNvSpPr txBox="1">
            <a:spLocks noGrp="1"/>
          </p:cNvSpPr>
          <p:nvPr>
            <p:ph type="body" idx="1"/>
          </p:nvPr>
        </p:nvSpPr>
        <p:spPr>
          <a:xfrm>
            <a:off x="720000" y="1094211"/>
            <a:ext cx="7704000" cy="3509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on this template? Get them for free at our other websites:</a:t>
            </a:r>
            <a:endParaRPr/>
          </a:p>
          <a:p>
            <a:pPr marL="0" lvl="0" indent="0" algn="l" rtl="0">
              <a:spcBef>
                <a:spcPts val="1000"/>
              </a:spcBef>
              <a:spcAft>
                <a:spcPts val="0"/>
              </a:spcAft>
              <a:buNone/>
            </a:pPr>
            <a:r>
              <a:rPr lang="en">
                <a:solidFill>
                  <a:schemeClr val="accent2"/>
                </a:solidFill>
              </a:rPr>
              <a:t>Vectors:</a:t>
            </a:r>
            <a:endParaRPr>
              <a:solidFill>
                <a:schemeClr val="accent2"/>
              </a:solidFill>
            </a:endParaRPr>
          </a:p>
          <a:p>
            <a:pPr marL="457200" lvl="0" indent="-304800" algn="l" rtl="0">
              <a:spcBef>
                <a:spcPts val="0"/>
              </a:spcBef>
              <a:spcAft>
                <a:spcPts val="0"/>
              </a:spcAft>
              <a:buSzPts val="1200"/>
              <a:buChar char="●"/>
            </a:pPr>
            <a:r>
              <a:rPr lang="en" u="sng">
                <a:solidFill>
                  <a:schemeClr val="hlink"/>
                </a:solidFill>
                <a:hlinkClick r:id="rId3"/>
              </a:rPr>
              <a:t>Background with colourful northern lights</a:t>
            </a:r>
            <a:endParaRPr/>
          </a:p>
          <a:p>
            <a:pPr marL="0" lvl="0" indent="0" algn="l" rtl="0">
              <a:spcBef>
                <a:spcPts val="1000"/>
              </a:spcBef>
              <a:spcAft>
                <a:spcPts val="0"/>
              </a:spcAft>
              <a:buNone/>
            </a:pPr>
            <a:r>
              <a:rPr lang="en">
                <a:solidFill>
                  <a:schemeClr val="accent2"/>
                </a:solidFill>
              </a:rPr>
              <a:t>Photos:</a:t>
            </a:r>
            <a:endParaRPr>
              <a:solidFill>
                <a:schemeClr val="accent2"/>
              </a:solidFill>
            </a:endParaRPr>
          </a:p>
          <a:p>
            <a:pPr marL="457200" lvl="0" indent="-304800" algn="l" rtl="0">
              <a:spcBef>
                <a:spcPts val="0"/>
              </a:spcBef>
              <a:spcAft>
                <a:spcPts val="0"/>
              </a:spcAft>
              <a:buSzPts val="1200"/>
              <a:buChar char="●"/>
            </a:pPr>
            <a:r>
              <a:rPr lang="en" u="sng">
                <a:solidFill>
                  <a:schemeClr val="hlink"/>
                </a:solidFill>
                <a:hlinkClick r:id="rId4"/>
              </a:rPr>
              <a:t>Office workers using finance graphs I</a:t>
            </a:r>
            <a:endParaRPr/>
          </a:p>
          <a:p>
            <a:pPr marL="457200" lvl="0" indent="-304800" algn="l" rtl="0">
              <a:spcBef>
                <a:spcPts val="0"/>
              </a:spcBef>
              <a:spcAft>
                <a:spcPts val="0"/>
              </a:spcAft>
              <a:buSzPts val="1200"/>
              <a:buChar char="●"/>
            </a:pPr>
            <a:r>
              <a:rPr lang="en" u="sng">
                <a:solidFill>
                  <a:schemeClr val="hlink"/>
                </a:solidFill>
                <a:hlinkClick r:id="rId5"/>
              </a:rPr>
              <a:t>Office workers using finance graphs II</a:t>
            </a:r>
            <a:endParaRPr/>
          </a:p>
          <a:p>
            <a:pPr marL="457200" lvl="0" indent="-304800" algn="l" rtl="0">
              <a:spcBef>
                <a:spcPts val="0"/>
              </a:spcBef>
              <a:spcAft>
                <a:spcPts val="0"/>
              </a:spcAft>
              <a:buSzPts val="1200"/>
              <a:buChar char="●"/>
            </a:pPr>
            <a:r>
              <a:rPr lang="en" u="sng">
                <a:solidFill>
                  <a:schemeClr val="hlink"/>
                </a:solidFill>
                <a:hlinkClick r:id="rId6"/>
              </a:rPr>
              <a:t>Office workers using finance graphs III</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95"/>
        <p:cNvGrpSpPr/>
        <p:nvPr/>
      </p:nvGrpSpPr>
      <p:grpSpPr>
        <a:xfrm>
          <a:off x="0" y="0"/>
          <a:ext cx="0" cy="0"/>
          <a:chOff x="0" y="0"/>
          <a:chExt cx="0" cy="0"/>
        </a:xfrm>
      </p:grpSpPr>
      <p:sp>
        <p:nvSpPr>
          <p:cNvPr id="696" name="Google Shape;696;p53"/>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697" name="Google Shape;697;p53"/>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4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rgbClr val="FFFFFF"/>
              </a:solidFill>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01"/>
        <p:cNvGrpSpPr/>
        <p:nvPr/>
      </p:nvGrpSpPr>
      <p:grpSpPr>
        <a:xfrm>
          <a:off x="0" y="0"/>
          <a:ext cx="0" cy="0"/>
          <a:chOff x="0" y="0"/>
          <a:chExt cx="0" cy="0"/>
        </a:xfrm>
      </p:grpSpPr>
      <p:sp>
        <p:nvSpPr>
          <p:cNvPr id="702" name="Google Shape;702;p54"/>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chemeClr val="lt1"/>
              </a:solidFill>
            </a:endParaRPr>
          </a:p>
        </p:txBody>
      </p:sp>
      <p:sp>
        <p:nvSpPr>
          <p:cNvPr id="703" name="Google Shape;703;p54"/>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07"/>
        <p:cNvGrpSpPr/>
        <p:nvPr/>
      </p:nvGrpSpPr>
      <p:grpSpPr>
        <a:xfrm>
          <a:off x="0" y="0"/>
          <a:ext cx="0" cy="0"/>
          <a:chOff x="0" y="0"/>
          <a:chExt cx="0" cy="0"/>
        </a:xfrm>
      </p:grpSpPr>
      <p:sp>
        <p:nvSpPr>
          <p:cNvPr id="708" name="Google Shape;708;p55"/>
          <p:cNvSpPr txBox="1"/>
          <p:nvPr/>
        </p:nvSpPr>
        <p:spPr>
          <a:xfrm>
            <a:off x="716700" y="1188000"/>
            <a:ext cx="7710600" cy="142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rgbClr val="FFFFFF"/>
                </a:solidFill>
              </a:rPr>
              <a:t>This presentation has been made using the following fonts:</a:t>
            </a:r>
            <a:endParaRPr sz="1100">
              <a:solidFill>
                <a:srgbClr val="FFFFFF"/>
              </a:solidFill>
            </a:endParaRPr>
          </a:p>
          <a:p>
            <a:pPr marL="0" lvl="0" indent="0" algn="ctr" rtl="0">
              <a:spcBef>
                <a:spcPts val="1000"/>
              </a:spcBef>
              <a:spcAft>
                <a:spcPts val="0"/>
              </a:spcAft>
              <a:buClr>
                <a:schemeClr val="dk1"/>
              </a:buClr>
              <a:buSzPts val="1100"/>
              <a:buFont typeface="Arial"/>
              <a:buNone/>
            </a:pPr>
            <a:r>
              <a:rPr lang="en" sz="1100">
                <a:solidFill>
                  <a:srgbClr val="FFFFFF"/>
                </a:solidFill>
              </a:rPr>
              <a:t>Inter</a:t>
            </a:r>
            <a:endParaRPr sz="1100">
              <a:solidFill>
                <a:srgbClr val="FFFFFF"/>
              </a:solidFill>
            </a:endParaRPr>
          </a:p>
          <a:p>
            <a:pPr marL="0" lvl="0" indent="0" algn="ctr" rtl="0">
              <a:spcBef>
                <a:spcPts val="0"/>
              </a:spcBef>
              <a:spcAft>
                <a:spcPts val="0"/>
              </a:spcAft>
              <a:buClr>
                <a:schemeClr val="dk1"/>
              </a:buClr>
              <a:buSzPts val="1100"/>
              <a:buFont typeface="Arial"/>
              <a:buNone/>
            </a:pPr>
            <a:r>
              <a:rPr lang="en" sz="1100" b="1">
                <a:solidFill>
                  <a:srgbClr val="FFFFFF"/>
                </a:solidFill>
              </a:rPr>
              <a:t>(</a:t>
            </a:r>
            <a:r>
              <a:rPr lang="en" sz="1100" b="1" u="sng">
                <a:solidFill>
                  <a:srgbClr val="FFFFFF"/>
                </a:solidFill>
                <a:hlinkClick r:id="rId3">
                  <a:extLst>
                    <a:ext uri="{A12FA001-AC4F-418D-AE19-62706E023703}">
                      <ahyp:hlinkClr xmlns:ahyp="http://schemas.microsoft.com/office/drawing/2018/hyperlinkcolor" val="tx"/>
                    </a:ext>
                  </a:extLst>
                </a:hlinkClick>
              </a:rPr>
              <a:t>https://fonts.google.com/specimen/Inter</a:t>
            </a:r>
            <a:r>
              <a:rPr lang="en" sz="1100" b="1">
                <a:solidFill>
                  <a:srgbClr val="FFFFFF"/>
                </a:solidFill>
              </a:rPr>
              <a:t>)</a:t>
            </a:r>
            <a:endParaRPr sz="1100" b="1">
              <a:solidFill>
                <a:srgbClr val="FFFFFF"/>
              </a:solidFill>
            </a:endParaRPr>
          </a:p>
          <a:p>
            <a:pPr marL="0" lvl="0" indent="0" algn="ctr" rtl="0">
              <a:spcBef>
                <a:spcPts val="0"/>
              </a:spcBef>
              <a:spcAft>
                <a:spcPts val="0"/>
              </a:spcAft>
              <a:buClr>
                <a:schemeClr val="dk1"/>
              </a:buClr>
              <a:buSzPts val="1100"/>
              <a:buFont typeface="Arial"/>
              <a:buNone/>
            </a:pPr>
            <a:endParaRPr sz="1100">
              <a:solidFill>
                <a:srgbClr val="FFFFFF"/>
              </a:solidFill>
            </a:endParaRPr>
          </a:p>
          <a:p>
            <a:pPr marL="0" lvl="0" indent="0" algn="ctr" rtl="0">
              <a:spcBef>
                <a:spcPts val="0"/>
              </a:spcBef>
              <a:spcAft>
                <a:spcPts val="0"/>
              </a:spcAft>
              <a:buClr>
                <a:schemeClr val="dk1"/>
              </a:buClr>
              <a:buSzPts val="1100"/>
              <a:buFont typeface="Arial"/>
              <a:buNone/>
            </a:pPr>
            <a:r>
              <a:rPr lang="en" sz="1100">
                <a:solidFill>
                  <a:srgbClr val="FFFFFF"/>
                </a:solidFill>
              </a:rPr>
              <a:t>Raleway</a:t>
            </a:r>
            <a:endParaRPr sz="1100">
              <a:solidFill>
                <a:srgbClr val="FFFFFF"/>
              </a:solidFill>
            </a:endParaRPr>
          </a:p>
          <a:p>
            <a:pPr marL="0" lvl="0" indent="0" algn="ctr" rtl="0">
              <a:spcBef>
                <a:spcPts val="0"/>
              </a:spcBef>
              <a:spcAft>
                <a:spcPts val="0"/>
              </a:spcAft>
              <a:buClr>
                <a:schemeClr val="dk1"/>
              </a:buClr>
              <a:buSzPts val="1100"/>
              <a:buFont typeface="Arial"/>
              <a:buNone/>
            </a:pPr>
            <a:r>
              <a:rPr lang="en" sz="1100" b="1">
                <a:solidFill>
                  <a:srgbClr val="FFFFFF"/>
                </a:solidFill>
              </a:rPr>
              <a:t>(</a:t>
            </a:r>
            <a:r>
              <a:rPr lang="en" sz="1100" b="1" u="sng">
                <a:solidFill>
                  <a:srgbClr val="FFFFFF"/>
                </a:solidFill>
                <a:hlinkClick r:id="rId4">
                  <a:extLst>
                    <a:ext uri="{A12FA001-AC4F-418D-AE19-62706E023703}">
                      <ahyp:hlinkClr xmlns:ahyp="http://schemas.microsoft.com/office/drawing/2018/hyperlinkcolor" val="tx"/>
                    </a:ext>
                  </a:extLst>
                </a:hlinkClick>
              </a:rPr>
              <a:t>https://fonts.google.com/specimen/Raleway</a:t>
            </a:r>
            <a:r>
              <a:rPr lang="en" sz="1100" b="1">
                <a:solidFill>
                  <a:srgbClr val="FFFFFF"/>
                </a:solidFill>
              </a:rPr>
              <a:t>)</a:t>
            </a:r>
            <a:endParaRPr sz="1100" b="1">
              <a:solidFill>
                <a:srgbClr val="FFFFFF"/>
              </a:solidFill>
            </a:endParaRPr>
          </a:p>
        </p:txBody>
      </p:sp>
      <p:sp>
        <p:nvSpPr>
          <p:cNvPr id="709" name="Google Shape;709;p55"/>
          <p:cNvSpPr/>
          <p:nvPr/>
        </p:nvSpPr>
        <p:spPr>
          <a:xfrm>
            <a:off x="3114470" y="2947800"/>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55"/>
          <p:cNvSpPr/>
          <p:nvPr/>
        </p:nvSpPr>
        <p:spPr>
          <a:xfrm>
            <a:off x="4176289" y="2947800"/>
            <a:ext cx="791400" cy="754200"/>
          </a:xfrm>
          <a:prstGeom prst="roundRect">
            <a:avLst>
              <a:gd name="adj" fmla="val 16667"/>
            </a:avLst>
          </a:prstGeom>
          <a:solidFill>
            <a:srgbClr val="19191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55"/>
          <p:cNvSpPr txBox="1"/>
          <p:nvPr/>
        </p:nvSpPr>
        <p:spPr>
          <a:xfrm>
            <a:off x="3114475"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712" name="Google Shape;712;p55"/>
          <p:cNvSpPr txBox="1"/>
          <p:nvPr/>
        </p:nvSpPr>
        <p:spPr>
          <a:xfrm>
            <a:off x="4176300"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#191919</a:t>
            </a:r>
            <a:endParaRPr sz="1000">
              <a:solidFill>
                <a:srgbClr val="FFFFFF"/>
              </a:solidFill>
            </a:endParaRPr>
          </a:p>
        </p:txBody>
      </p:sp>
      <p:sp>
        <p:nvSpPr>
          <p:cNvPr id="713" name="Google Shape;713;p55"/>
          <p:cNvSpPr/>
          <p:nvPr/>
        </p:nvSpPr>
        <p:spPr>
          <a:xfrm>
            <a:off x="5238125" y="2947800"/>
            <a:ext cx="791400" cy="754200"/>
          </a:xfrm>
          <a:prstGeom prst="roundRect">
            <a:avLst>
              <a:gd name="adj" fmla="val 16667"/>
            </a:avLst>
          </a:prstGeom>
          <a:solidFill>
            <a:srgbClr val="0044B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55"/>
          <p:cNvSpPr txBox="1"/>
          <p:nvPr/>
        </p:nvSpPr>
        <p:spPr>
          <a:xfrm>
            <a:off x="5238125"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#0044b8</a:t>
            </a:r>
            <a:endParaRPr sz="1000">
              <a:solidFill>
                <a:srgbClr val="FFFFFF"/>
              </a:solidFill>
            </a:endParaRPr>
          </a:p>
        </p:txBody>
      </p:sp>
      <p:sp>
        <p:nvSpPr>
          <p:cNvPr id="715" name="Google Shape;715;p55"/>
          <p:cNvSpPr/>
          <p:nvPr/>
        </p:nvSpPr>
        <p:spPr>
          <a:xfrm>
            <a:off x="3114470" y="3878900"/>
            <a:ext cx="791400" cy="754200"/>
          </a:xfrm>
          <a:prstGeom prst="roundRect">
            <a:avLst>
              <a:gd name="adj" fmla="val 16667"/>
            </a:avLst>
          </a:prstGeom>
          <a:solidFill>
            <a:srgbClr val="00B47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55"/>
          <p:cNvSpPr/>
          <p:nvPr/>
        </p:nvSpPr>
        <p:spPr>
          <a:xfrm>
            <a:off x="4176289" y="3878900"/>
            <a:ext cx="791400" cy="754200"/>
          </a:xfrm>
          <a:prstGeom prst="roundRect">
            <a:avLst>
              <a:gd name="adj" fmla="val 16667"/>
            </a:avLst>
          </a:prstGeom>
          <a:solidFill>
            <a:srgbClr val="88AFF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55"/>
          <p:cNvSpPr txBox="1"/>
          <p:nvPr/>
        </p:nvSpPr>
        <p:spPr>
          <a:xfrm>
            <a:off x="3114475" y="40359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#00b47e</a:t>
            </a:r>
            <a:endParaRPr sz="1000">
              <a:solidFill>
                <a:schemeClr val="dk1"/>
              </a:solidFill>
            </a:endParaRPr>
          </a:p>
        </p:txBody>
      </p:sp>
      <p:sp>
        <p:nvSpPr>
          <p:cNvPr id="718" name="Google Shape;718;p55"/>
          <p:cNvSpPr txBox="1"/>
          <p:nvPr/>
        </p:nvSpPr>
        <p:spPr>
          <a:xfrm>
            <a:off x="4176300" y="40359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#88aff1</a:t>
            </a:r>
            <a:endParaRPr sz="1000">
              <a:solidFill>
                <a:schemeClr val="dk1"/>
              </a:solidFill>
            </a:endParaRPr>
          </a:p>
        </p:txBody>
      </p:sp>
      <p:sp>
        <p:nvSpPr>
          <p:cNvPr id="719" name="Google Shape;719;p55"/>
          <p:cNvSpPr/>
          <p:nvPr/>
        </p:nvSpPr>
        <p:spPr>
          <a:xfrm>
            <a:off x="5238125" y="3878900"/>
            <a:ext cx="791400" cy="754200"/>
          </a:xfrm>
          <a:prstGeom prst="roundRect">
            <a:avLst>
              <a:gd name="adj" fmla="val 16667"/>
            </a:avLst>
          </a:prstGeom>
          <a:solidFill>
            <a:srgbClr val="B6DED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55"/>
          <p:cNvSpPr txBox="1"/>
          <p:nvPr/>
        </p:nvSpPr>
        <p:spPr>
          <a:xfrm>
            <a:off x="5238125" y="40359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#b6ded1</a:t>
            </a:r>
            <a:endParaRPr sz="1000">
              <a:solidFill>
                <a:schemeClr val="dk1"/>
              </a:solidFill>
            </a:endParaRPr>
          </a:p>
        </p:txBody>
      </p:sp>
      <p:sp>
        <p:nvSpPr>
          <p:cNvPr id="721" name="Google Shape;721;p55"/>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25"/>
        <p:cNvGrpSpPr/>
        <p:nvPr/>
      </p:nvGrpSpPr>
      <p:grpSpPr>
        <a:xfrm>
          <a:off x="0" y="0"/>
          <a:ext cx="0" cy="0"/>
          <a:chOff x="0" y="0"/>
          <a:chExt cx="0" cy="0"/>
        </a:xfrm>
      </p:grpSpPr>
      <p:sp>
        <p:nvSpPr>
          <p:cNvPr id="726" name="Google Shape;726;p56"/>
          <p:cNvSpPr txBox="1"/>
          <p:nvPr/>
        </p:nvSpPr>
        <p:spPr>
          <a:xfrm>
            <a:off x="1572600" y="1188000"/>
            <a:ext cx="59988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727" name="Google Shape;727;p56"/>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728" name="Google Shape;728;p56"/>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729" name="Google Shape;729;p56">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730" name="Google Shape;730;p56">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731" name="Google Shape;731;p56">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732" name="Google Shape;732;p56">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733" name="Google Shape;733;p56"/>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734" name="Google Shape;734;p56"/>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735" name="Google Shape;735;p56"/>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736" name="Google Shape;736;p56"/>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737" name="Google Shape;737;p56">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41"/>
        <p:cNvGrpSpPr/>
        <p:nvPr/>
      </p:nvGrpSpPr>
      <p:grpSpPr>
        <a:xfrm>
          <a:off x="0" y="0"/>
          <a:ext cx="0" cy="0"/>
          <a:chOff x="0" y="0"/>
          <a:chExt cx="0" cy="0"/>
        </a:xfrm>
      </p:grpSpPr>
      <p:sp>
        <p:nvSpPr>
          <p:cNvPr id="742" name="Google Shape;742;p57"/>
          <p:cNvSpPr txBox="1"/>
          <p:nvPr/>
        </p:nvSpPr>
        <p:spPr>
          <a:xfrm>
            <a:off x="716775" y="1188000"/>
            <a:ext cx="7710600" cy="772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743" name="Google Shape;743;p57"/>
          <p:cNvGrpSpPr/>
          <p:nvPr/>
        </p:nvGrpSpPr>
        <p:grpSpPr>
          <a:xfrm>
            <a:off x="5117640" y="3085736"/>
            <a:ext cx="474294" cy="551291"/>
            <a:chOff x="4727025" y="1332775"/>
            <a:chExt cx="59900" cy="69625"/>
          </a:xfrm>
        </p:grpSpPr>
        <p:sp>
          <p:nvSpPr>
            <p:cNvPr id="744" name="Google Shape;744;p57"/>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57"/>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 name="Google Shape;746;p57"/>
          <p:cNvGrpSpPr/>
          <p:nvPr/>
        </p:nvGrpSpPr>
        <p:grpSpPr>
          <a:xfrm>
            <a:off x="5731296" y="2314340"/>
            <a:ext cx="555653" cy="557031"/>
            <a:chOff x="4820425" y="1329900"/>
            <a:chExt cx="70175" cy="70350"/>
          </a:xfrm>
        </p:grpSpPr>
        <p:sp>
          <p:nvSpPr>
            <p:cNvPr id="747" name="Google Shape;747;p57"/>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57"/>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57"/>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57"/>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57"/>
          <p:cNvGrpSpPr/>
          <p:nvPr/>
        </p:nvGrpSpPr>
        <p:grpSpPr>
          <a:xfrm>
            <a:off x="6357664" y="2318845"/>
            <a:ext cx="582574" cy="533871"/>
            <a:chOff x="4903200" y="1331525"/>
            <a:chExt cx="73575" cy="67425"/>
          </a:xfrm>
        </p:grpSpPr>
        <p:sp>
          <p:nvSpPr>
            <p:cNvPr id="752" name="Google Shape;752;p57"/>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57"/>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 name="Google Shape;754;p57"/>
          <p:cNvGrpSpPr/>
          <p:nvPr/>
        </p:nvGrpSpPr>
        <p:grpSpPr>
          <a:xfrm>
            <a:off x="5717142" y="3078709"/>
            <a:ext cx="583960" cy="565345"/>
            <a:chOff x="4815575" y="1416800"/>
            <a:chExt cx="73750" cy="71400"/>
          </a:xfrm>
        </p:grpSpPr>
        <p:sp>
          <p:nvSpPr>
            <p:cNvPr id="755" name="Google Shape;755;p57"/>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57"/>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57"/>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 name="Google Shape;758;p57"/>
          <p:cNvGrpSpPr/>
          <p:nvPr/>
        </p:nvGrpSpPr>
        <p:grpSpPr>
          <a:xfrm>
            <a:off x="6351924" y="3108896"/>
            <a:ext cx="589898" cy="504970"/>
            <a:chOff x="4902475" y="1418875"/>
            <a:chExt cx="74500" cy="63775"/>
          </a:xfrm>
        </p:grpSpPr>
        <p:sp>
          <p:nvSpPr>
            <p:cNvPr id="759" name="Google Shape;759;p57"/>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57"/>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 name="Google Shape;761;p57"/>
          <p:cNvGrpSpPr/>
          <p:nvPr/>
        </p:nvGrpSpPr>
        <p:grpSpPr>
          <a:xfrm>
            <a:off x="5727139" y="3826000"/>
            <a:ext cx="563967" cy="567127"/>
            <a:chOff x="4818100" y="1507675"/>
            <a:chExt cx="71225" cy="71625"/>
          </a:xfrm>
        </p:grpSpPr>
        <p:sp>
          <p:nvSpPr>
            <p:cNvPr id="762" name="Google Shape;762;p57"/>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57"/>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57"/>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57"/>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 name="Google Shape;766;p57"/>
          <p:cNvGrpSpPr/>
          <p:nvPr/>
        </p:nvGrpSpPr>
        <p:grpSpPr>
          <a:xfrm>
            <a:off x="5040636" y="3829461"/>
            <a:ext cx="628301" cy="588505"/>
            <a:chOff x="4721450" y="1509475"/>
            <a:chExt cx="79350" cy="74325"/>
          </a:xfrm>
        </p:grpSpPr>
        <p:sp>
          <p:nvSpPr>
            <p:cNvPr id="767" name="Google Shape;767;p57"/>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57"/>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57"/>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57"/>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 name="Google Shape;771;p57"/>
          <p:cNvGrpSpPr/>
          <p:nvPr/>
        </p:nvGrpSpPr>
        <p:grpSpPr>
          <a:xfrm>
            <a:off x="6386170" y="3814027"/>
            <a:ext cx="557038" cy="562772"/>
            <a:chOff x="4906800" y="1507500"/>
            <a:chExt cx="70350" cy="71075"/>
          </a:xfrm>
        </p:grpSpPr>
        <p:sp>
          <p:nvSpPr>
            <p:cNvPr id="772" name="Google Shape;772;p57"/>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57"/>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57"/>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57"/>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57"/>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 name="Google Shape;777;p57"/>
          <p:cNvGrpSpPr/>
          <p:nvPr/>
        </p:nvGrpSpPr>
        <p:grpSpPr>
          <a:xfrm>
            <a:off x="4423778" y="2340963"/>
            <a:ext cx="517934" cy="517934"/>
            <a:chOff x="3736598" y="2170606"/>
            <a:chExt cx="404889" cy="404889"/>
          </a:xfrm>
        </p:grpSpPr>
        <p:sp>
          <p:nvSpPr>
            <p:cNvPr id="778" name="Google Shape;778;p57"/>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57"/>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57"/>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57"/>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57"/>
          <p:cNvGrpSpPr/>
          <p:nvPr/>
        </p:nvGrpSpPr>
        <p:grpSpPr>
          <a:xfrm>
            <a:off x="3690839" y="2341061"/>
            <a:ext cx="586986" cy="517740"/>
            <a:chOff x="3161917" y="2170682"/>
            <a:chExt cx="458870" cy="404737"/>
          </a:xfrm>
        </p:grpSpPr>
        <p:sp>
          <p:nvSpPr>
            <p:cNvPr id="783" name="Google Shape;783;p57"/>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57"/>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57"/>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 name="Google Shape;786;p57"/>
          <p:cNvGrpSpPr/>
          <p:nvPr/>
        </p:nvGrpSpPr>
        <p:grpSpPr>
          <a:xfrm>
            <a:off x="3713860" y="3102400"/>
            <a:ext cx="540943" cy="517963"/>
            <a:chOff x="3179914" y="2889488"/>
            <a:chExt cx="422876" cy="404911"/>
          </a:xfrm>
        </p:grpSpPr>
        <p:sp>
          <p:nvSpPr>
            <p:cNvPr id="787" name="Google Shape;787;p57"/>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57"/>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57"/>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57"/>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57"/>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57"/>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 name="Google Shape;793;p57"/>
          <p:cNvGrpSpPr/>
          <p:nvPr/>
        </p:nvGrpSpPr>
        <p:grpSpPr>
          <a:xfrm>
            <a:off x="4414654" y="3102358"/>
            <a:ext cx="536180" cy="518047"/>
            <a:chOff x="3729467" y="2889422"/>
            <a:chExt cx="419153" cy="404977"/>
          </a:xfrm>
        </p:grpSpPr>
        <p:sp>
          <p:nvSpPr>
            <p:cNvPr id="794" name="Google Shape;794;p57"/>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57"/>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57"/>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57"/>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57"/>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57"/>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57"/>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 name="Google Shape;801;p57"/>
          <p:cNvGrpSpPr/>
          <p:nvPr/>
        </p:nvGrpSpPr>
        <p:grpSpPr>
          <a:xfrm>
            <a:off x="1951688" y="3445787"/>
            <a:ext cx="965351" cy="134611"/>
            <a:chOff x="4411970" y="2962952"/>
            <a:chExt cx="706544" cy="104212"/>
          </a:xfrm>
        </p:grpSpPr>
        <p:sp>
          <p:nvSpPr>
            <p:cNvPr id="802" name="Google Shape;802;p57"/>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57"/>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57"/>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57"/>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 name="Google Shape;806;p57"/>
          <p:cNvGrpSpPr/>
          <p:nvPr/>
        </p:nvGrpSpPr>
        <p:grpSpPr>
          <a:xfrm>
            <a:off x="1951688" y="3041077"/>
            <a:ext cx="960158" cy="289172"/>
            <a:chOff x="4411970" y="2726085"/>
            <a:chExt cx="643107" cy="193659"/>
          </a:xfrm>
        </p:grpSpPr>
        <p:sp>
          <p:nvSpPr>
            <p:cNvPr id="807" name="Google Shape;807;p57"/>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57"/>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57"/>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 name="Google Shape;810;p57"/>
          <p:cNvGrpSpPr/>
          <p:nvPr/>
        </p:nvGrpSpPr>
        <p:grpSpPr>
          <a:xfrm>
            <a:off x="960185" y="3295400"/>
            <a:ext cx="811503" cy="252584"/>
            <a:chOff x="4411970" y="4340222"/>
            <a:chExt cx="779467" cy="242683"/>
          </a:xfrm>
        </p:grpSpPr>
        <p:sp>
          <p:nvSpPr>
            <p:cNvPr id="811" name="Google Shape;811;p57"/>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57"/>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57"/>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 name="Google Shape;814;p57"/>
          <p:cNvGrpSpPr/>
          <p:nvPr/>
        </p:nvGrpSpPr>
        <p:grpSpPr>
          <a:xfrm>
            <a:off x="1951688" y="2709308"/>
            <a:ext cx="965160" cy="216230"/>
            <a:chOff x="4411970" y="2468674"/>
            <a:chExt cx="747317" cy="167425"/>
          </a:xfrm>
        </p:grpSpPr>
        <p:sp>
          <p:nvSpPr>
            <p:cNvPr id="815" name="Google Shape;815;p57"/>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57"/>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7" name="Google Shape;817;p57"/>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8" name="Google Shape;818;p57"/>
          <p:cNvGrpSpPr/>
          <p:nvPr/>
        </p:nvGrpSpPr>
        <p:grpSpPr>
          <a:xfrm>
            <a:off x="959254" y="2334687"/>
            <a:ext cx="1959041" cy="208784"/>
            <a:chOff x="6336019" y="3733725"/>
            <a:chExt cx="2566206" cy="351310"/>
          </a:xfrm>
        </p:grpSpPr>
        <p:sp>
          <p:nvSpPr>
            <p:cNvPr id="819" name="Google Shape;819;p57"/>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57"/>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57"/>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57"/>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 name="Google Shape;823;p57"/>
          <p:cNvGrpSpPr/>
          <p:nvPr/>
        </p:nvGrpSpPr>
        <p:grpSpPr>
          <a:xfrm>
            <a:off x="1951688" y="3950602"/>
            <a:ext cx="946551" cy="153200"/>
            <a:chOff x="4404545" y="3301592"/>
            <a:chExt cx="782403" cy="129272"/>
          </a:xfrm>
        </p:grpSpPr>
        <p:sp>
          <p:nvSpPr>
            <p:cNvPr id="824" name="Google Shape;824;p57"/>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57"/>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57"/>
          <p:cNvGrpSpPr/>
          <p:nvPr/>
        </p:nvGrpSpPr>
        <p:grpSpPr>
          <a:xfrm>
            <a:off x="1951688" y="3695937"/>
            <a:ext cx="962257" cy="139127"/>
            <a:chOff x="4411970" y="3131459"/>
            <a:chExt cx="710520" cy="117397"/>
          </a:xfrm>
        </p:grpSpPr>
        <p:sp>
          <p:nvSpPr>
            <p:cNvPr id="827" name="Google Shape;827;p57"/>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57"/>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9" name="Google Shape;829;p57"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0" name="Google Shape;830;p57"/>
          <p:cNvGrpSpPr/>
          <p:nvPr/>
        </p:nvGrpSpPr>
        <p:grpSpPr>
          <a:xfrm>
            <a:off x="951833" y="3621603"/>
            <a:ext cx="823838" cy="458988"/>
            <a:chOff x="4411970" y="1801825"/>
            <a:chExt cx="734586" cy="409262"/>
          </a:xfrm>
        </p:grpSpPr>
        <p:sp>
          <p:nvSpPr>
            <p:cNvPr id="831" name="Google Shape;831;p57"/>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57"/>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 name="Google Shape;833;p57"/>
          <p:cNvGrpSpPr/>
          <p:nvPr/>
        </p:nvGrpSpPr>
        <p:grpSpPr>
          <a:xfrm>
            <a:off x="3056804" y="2339173"/>
            <a:ext cx="521514" cy="521514"/>
            <a:chOff x="5681300" y="2527788"/>
            <a:chExt cx="805800" cy="805800"/>
          </a:xfrm>
        </p:grpSpPr>
        <p:sp>
          <p:nvSpPr>
            <p:cNvPr id="834" name="Google Shape;834;p57"/>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57"/>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 name="Google Shape;836;p57"/>
          <p:cNvGrpSpPr/>
          <p:nvPr/>
        </p:nvGrpSpPr>
        <p:grpSpPr>
          <a:xfrm>
            <a:off x="3051044" y="3094865"/>
            <a:ext cx="533033" cy="533033"/>
            <a:chOff x="4049800" y="640400"/>
            <a:chExt cx="858900" cy="858900"/>
          </a:xfrm>
        </p:grpSpPr>
        <p:sp>
          <p:nvSpPr>
            <p:cNvPr id="837" name="Google Shape;837;p57"/>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57"/>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 name="Google Shape;839;p57"/>
          <p:cNvGrpSpPr/>
          <p:nvPr/>
        </p:nvGrpSpPr>
        <p:grpSpPr>
          <a:xfrm>
            <a:off x="2976527" y="3772543"/>
            <a:ext cx="682068" cy="682068"/>
            <a:chOff x="5080188" y="927900"/>
            <a:chExt cx="961200" cy="961200"/>
          </a:xfrm>
        </p:grpSpPr>
        <p:sp>
          <p:nvSpPr>
            <p:cNvPr id="840" name="Google Shape;840;p57"/>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57"/>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57"/>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57"/>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57"/>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57"/>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57"/>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57"/>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 name="Google Shape;848;p57"/>
          <p:cNvGrpSpPr/>
          <p:nvPr/>
        </p:nvGrpSpPr>
        <p:grpSpPr>
          <a:xfrm>
            <a:off x="4440026" y="3869234"/>
            <a:ext cx="505650" cy="504006"/>
            <a:chOff x="6039282" y="1042577"/>
            <a:chExt cx="734315" cy="731929"/>
          </a:xfrm>
        </p:grpSpPr>
        <p:sp>
          <p:nvSpPr>
            <p:cNvPr id="849" name="Google Shape;849;p57"/>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57"/>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57"/>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57"/>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57"/>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57"/>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57"/>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57"/>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57"/>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57"/>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57"/>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57"/>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57"/>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57"/>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57"/>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57"/>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57"/>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57"/>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57"/>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57"/>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57"/>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57"/>
          <p:cNvGrpSpPr/>
          <p:nvPr/>
        </p:nvGrpSpPr>
        <p:grpSpPr>
          <a:xfrm>
            <a:off x="5052628" y="2298862"/>
            <a:ext cx="567744" cy="602136"/>
            <a:chOff x="1825800" y="1651625"/>
            <a:chExt cx="539989" cy="571775"/>
          </a:xfrm>
        </p:grpSpPr>
        <p:sp>
          <p:nvSpPr>
            <p:cNvPr id="871" name="Google Shape;871;p57"/>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57"/>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57"/>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57"/>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 name="Google Shape;875;p57"/>
          <p:cNvGrpSpPr/>
          <p:nvPr/>
        </p:nvGrpSpPr>
        <p:grpSpPr>
          <a:xfrm>
            <a:off x="3727557" y="3855579"/>
            <a:ext cx="508123" cy="507955"/>
            <a:chOff x="1897577" y="2802432"/>
            <a:chExt cx="492176" cy="492014"/>
          </a:xfrm>
        </p:grpSpPr>
        <p:sp>
          <p:nvSpPr>
            <p:cNvPr id="876" name="Google Shape;876;p57"/>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57"/>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57"/>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57"/>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57"/>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57"/>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57"/>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57"/>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57"/>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57"/>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5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5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 name="Google Shape;888;p57"/>
          <p:cNvGrpSpPr/>
          <p:nvPr/>
        </p:nvGrpSpPr>
        <p:grpSpPr>
          <a:xfrm>
            <a:off x="959087" y="4169123"/>
            <a:ext cx="809227" cy="200842"/>
            <a:chOff x="2013045" y="4813233"/>
            <a:chExt cx="921986" cy="228854"/>
          </a:xfrm>
        </p:grpSpPr>
        <p:sp>
          <p:nvSpPr>
            <p:cNvPr id="889" name="Google Shape;889;p57"/>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57"/>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 name="Google Shape;891;p57"/>
          <p:cNvGrpSpPr/>
          <p:nvPr/>
        </p:nvGrpSpPr>
        <p:grpSpPr>
          <a:xfrm>
            <a:off x="967547" y="2656004"/>
            <a:ext cx="792421" cy="269941"/>
            <a:chOff x="1046767" y="4756633"/>
            <a:chExt cx="859646" cy="292841"/>
          </a:xfrm>
        </p:grpSpPr>
        <p:sp>
          <p:nvSpPr>
            <p:cNvPr id="892" name="Google Shape;892;p57"/>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57"/>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57"/>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5" name="Google Shape;895;p57"/>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57"/>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57"/>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57"/>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9" name="Google Shape;899;p57"/>
          <p:cNvGrpSpPr/>
          <p:nvPr/>
        </p:nvGrpSpPr>
        <p:grpSpPr>
          <a:xfrm>
            <a:off x="7103403" y="2550562"/>
            <a:ext cx="166473" cy="141497"/>
            <a:chOff x="4660325" y="1866850"/>
            <a:chExt cx="68350" cy="58100"/>
          </a:xfrm>
        </p:grpSpPr>
        <p:sp>
          <p:nvSpPr>
            <p:cNvPr id="900" name="Google Shape;900;p57"/>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57"/>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 name="Google Shape;902;p57"/>
          <p:cNvGrpSpPr/>
          <p:nvPr/>
        </p:nvGrpSpPr>
        <p:grpSpPr>
          <a:xfrm>
            <a:off x="7412747" y="2576286"/>
            <a:ext cx="162515" cy="90049"/>
            <a:chOff x="4791775" y="1877500"/>
            <a:chExt cx="66725" cy="36975"/>
          </a:xfrm>
        </p:grpSpPr>
        <p:sp>
          <p:nvSpPr>
            <p:cNvPr id="903" name="Google Shape;903;p57"/>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57"/>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 name="Google Shape;905;p57"/>
          <p:cNvGrpSpPr/>
          <p:nvPr/>
        </p:nvGrpSpPr>
        <p:grpSpPr>
          <a:xfrm>
            <a:off x="7734460" y="2576286"/>
            <a:ext cx="144979" cy="90049"/>
            <a:chOff x="4923925" y="1877500"/>
            <a:chExt cx="59525" cy="36975"/>
          </a:xfrm>
        </p:grpSpPr>
        <p:sp>
          <p:nvSpPr>
            <p:cNvPr id="906" name="Google Shape;906;p57"/>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57"/>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 name="Google Shape;908;p57"/>
          <p:cNvGrpSpPr/>
          <p:nvPr/>
        </p:nvGrpSpPr>
        <p:grpSpPr>
          <a:xfrm>
            <a:off x="8028952" y="2558477"/>
            <a:ext cx="141447" cy="125667"/>
            <a:chOff x="5058450" y="1870100"/>
            <a:chExt cx="58075" cy="51600"/>
          </a:xfrm>
        </p:grpSpPr>
        <p:sp>
          <p:nvSpPr>
            <p:cNvPr id="909" name="Google Shape;909;p57"/>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57"/>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 name="Google Shape;911;p57"/>
          <p:cNvGrpSpPr/>
          <p:nvPr/>
        </p:nvGrpSpPr>
        <p:grpSpPr>
          <a:xfrm>
            <a:off x="7443466" y="2980885"/>
            <a:ext cx="101077" cy="107645"/>
            <a:chOff x="4811425" y="2065025"/>
            <a:chExt cx="41500" cy="44200"/>
          </a:xfrm>
        </p:grpSpPr>
        <p:sp>
          <p:nvSpPr>
            <p:cNvPr id="912" name="Google Shape;912;p57"/>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57"/>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 name="Google Shape;914;p57"/>
          <p:cNvGrpSpPr/>
          <p:nvPr/>
        </p:nvGrpSpPr>
        <p:grpSpPr>
          <a:xfrm>
            <a:off x="7735904" y="2981098"/>
            <a:ext cx="120867" cy="107218"/>
            <a:chOff x="4929875" y="2065025"/>
            <a:chExt cx="49625" cy="44025"/>
          </a:xfrm>
        </p:grpSpPr>
        <p:sp>
          <p:nvSpPr>
            <p:cNvPr id="915" name="Google Shape;915;p57"/>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57"/>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 name="Google Shape;917;p57"/>
          <p:cNvGrpSpPr/>
          <p:nvPr/>
        </p:nvGrpSpPr>
        <p:grpSpPr>
          <a:xfrm>
            <a:off x="8064572" y="2984112"/>
            <a:ext cx="70206" cy="101191"/>
            <a:chOff x="5083925" y="2066350"/>
            <a:chExt cx="28825" cy="41550"/>
          </a:xfrm>
        </p:grpSpPr>
        <p:sp>
          <p:nvSpPr>
            <p:cNvPr id="918" name="Google Shape;918;p57"/>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57"/>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 name="Google Shape;920;p57"/>
          <p:cNvGrpSpPr/>
          <p:nvPr/>
        </p:nvGrpSpPr>
        <p:grpSpPr>
          <a:xfrm>
            <a:off x="7096126" y="2999759"/>
            <a:ext cx="181026" cy="69896"/>
            <a:chOff x="4659775" y="2072775"/>
            <a:chExt cx="74325" cy="28700"/>
          </a:xfrm>
        </p:grpSpPr>
        <p:sp>
          <p:nvSpPr>
            <p:cNvPr id="921" name="Google Shape;921;p57"/>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57"/>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57"/>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 name="Google Shape;924;p57"/>
          <p:cNvGrpSpPr/>
          <p:nvPr/>
        </p:nvGrpSpPr>
        <p:grpSpPr>
          <a:xfrm>
            <a:off x="8015982" y="2790324"/>
            <a:ext cx="167387" cy="89197"/>
            <a:chOff x="4662475" y="1976500"/>
            <a:chExt cx="68725" cy="36625"/>
          </a:xfrm>
        </p:grpSpPr>
        <p:sp>
          <p:nvSpPr>
            <p:cNvPr id="925" name="Google Shape;925;p57"/>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57"/>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57"/>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 name="Google Shape;928;p57"/>
          <p:cNvGrpSpPr/>
          <p:nvPr/>
        </p:nvGrpSpPr>
        <p:grpSpPr>
          <a:xfrm>
            <a:off x="7712887" y="2793764"/>
            <a:ext cx="166899" cy="82317"/>
            <a:chOff x="4920150" y="1977875"/>
            <a:chExt cx="68525" cy="33800"/>
          </a:xfrm>
        </p:grpSpPr>
        <p:sp>
          <p:nvSpPr>
            <p:cNvPr id="929" name="Google Shape;929;p57"/>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57"/>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57"/>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 name="Google Shape;932;p57"/>
          <p:cNvGrpSpPr/>
          <p:nvPr/>
        </p:nvGrpSpPr>
        <p:grpSpPr>
          <a:xfrm>
            <a:off x="7124044" y="3197682"/>
            <a:ext cx="125190" cy="127859"/>
            <a:chOff x="4676550" y="2160575"/>
            <a:chExt cx="51400" cy="52500"/>
          </a:xfrm>
        </p:grpSpPr>
        <p:sp>
          <p:nvSpPr>
            <p:cNvPr id="933" name="Google Shape;933;p57"/>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57"/>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57"/>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 name="Google Shape;936;p57"/>
          <p:cNvGrpSpPr/>
          <p:nvPr/>
        </p:nvGrpSpPr>
        <p:grpSpPr>
          <a:xfrm>
            <a:off x="7421302" y="3204714"/>
            <a:ext cx="145405" cy="113794"/>
            <a:chOff x="4768325" y="2163475"/>
            <a:chExt cx="59700" cy="46725"/>
          </a:xfrm>
        </p:grpSpPr>
        <p:sp>
          <p:nvSpPr>
            <p:cNvPr id="937" name="Google Shape;937;p57"/>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57"/>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9" name="Google Shape;939;p57"/>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57"/>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57"/>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57"/>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57"/>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57"/>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5" name="Google Shape;945;p57"/>
          <p:cNvGrpSpPr/>
          <p:nvPr/>
        </p:nvGrpSpPr>
        <p:grpSpPr>
          <a:xfrm>
            <a:off x="7437621" y="3459808"/>
            <a:ext cx="112768" cy="106853"/>
            <a:chOff x="4768575" y="2253950"/>
            <a:chExt cx="46300" cy="43875"/>
          </a:xfrm>
        </p:grpSpPr>
        <p:sp>
          <p:nvSpPr>
            <p:cNvPr id="946" name="Google Shape;946;p57"/>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57"/>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 name="Google Shape;948;p57"/>
          <p:cNvGrpSpPr/>
          <p:nvPr/>
        </p:nvGrpSpPr>
        <p:grpSpPr>
          <a:xfrm>
            <a:off x="7737243" y="3948834"/>
            <a:ext cx="118187" cy="146246"/>
            <a:chOff x="4960900" y="2433225"/>
            <a:chExt cx="48525" cy="60050"/>
          </a:xfrm>
        </p:grpSpPr>
        <p:sp>
          <p:nvSpPr>
            <p:cNvPr id="949" name="Google Shape;949;p57"/>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57"/>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 name="Google Shape;951;p57"/>
          <p:cNvGrpSpPr/>
          <p:nvPr/>
        </p:nvGrpSpPr>
        <p:grpSpPr>
          <a:xfrm>
            <a:off x="7425808" y="4212895"/>
            <a:ext cx="136394" cy="143810"/>
            <a:chOff x="4854075" y="2527625"/>
            <a:chExt cx="56000" cy="59050"/>
          </a:xfrm>
        </p:grpSpPr>
        <p:sp>
          <p:nvSpPr>
            <p:cNvPr id="952" name="Google Shape;952;p57"/>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57"/>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4" name="Google Shape;954;p57"/>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57"/>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57"/>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7" name="Google Shape;957;p57"/>
          <p:cNvGrpSpPr/>
          <p:nvPr/>
        </p:nvGrpSpPr>
        <p:grpSpPr>
          <a:xfrm>
            <a:off x="8050020" y="3676639"/>
            <a:ext cx="99312" cy="160797"/>
            <a:chOff x="5059700" y="2334775"/>
            <a:chExt cx="40775" cy="66025"/>
          </a:xfrm>
        </p:grpSpPr>
        <p:sp>
          <p:nvSpPr>
            <p:cNvPr id="958" name="Google Shape;958;p57"/>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57"/>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57"/>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57"/>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57"/>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57"/>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57"/>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57"/>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57"/>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 name="Google Shape;967;p57"/>
          <p:cNvGrpSpPr/>
          <p:nvPr/>
        </p:nvGrpSpPr>
        <p:grpSpPr>
          <a:xfrm>
            <a:off x="8007184" y="3941771"/>
            <a:ext cx="184984" cy="160371"/>
            <a:chOff x="5037700" y="2430325"/>
            <a:chExt cx="75950" cy="65850"/>
          </a:xfrm>
        </p:grpSpPr>
        <p:sp>
          <p:nvSpPr>
            <p:cNvPr id="968" name="Google Shape;968;p57"/>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57"/>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 name="Google Shape;970;p57"/>
          <p:cNvGrpSpPr/>
          <p:nvPr/>
        </p:nvGrpSpPr>
        <p:grpSpPr>
          <a:xfrm>
            <a:off x="7426689" y="3708223"/>
            <a:ext cx="173014" cy="97629"/>
            <a:chOff x="4756975" y="2341800"/>
            <a:chExt cx="91975" cy="51925"/>
          </a:xfrm>
        </p:grpSpPr>
        <p:sp>
          <p:nvSpPr>
            <p:cNvPr id="971" name="Google Shape;971;p57"/>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57"/>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57"/>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57"/>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57"/>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57"/>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57"/>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57"/>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57"/>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57"/>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57"/>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57"/>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57"/>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57"/>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57"/>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57"/>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57"/>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57"/>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57"/>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57"/>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 name="Google Shape;991;p57"/>
          <p:cNvGrpSpPr/>
          <p:nvPr/>
        </p:nvGrpSpPr>
        <p:grpSpPr>
          <a:xfrm>
            <a:off x="7693626" y="4196920"/>
            <a:ext cx="212497" cy="175761"/>
            <a:chOff x="4943575" y="2516350"/>
            <a:chExt cx="98675" cy="81700"/>
          </a:xfrm>
        </p:grpSpPr>
        <p:sp>
          <p:nvSpPr>
            <p:cNvPr id="992" name="Google Shape;992;p57"/>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57"/>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57"/>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57"/>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57"/>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57"/>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57"/>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57"/>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57"/>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57"/>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57"/>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57"/>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57"/>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57"/>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57"/>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57"/>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57"/>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57"/>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57"/>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57"/>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57"/>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57"/>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57"/>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57"/>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57"/>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57"/>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57"/>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57"/>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57"/>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57"/>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57"/>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57"/>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57"/>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57"/>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57"/>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57"/>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57"/>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57"/>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57"/>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57"/>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57"/>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57"/>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57"/>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57"/>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57"/>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57"/>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57"/>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57"/>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57"/>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57"/>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57"/>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57"/>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57"/>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57"/>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57"/>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57"/>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57"/>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57"/>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57"/>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57"/>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57"/>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57"/>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57"/>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57"/>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57"/>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57"/>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57"/>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57"/>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57"/>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57"/>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57"/>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57"/>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57"/>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57"/>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57"/>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57"/>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57"/>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57"/>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0" name="Google Shape;1070;p57"/>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57"/>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57"/>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57"/>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57"/>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078"/>
        <p:cNvGrpSpPr/>
        <p:nvPr/>
      </p:nvGrpSpPr>
      <p:grpSpPr>
        <a:xfrm>
          <a:off x="0" y="0"/>
          <a:ext cx="0" cy="0"/>
          <a:chOff x="0" y="0"/>
          <a:chExt cx="0" cy="0"/>
        </a:xfrm>
      </p:grpSpPr>
      <p:grpSp>
        <p:nvGrpSpPr>
          <p:cNvPr id="1079" name="Google Shape;1079;p58"/>
          <p:cNvGrpSpPr/>
          <p:nvPr/>
        </p:nvGrpSpPr>
        <p:grpSpPr>
          <a:xfrm>
            <a:off x="6681268" y="3584496"/>
            <a:ext cx="560636" cy="516497"/>
            <a:chOff x="6652051" y="3714143"/>
            <a:chExt cx="560636" cy="516497"/>
          </a:xfrm>
        </p:grpSpPr>
        <p:grpSp>
          <p:nvGrpSpPr>
            <p:cNvPr id="1080" name="Google Shape;1080;p58"/>
            <p:cNvGrpSpPr/>
            <p:nvPr/>
          </p:nvGrpSpPr>
          <p:grpSpPr>
            <a:xfrm>
              <a:off x="6669657" y="3716715"/>
              <a:ext cx="466768" cy="464314"/>
              <a:chOff x="3139766" y="765669"/>
              <a:chExt cx="886380" cy="881888"/>
            </a:xfrm>
          </p:grpSpPr>
          <p:grpSp>
            <p:nvGrpSpPr>
              <p:cNvPr id="1081" name="Google Shape;1081;p58"/>
              <p:cNvGrpSpPr/>
              <p:nvPr/>
            </p:nvGrpSpPr>
            <p:grpSpPr>
              <a:xfrm>
                <a:off x="3139766" y="765669"/>
                <a:ext cx="886380" cy="881888"/>
                <a:chOff x="3139766" y="765669"/>
                <a:chExt cx="886380" cy="881888"/>
              </a:xfrm>
            </p:grpSpPr>
            <p:sp>
              <p:nvSpPr>
                <p:cNvPr id="1082" name="Google Shape;1082;p58"/>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58"/>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58"/>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58"/>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58"/>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58"/>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58"/>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58"/>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58"/>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 name="Google Shape;1091;p58"/>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58"/>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58"/>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58"/>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5" name="Google Shape;1095;p58"/>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 name="Google Shape;1096;p58"/>
          <p:cNvGrpSpPr/>
          <p:nvPr/>
        </p:nvGrpSpPr>
        <p:grpSpPr>
          <a:xfrm>
            <a:off x="7679978" y="3065079"/>
            <a:ext cx="104231" cy="320340"/>
            <a:chOff x="7564426" y="3224343"/>
            <a:chExt cx="119985" cy="368801"/>
          </a:xfrm>
        </p:grpSpPr>
        <p:sp>
          <p:nvSpPr>
            <p:cNvPr id="1097" name="Google Shape;1097;p58"/>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58"/>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 name="Google Shape;1099;p58"/>
          <p:cNvGrpSpPr/>
          <p:nvPr/>
        </p:nvGrpSpPr>
        <p:grpSpPr>
          <a:xfrm>
            <a:off x="7379466" y="3059180"/>
            <a:ext cx="189489" cy="332132"/>
            <a:chOff x="8370831" y="3202002"/>
            <a:chExt cx="218129" cy="382376"/>
          </a:xfrm>
        </p:grpSpPr>
        <p:sp>
          <p:nvSpPr>
            <p:cNvPr id="1100" name="Google Shape;1100;p58"/>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58"/>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 name="Google Shape;1102;p58"/>
          <p:cNvGrpSpPr/>
          <p:nvPr/>
        </p:nvGrpSpPr>
        <p:grpSpPr>
          <a:xfrm>
            <a:off x="8102855" y="3470312"/>
            <a:ext cx="309429" cy="267000"/>
            <a:chOff x="6742064" y="3750480"/>
            <a:chExt cx="399315" cy="344560"/>
          </a:xfrm>
        </p:grpSpPr>
        <p:sp>
          <p:nvSpPr>
            <p:cNvPr id="1103" name="Google Shape;1103;p58"/>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58"/>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 name="Google Shape;1105;p58"/>
          <p:cNvGrpSpPr/>
          <p:nvPr/>
        </p:nvGrpSpPr>
        <p:grpSpPr>
          <a:xfrm>
            <a:off x="7641874" y="3821360"/>
            <a:ext cx="180437" cy="281608"/>
            <a:chOff x="7248525" y="3739696"/>
            <a:chExt cx="230531" cy="359790"/>
          </a:xfrm>
        </p:grpSpPr>
        <p:sp>
          <p:nvSpPr>
            <p:cNvPr id="1106" name="Google Shape;1106;p58"/>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58"/>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 name="Google Shape;1108;p58"/>
          <p:cNvGrpSpPr/>
          <p:nvPr/>
        </p:nvGrpSpPr>
        <p:grpSpPr>
          <a:xfrm>
            <a:off x="7887794" y="3464584"/>
            <a:ext cx="162896" cy="278710"/>
            <a:chOff x="7601242" y="3729267"/>
            <a:chExt cx="222566" cy="380803"/>
          </a:xfrm>
        </p:grpSpPr>
        <p:sp>
          <p:nvSpPr>
            <p:cNvPr id="1109" name="Google Shape;1109;p58"/>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58"/>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1" name="Google Shape;1111;p58"/>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2" name="Google Shape;1112;p58"/>
          <p:cNvGrpSpPr/>
          <p:nvPr/>
        </p:nvGrpSpPr>
        <p:grpSpPr>
          <a:xfrm>
            <a:off x="7377439" y="3465724"/>
            <a:ext cx="193543" cy="275990"/>
            <a:chOff x="8304647" y="3738687"/>
            <a:chExt cx="225076" cy="320956"/>
          </a:xfrm>
        </p:grpSpPr>
        <p:sp>
          <p:nvSpPr>
            <p:cNvPr id="1113" name="Google Shape;1113;p58"/>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58"/>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58"/>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 name="Google Shape;1116;p58"/>
          <p:cNvGrpSpPr/>
          <p:nvPr/>
        </p:nvGrpSpPr>
        <p:grpSpPr>
          <a:xfrm>
            <a:off x="7649932" y="3465724"/>
            <a:ext cx="178492" cy="275990"/>
            <a:chOff x="8615101" y="3738687"/>
            <a:chExt cx="207573" cy="320956"/>
          </a:xfrm>
        </p:grpSpPr>
        <p:sp>
          <p:nvSpPr>
            <p:cNvPr id="1117" name="Google Shape;1117;p58"/>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58"/>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58"/>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0" name="Google Shape;1120;p58"/>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 name="Google Shape;1121;p58"/>
          <p:cNvGrpSpPr/>
          <p:nvPr/>
        </p:nvGrpSpPr>
        <p:grpSpPr>
          <a:xfrm>
            <a:off x="7875463" y="3868385"/>
            <a:ext cx="187557" cy="187557"/>
            <a:chOff x="8565775" y="671075"/>
            <a:chExt cx="441000" cy="441000"/>
          </a:xfrm>
        </p:grpSpPr>
        <p:sp>
          <p:nvSpPr>
            <p:cNvPr id="1122" name="Google Shape;1122;p58"/>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58"/>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4" name="Google Shape;1124;p58"/>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58"/>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 name="Google Shape;1126;p58"/>
          <p:cNvGrpSpPr/>
          <p:nvPr/>
        </p:nvGrpSpPr>
        <p:grpSpPr>
          <a:xfrm>
            <a:off x="6029935" y="2940910"/>
            <a:ext cx="587865" cy="517731"/>
            <a:chOff x="6000718" y="3070557"/>
            <a:chExt cx="587865" cy="517731"/>
          </a:xfrm>
        </p:grpSpPr>
        <p:sp>
          <p:nvSpPr>
            <p:cNvPr id="1127" name="Google Shape;1127;p58"/>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58"/>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58"/>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58"/>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58"/>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58"/>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58"/>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58"/>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58"/>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58"/>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 name="Google Shape;1137;p58"/>
          <p:cNvGrpSpPr/>
          <p:nvPr/>
        </p:nvGrpSpPr>
        <p:grpSpPr>
          <a:xfrm>
            <a:off x="6044740" y="3584570"/>
            <a:ext cx="557665" cy="516387"/>
            <a:chOff x="6015523" y="3714217"/>
            <a:chExt cx="557665" cy="516387"/>
          </a:xfrm>
        </p:grpSpPr>
        <p:grpSp>
          <p:nvGrpSpPr>
            <p:cNvPr id="1138" name="Google Shape;1138;p58"/>
            <p:cNvGrpSpPr/>
            <p:nvPr/>
          </p:nvGrpSpPr>
          <p:grpSpPr>
            <a:xfrm>
              <a:off x="6036094" y="3716980"/>
              <a:ext cx="529822" cy="510480"/>
              <a:chOff x="3148311" y="-545634"/>
              <a:chExt cx="1006118" cy="969572"/>
            </a:xfrm>
          </p:grpSpPr>
          <p:sp>
            <p:nvSpPr>
              <p:cNvPr id="1139" name="Google Shape;1139;p58"/>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58"/>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58"/>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58"/>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58"/>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58"/>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58"/>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58"/>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58"/>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58"/>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9" name="Google Shape;1149;p58"/>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 name="Google Shape;1150;p58"/>
          <p:cNvGrpSpPr/>
          <p:nvPr/>
        </p:nvGrpSpPr>
        <p:grpSpPr>
          <a:xfrm>
            <a:off x="6673522" y="2943981"/>
            <a:ext cx="576302" cy="511871"/>
            <a:chOff x="6644304" y="3073628"/>
            <a:chExt cx="576302" cy="511871"/>
          </a:xfrm>
        </p:grpSpPr>
        <p:grpSp>
          <p:nvGrpSpPr>
            <p:cNvPr id="1151" name="Google Shape;1151;p58"/>
            <p:cNvGrpSpPr/>
            <p:nvPr/>
          </p:nvGrpSpPr>
          <p:grpSpPr>
            <a:xfrm>
              <a:off x="6712169" y="3073651"/>
              <a:ext cx="481611" cy="506713"/>
              <a:chOff x="1833536" y="-546641"/>
              <a:chExt cx="914567" cy="962419"/>
            </a:xfrm>
          </p:grpSpPr>
          <p:grpSp>
            <p:nvGrpSpPr>
              <p:cNvPr id="1152" name="Google Shape;1152;p58"/>
              <p:cNvGrpSpPr/>
              <p:nvPr/>
            </p:nvGrpSpPr>
            <p:grpSpPr>
              <a:xfrm>
                <a:off x="1833536" y="-524249"/>
                <a:ext cx="914567" cy="940027"/>
                <a:chOff x="1833536" y="-524249"/>
                <a:chExt cx="914567" cy="940027"/>
              </a:xfrm>
            </p:grpSpPr>
            <p:sp>
              <p:nvSpPr>
                <p:cNvPr id="1153" name="Google Shape;1153;p58"/>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58"/>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58"/>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58"/>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58"/>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8" name="Google Shape;1158;p58"/>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58"/>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58"/>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58"/>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2" name="Google Shape;1162;p58"/>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 name="Google Shape;1163;p58"/>
          <p:cNvGrpSpPr/>
          <p:nvPr/>
        </p:nvGrpSpPr>
        <p:grpSpPr>
          <a:xfrm>
            <a:off x="752796" y="2869970"/>
            <a:ext cx="2622876" cy="1333540"/>
            <a:chOff x="238125" y="1038125"/>
            <a:chExt cx="7146800" cy="3633625"/>
          </a:xfrm>
        </p:grpSpPr>
        <p:sp>
          <p:nvSpPr>
            <p:cNvPr id="1164" name="Google Shape;1164;p58"/>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58"/>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58"/>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58"/>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58"/>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58"/>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58"/>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58"/>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58"/>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58"/>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58"/>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58"/>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58"/>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58"/>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58"/>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58"/>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58"/>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58"/>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58"/>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58"/>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58"/>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58"/>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58"/>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58"/>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58"/>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58"/>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58"/>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58"/>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58"/>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58"/>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58"/>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58"/>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58"/>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58"/>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58"/>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58"/>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58"/>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58"/>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58"/>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58"/>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58"/>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58"/>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58"/>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58"/>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58"/>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58"/>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58"/>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58"/>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58"/>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58"/>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58"/>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58"/>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58"/>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58"/>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58"/>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58"/>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58"/>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58"/>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58"/>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58"/>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58"/>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58"/>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58"/>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58"/>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58"/>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58"/>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58"/>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58"/>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58"/>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58"/>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58"/>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58"/>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58"/>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58"/>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58"/>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58"/>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58"/>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58"/>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58"/>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58"/>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58"/>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58"/>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58"/>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58"/>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58"/>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58"/>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58"/>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58"/>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58"/>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58"/>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58"/>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58"/>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58"/>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58"/>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58"/>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58"/>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58"/>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58"/>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58"/>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58"/>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58"/>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58"/>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58"/>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58"/>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58"/>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58"/>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58"/>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58"/>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58"/>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58"/>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58"/>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58"/>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58"/>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58"/>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58"/>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58"/>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58"/>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58"/>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58"/>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58"/>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58"/>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58"/>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58"/>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58"/>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58"/>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58"/>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58"/>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58"/>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58"/>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58"/>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58"/>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58"/>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58"/>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58"/>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58"/>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58"/>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58"/>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58"/>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58"/>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58"/>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58"/>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58"/>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58"/>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58"/>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58"/>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58"/>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58"/>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58"/>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58"/>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58"/>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58"/>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58"/>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58"/>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58"/>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58"/>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58"/>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58"/>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58"/>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58"/>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58"/>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58"/>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58"/>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58"/>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58"/>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58"/>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58"/>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58"/>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58"/>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58"/>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58"/>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58"/>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58"/>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58"/>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58"/>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58"/>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58"/>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58"/>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58"/>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58"/>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58"/>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58"/>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58"/>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58"/>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58"/>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58"/>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58"/>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58"/>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58"/>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58"/>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58"/>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58"/>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58"/>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58"/>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58"/>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58"/>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58"/>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58"/>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58"/>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58"/>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58"/>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58"/>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58"/>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58"/>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58"/>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58"/>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58"/>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58"/>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58"/>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58"/>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58"/>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58"/>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58"/>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58"/>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58"/>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58"/>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58"/>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58"/>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58"/>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58"/>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58"/>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58"/>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58"/>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58"/>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58"/>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58"/>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58"/>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58"/>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58"/>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58"/>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58"/>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58"/>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58"/>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58"/>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58"/>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58"/>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58"/>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58"/>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58"/>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58"/>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58"/>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58"/>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58"/>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58"/>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58"/>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58"/>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58"/>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58"/>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58"/>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58"/>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58"/>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58"/>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58"/>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58"/>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58"/>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58"/>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58"/>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58"/>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58"/>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58"/>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58"/>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58"/>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58"/>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58"/>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58"/>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58"/>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58"/>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58"/>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58"/>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58"/>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58"/>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58"/>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58"/>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58"/>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58"/>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58"/>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58"/>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58"/>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58"/>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58"/>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58"/>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58"/>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58"/>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58"/>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58"/>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58"/>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58"/>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58"/>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58"/>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58"/>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58"/>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58"/>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58"/>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58"/>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58"/>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58"/>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58"/>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58"/>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58"/>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58"/>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58"/>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58"/>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58"/>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58"/>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58"/>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58"/>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58"/>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58"/>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58"/>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58"/>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58"/>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58"/>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58"/>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58"/>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58"/>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58"/>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58"/>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58"/>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58"/>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58"/>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58"/>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58"/>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58"/>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58"/>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58"/>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58"/>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58"/>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58"/>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58"/>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58"/>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58"/>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58"/>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58"/>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58"/>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58"/>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58"/>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58"/>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58"/>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58"/>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58"/>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58"/>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58"/>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58"/>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58"/>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58"/>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58"/>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58"/>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58"/>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58"/>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58"/>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58"/>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58"/>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58"/>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58"/>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58"/>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58"/>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58"/>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58"/>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58"/>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58"/>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58"/>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58"/>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58"/>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58"/>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58"/>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58"/>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58"/>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58"/>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58"/>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58"/>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58"/>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58"/>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58"/>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58"/>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58"/>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58"/>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58"/>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58"/>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58"/>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58"/>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58"/>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58"/>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58"/>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58"/>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58"/>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58"/>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58"/>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58"/>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58"/>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58"/>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58"/>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58"/>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58"/>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58"/>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58"/>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58"/>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58"/>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58"/>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58"/>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58"/>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58"/>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58"/>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58"/>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58"/>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58"/>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58"/>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58"/>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58"/>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58"/>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58"/>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58"/>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58"/>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58"/>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58"/>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58"/>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58"/>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58"/>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58"/>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58"/>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58"/>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58"/>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58"/>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58"/>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58"/>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58"/>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58"/>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58"/>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58"/>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58"/>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58"/>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58"/>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58"/>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58"/>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58"/>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58"/>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58"/>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58"/>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58"/>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58"/>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58"/>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58"/>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58"/>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58"/>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58"/>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58"/>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58"/>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58"/>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58"/>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58"/>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58"/>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58"/>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58"/>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58"/>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58"/>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58"/>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58"/>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58"/>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58"/>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58"/>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58"/>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58"/>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58"/>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58"/>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58"/>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58"/>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58"/>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58"/>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58"/>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58"/>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58"/>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58"/>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58"/>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58"/>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58"/>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58"/>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58"/>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58"/>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58"/>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58"/>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58"/>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58"/>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58"/>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58"/>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58"/>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58"/>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58"/>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58"/>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58"/>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58"/>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58"/>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58"/>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8"/>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58"/>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58"/>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58"/>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58"/>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58"/>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58"/>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58"/>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58"/>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58"/>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58"/>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58"/>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58"/>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58"/>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58"/>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58"/>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58"/>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58"/>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58"/>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58"/>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58"/>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58"/>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58"/>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8"/>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58"/>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8"/>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8"/>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8"/>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58"/>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58"/>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8"/>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8"/>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58"/>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58"/>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58"/>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58"/>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58"/>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58"/>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58"/>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8"/>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8"/>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58"/>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58"/>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58"/>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8"/>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58"/>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58"/>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8"/>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8"/>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58"/>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58"/>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58"/>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58"/>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58"/>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58"/>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58"/>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8"/>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58"/>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58"/>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58"/>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8"/>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58"/>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58"/>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58"/>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58"/>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58"/>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58"/>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58"/>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58"/>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58"/>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8"/>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58"/>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58"/>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58"/>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58"/>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58"/>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58"/>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58"/>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8"/>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58"/>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58"/>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8"/>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58"/>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58"/>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58"/>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58"/>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58"/>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58"/>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8"/>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58"/>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58"/>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58"/>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58"/>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58"/>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58"/>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58"/>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58"/>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8"/>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8"/>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58"/>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58"/>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8"/>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8"/>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8"/>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8"/>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58"/>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58"/>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58"/>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58"/>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58"/>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58"/>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58"/>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58"/>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58"/>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58"/>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58"/>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58"/>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58"/>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58"/>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8"/>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8"/>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58"/>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58"/>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58"/>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58"/>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8"/>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58"/>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58"/>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8"/>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8"/>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58"/>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8"/>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8"/>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8"/>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58"/>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58"/>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8"/>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58"/>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58"/>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8"/>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58"/>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58"/>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8"/>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58"/>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58"/>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58"/>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58"/>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58"/>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58"/>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58"/>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58"/>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58"/>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58"/>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58"/>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8"/>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58"/>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58"/>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58"/>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8"/>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58"/>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58"/>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58"/>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58"/>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58"/>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58"/>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58"/>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58"/>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58"/>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58"/>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58"/>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8"/>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58"/>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58"/>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58"/>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58"/>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8"/>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8"/>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8"/>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58"/>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58"/>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58"/>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58"/>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58"/>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58"/>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58"/>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8"/>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58"/>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58"/>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8"/>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58"/>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58"/>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8"/>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58"/>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58"/>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58"/>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8"/>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8"/>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8"/>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8"/>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8"/>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8"/>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8"/>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58"/>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58"/>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8"/>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58"/>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58"/>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58"/>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58"/>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58"/>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58"/>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8"/>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8"/>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8"/>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8"/>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8"/>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58"/>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8"/>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58"/>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8"/>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8"/>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8"/>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8"/>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8"/>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8"/>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8"/>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58"/>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58"/>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8"/>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8"/>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8"/>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8"/>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8"/>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8"/>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8"/>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8"/>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8"/>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8"/>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8"/>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8"/>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8"/>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8"/>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8"/>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8"/>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8"/>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8"/>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8"/>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8"/>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8"/>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8"/>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8"/>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8"/>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8"/>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8"/>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8"/>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8"/>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8"/>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8"/>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8"/>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8"/>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8"/>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8"/>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8"/>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8"/>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8"/>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8"/>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8"/>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8"/>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8"/>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8"/>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8"/>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8"/>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8"/>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8"/>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8"/>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8"/>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8"/>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8"/>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8"/>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8"/>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8"/>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8"/>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8"/>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8"/>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8"/>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8"/>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8"/>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8"/>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8"/>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8"/>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8"/>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8"/>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8"/>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8"/>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8"/>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8"/>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8"/>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8"/>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8"/>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8"/>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8"/>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8"/>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8"/>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8"/>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8"/>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58"/>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8"/>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8"/>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8"/>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8"/>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58"/>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58"/>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58"/>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8"/>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58"/>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8"/>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8"/>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8"/>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8"/>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8"/>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8"/>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8"/>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8"/>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8"/>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8"/>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8"/>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8"/>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8"/>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8"/>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8"/>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8"/>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8"/>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8"/>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8"/>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8"/>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8"/>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8"/>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8"/>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8"/>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8"/>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8"/>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8"/>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8"/>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8"/>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8"/>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8"/>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8"/>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8"/>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8"/>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8"/>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8"/>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8"/>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8"/>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8"/>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8"/>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8"/>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8"/>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8"/>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8"/>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8"/>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8"/>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8"/>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8"/>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8"/>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8"/>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8"/>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8"/>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8"/>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8"/>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8"/>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8"/>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8"/>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8"/>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8"/>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8"/>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8"/>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8"/>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8"/>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8"/>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8"/>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8"/>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8"/>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8"/>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8"/>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8"/>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8"/>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8"/>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8"/>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8"/>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8"/>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8"/>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8"/>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8"/>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8"/>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8"/>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8"/>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8"/>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8"/>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8"/>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8"/>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8"/>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8"/>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8"/>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8"/>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8"/>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8"/>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8"/>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8"/>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8"/>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8"/>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8"/>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8"/>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8"/>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8"/>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8"/>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8"/>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8"/>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8"/>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8"/>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8"/>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8"/>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8"/>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8"/>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8"/>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8"/>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8"/>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8"/>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8"/>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8"/>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8"/>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8"/>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8"/>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8"/>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8"/>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8"/>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8"/>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8"/>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8"/>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8"/>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8"/>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8"/>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8"/>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8"/>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8"/>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8"/>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8"/>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8"/>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8"/>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8"/>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8"/>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8"/>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8"/>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8"/>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8"/>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58"/>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8"/>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8"/>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8"/>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8"/>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8"/>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8"/>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8"/>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8"/>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8"/>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8"/>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8"/>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8"/>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8"/>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8"/>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8"/>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8"/>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8"/>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8"/>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8"/>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8"/>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8"/>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8"/>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8"/>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8"/>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8"/>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8"/>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8"/>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8"/>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8"/>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8"/>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8"/>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8"/>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8"/>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8"/>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8"/>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8"/>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8"/>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8"/>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8"/>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8"/>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8"/>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8"/>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8"/>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8"/>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8"/>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8"/>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8"/>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8"/>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8"/>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8"/>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8"/>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8"/>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8"/>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8"/>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8"/>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8"/>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8"/>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8"/>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8"/>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8"/>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8"/>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8"/>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8"/>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8"/>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8"/>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8"/>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8"/>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8"/>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8"/>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8"/>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8"/>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8"/>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8"/>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8"/>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8"/>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8"/>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8"/>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8"/>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8"/>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8"/>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8"/>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8"/>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8"/>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8"/>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8"/>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8"/>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8"/>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8"/>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8"/>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8"/>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8"/>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8"/>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8"/>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8"/>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8"/>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8"/>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8"/>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8"/>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8"/>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8"/>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8"/>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8"/>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8"/>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8"/>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8"/>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8"/>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8"/>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8"/>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8"/>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8"/>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8"/>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8"/>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8"/>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8"/>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8"/>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8"/>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8"/>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8"/>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8"/>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8"/>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8"/>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8"/>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8"/>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8"/>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8"/>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8"/>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8"/>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8"/>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8"/>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8"/>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8"/>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8"/>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8"/>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8"/>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8"/>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8"/>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8"/>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8"/>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8"/>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8"/>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8"/>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8"/>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8"/>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8"/>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8"/>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8"/>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8"/>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8"/>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8"/>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8"/>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8"/>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8"/>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8"/>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8"/>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8"/>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8"/>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8"/>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8"/>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8"/>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8"/>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8"/>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8"/>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8"/>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8"/>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8"/>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8"/>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8"/>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8"/>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8"/>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8"/>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8"/>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8"/>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8"/>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8"/>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8"/>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8"/>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8"/>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8"/>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8"/>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8"/>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8"/>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8"/>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8"/>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8"/>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8"/>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8"/>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8"/>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8"/>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8"/>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8"/>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8"/>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8"/>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8"/>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8"/>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8"/>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8"/>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8"/>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8"/>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8"/>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8"/>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8"/>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8"/>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8"/>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8"/>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8"/>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8"/>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8"/>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8"/>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8"/>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8"/>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8"/>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8"/>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8"/>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8"/>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8"/>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8"/>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8"/>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8"/>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8"/>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8"/>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8"/>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8"/>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8"/>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8"/>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8"/>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8"/>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8"/>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8"/>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8"/>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8"/>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8"/>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8"/>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8"/>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8"/>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8"/>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8"/>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8"/>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8"/>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8"/>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8"/>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8"/>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8"/>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8"/>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8"/>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8"/>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8"/>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8"/>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8"/>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8"/>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8"/>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8"/>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8"/>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8"/>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8"/>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8"/>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8"/>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8"/>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8"/>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8"/>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8"/>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8"/>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8"/>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8"/>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8"/>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8"/>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8"/>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8"/>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8"/>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8"/>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8"/>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8"/>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8"/>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8"/>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8"/>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8"/>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8"/>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8"/>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8"/>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8"/>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8"/>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8"/>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8"/>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8"/>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8"/>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8"/>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8"/>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8"/>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8"/>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8"/>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8"/>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8"/>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8"/>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8"/>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8"/>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8"/>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8"/>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8"/>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8"/>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8"/>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8"/>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8"/>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8"/>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8"/>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8"/>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8"/>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8"/>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8"/>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8"/>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8"/>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8"/>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8"/>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8"/>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8"/>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8"/>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8"/>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8"/>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8"/>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8"/>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8"/>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8"/>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8"/>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8"/>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8"/>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8"/>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8"/>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8"/>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8"/>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8"/>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8"/>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8"/>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8"/>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8"/>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8"/>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8"/>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8"/>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8"/>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8"/>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8"/>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8"/>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8"/>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8"/>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8"/>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8"/>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8"/>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8"/>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8"/>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8"/>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8"/>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8"/>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8"/>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8"/>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8"/>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8"/>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8"/>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8"/>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8"/>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8"/>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8"/>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8"/>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8"/>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8"/>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8"/>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8"/>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8"/>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8"/>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8"/>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8"/>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8"/>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8"/>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8"/>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8"/>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8"/>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8"/>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8"/>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8"/>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8"/>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8"/>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8"/>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8"/>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8"/>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8"/>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8"/>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8"/>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8"/>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8"/>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8"/>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8"/>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8"/>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8"/>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8"/>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8"/>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8"/>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8"/>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8"/>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8"/>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8"/>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8"/>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8"/>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8"/>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8"/>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8"/>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8"/>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8"/>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8"/>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8"/>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8"/>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8"/>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8"/>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8"/>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8"/>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8"/>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8"/>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8"/>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8"/>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8"/>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8"/>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8"/>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8"/>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8"/>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8"/>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8"/>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8"/>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8"/>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8"/>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8"/>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8"/>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8"/>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8"/>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8"/>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8"/>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8"/>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8"/>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8"/>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8"/>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8"/>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8"/>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8"/>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8"/>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8"/>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8"/>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8"/>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8"/>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8"/>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8"/>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8"/>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8"/>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8"/>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8"/>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8"/>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8"/>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8"/>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8"/>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8"/>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8"/>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8"/>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8"/>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8"/>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8"/>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8"/>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8"/>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8"/>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8"/>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8"/>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8"/>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8"/>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8"/>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8"/>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8"/>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8"/>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8"/>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8"/>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8"/>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8"/>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8"/>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8"/>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8"/>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8"/>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8"/>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8"/>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8"/>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8"/>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8"/>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8"/>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8"/>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8"/>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8"/>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8"/>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8"/>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8"/>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8"/>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8"/>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8"/>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8"/>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8"/>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8"/>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8"/>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8"/>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8"/>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8"/>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8"/>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8"/>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8"/>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8"/>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8"/>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8"/>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8"/>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8"/>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8"/>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8"/>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8"/>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8"/>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8"/>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8"/>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8"/>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8"/>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8"/>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8"/>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8"/>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8"/>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8"/>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8"/>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8"/>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8"/>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8"/>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8"/>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8"/>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8"/>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8"/>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8"/>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8"/>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8"/>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8"/>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8"/>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8"/>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8"/>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8"/>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8"/>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8"/>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8"/>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8"/>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8"/>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8"/>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8"/>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8"/>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8"/>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8"/>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8"/>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8"/>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8"/>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8"/>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8"/>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8"/>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8"/>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8"/>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8"/>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8"/>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8"/>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8"/>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8"/>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8"/>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8"/>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8"/>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8"/>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8"/>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8"/>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8"/>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8"/>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8"/>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8"/>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8"/>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8"/>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8"/>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8"/>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8"/>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8"/>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8"/>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8"/>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8"/>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8"/>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8"/>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8"/>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8"/>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8"/>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8"/>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8"/>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8"/>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8"/>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8"/>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8"/>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8"/>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8"/>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8"/>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8"/>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8"/>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8"/>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8"/>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8"/>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8"/>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8"/>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8"/>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8"/>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8"/>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8"/>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8"/>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8"/>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8"/>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8"/>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8"/>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8"/>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8"/>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8"/>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8"/>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8"/>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8"/>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8"/>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8"/>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8"/>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8"/>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8"/>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8"/>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8"/>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8"/>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8"/>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8"/>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8"/>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6" name="Google Shape;2736;p58"/>
          <p:cNvGrpSpPr/>
          <p:nvPr/>
        </p:nvGrpSpPr>
        <p:grpSpPr>
          <a:xfrm>
            <a:off x="5938558" y="1033351"/>
            <a:ext cx="2435960" cy="1297725"/>
            <a:chOff x="233350" y="949250"/>
            <a:chExt cx="7137300" cy="3802300"/>
          </a:xfrm>
        </p:grpSpPr>
        <p:sp>
          <p:nvSpPr>
            <p:cNvPr id="2737" name="Google Shape;2737;p5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8" name="Google Shape;2788;p58"/>
          <p:cNvGrpSpPr/>
          <p:nvPr/>
        </p:nvGrpSpPr>
        <p:grpSpPr>
          <a:xfrm>
            <a:off x="731715" y="995041"/>
            <a:ext cx="2665073" cy="1317140"/>
            <a:chOff x="793334" y="1192826"/>
            <a:chExt cx="2665073" cy="1317140"/>
          </a:xfrm>
        </p:grpSpPr>
        <p:sp>
          <p:nvSpPr>
            <p:cNvPr id="2789" name="Google Shape;2789;p58"/>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8"/>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8"/>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8"/>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8"/>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8"/>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8"/>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8"/>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8"/>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8"/>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8"/>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8"/>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8"/>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8"/>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8"/>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8"/>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8"/>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8"/>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8"/>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8"/>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8"/>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8"/>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8"/>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8"/>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8"/>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8"/>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8"/>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8"/>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8"/>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8"/>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8"/>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8"/>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8"/>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8"/>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8"/>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8"/>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8"/>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8"/>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8"/>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8"/>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8"/>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8"/>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8"/>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8"/>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8"/>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8"/>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8"/>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8"/>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8"/>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8"/>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8"/>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8"/>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8"/>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8"/>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8"/>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8"/>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8"/>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8"/>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8"/>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8"/>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8"/>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8"/>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8"/>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8"/>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8"/>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8"/>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8"/>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8"/>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8"/>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8"/>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8"/>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8"/>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8"/>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8"/>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8"/>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8"/>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8"/>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8"/>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8"/>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8"/>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8"/>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8"/>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8"/>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8"/>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8"/>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8"/>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8"/>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8"/>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8"/>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8"/>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8"/>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8"/>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8"/>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8"/>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8"/>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8"/>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8"/>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8"/>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8"/>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8"/>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8"/>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8"/>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8"/>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8"/>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8"/>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8"/>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8"/>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8"/>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8"/>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8"/>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8"/>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8"/>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8"/>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8"/>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8"/>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8"/>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8"/>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8"/>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8"/>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8"/>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8"/>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8"/>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8"/>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8"/>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8"/>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8"/>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8"/>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8"/>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8"/>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8"/>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8"/>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8"/>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8"/>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8"/>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8"/>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8"/>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8"/>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8"/>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8"/>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8"/>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8"/>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8"/>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8"/>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8"/>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8"/>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8"/>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8"/>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8"/>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8"/>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8"/>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8"/>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8"/>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8"/>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8"/>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8"/>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8"/>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8"/>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8"/>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8"/>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8"/>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8"/>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8"/>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8"/>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8"/>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8"/>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8"/>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8"/>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8"/>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8"/>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8"/>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8"/>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8"/>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8"/>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8"/>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8"/>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8"/>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8"/>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8"/>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8"/>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8"/>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8"/>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8"/>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8"/>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8"/>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8"/>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8"/>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8"/>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8"/>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8"/>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8"/>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8"/>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8"/>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8"/>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8"/>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8"/>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8"/>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8"/>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8"/>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8"/>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8"/>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8"/>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8"/>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8"/>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8"/>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8"/>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8"/>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8"/>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8"/>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8"/>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8"/>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8"/>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8"/>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8"/>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8"/>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8"/>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8"/>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8"/>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8"/>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8"/>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8"/>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8"/>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8"/>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8"/>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8"/>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8"/>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8"/>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8"/>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8"/>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8"/>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8"/>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8"/>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8"/>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8"/>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8"/>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8"/>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8"/>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8"/>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8"/>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8"/>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8"/>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8"/>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8"/>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8"/>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8"/>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8"/>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8"/>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8"/>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8"/>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8"/>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8"/>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8"/>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8"/>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8"/>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8"/>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8"/>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8"/>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8"/>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8"/>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8"/>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8"/>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8"/>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8"/>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8"/>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8"/>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8"/>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8"/>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8"/>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8"/>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8"/>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8"/>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8"/>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8"/>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8"/>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8"/>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8"/>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8"/>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8"/>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8"/>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8"/>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8"/>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8"/>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8"/>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8"/>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8"/>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8"/>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8"/>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8"/>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8"/>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8"/>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8"/>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8"/>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8"/>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8"/>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8"/>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8"/>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8"/>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8"/>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8"/>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8"/>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8"/>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8"/>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8"/>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8"/>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8"/>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8"/>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8"/>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8"/>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8"/>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8"/>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8"/>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8"/>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8"/>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8"/>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8"/>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8"/>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8"/>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8"/>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8"/>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8"/>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8"/>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8"/>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8"/>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8"/>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8"/>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8"/>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8"/>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8"/>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8"/>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8"/>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8"/>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8"/>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8"/>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8"/>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8"/>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8"/>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8"/>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8"/>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8"/>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8"/>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8"/>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8"/>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8"/>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8"/>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8"/>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8"/>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8"/>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8"/>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8"/>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8"/>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8"/>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8"/>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8"/>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8"/>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8"/>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8"/>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8"/>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8"/>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8"/>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8"/>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8"/>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8"/>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8"/>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8"/>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8"/>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8"/>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8"/>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8"/>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8"/>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8"/>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8"/>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8"/>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8"/>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8"/>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8"/>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8"/>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8"/>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8"/>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8"/>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8"/>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8"/>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8"/>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8"/>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8"/>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8"/>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8"/>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8"/>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8"/>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8"/>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8"/>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8"/>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8"/>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8"/>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8"/>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8"/>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8"/>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8"/>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8"/>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8"/>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8"/>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8"/>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8"/>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8"/>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8"/>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8"/>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8"/>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8"/>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8"/>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8"/>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8"/>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8"/>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8"/>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8"/>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8"/>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8"/>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8"/>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8"/>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8"/>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8"/>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8"/>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8"/>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8"/>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8"/>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8"/>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8"/>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8"/>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8"/>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8"/>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8"/>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8"/>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8"/>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8"/>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8"/>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8"/>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8"/>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8"/>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8"/>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8"/>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8"/>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8"/>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8"/>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8"/>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8"/>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8"/>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8"/>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8"/>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8"/>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8"/>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8"/>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8"/>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8"/>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8"/>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8"/>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8"/>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8"/>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8"/>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8"/>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8"/>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8"/>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8"/>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8"/>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8"/>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8"/>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8"/>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8"/>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8"/>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8"/>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8"/>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8"/>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8"/>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8"/>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8"/>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8"/>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8"/>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8"/>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8"/>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8"/>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8"/>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8"/>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8"/>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8"/>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8"/>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8"/>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8"/>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8"/>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8"/>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8"/>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8"/>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8"/>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8"/>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8"/>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8"/>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8"/>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8"/>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8"/>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8"/>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8"/>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8"/>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8"/>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8"/>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8"/>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8"/>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8"/>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8"/>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8"/>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8"/>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8"/>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8"/>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8"/>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8"/>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8"/>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8"/>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8"/>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8"/>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8"/>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8"/>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8"/>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8"/>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8"/>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8"/>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8"/>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8"/>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8"/>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8"/>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8"/>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8"/>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8"/>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8"/>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8"/>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8"/>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8"/>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8"/>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8"/>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8"/>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8"/>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8"/>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8"/>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8"/>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8"/>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8"/>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8"/>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8"/>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8"/>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8"/>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8"/>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8"/>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8"/>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8"/>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8"/>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8"/>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8"/>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8"/>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8"/>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8"/>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8"/>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8"/>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8"/>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8"/>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8"/>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8"/>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8"/>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8"/>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8"/>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8"/>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8"/>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8"/>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8"/>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8"/>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8"/>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8"/>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8"/>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8"/>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8"/>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8"/>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8"/>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8"/>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8"/>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8"/>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8"/>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8"/>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8"/>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8"/>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8"/>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8"/>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8"/>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8"/>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8"/>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8"/>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8"/>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8"/>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8"/>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8"/>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8"/>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8"/>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8"/>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8"/>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8"/>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8"/>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8"/>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8"/>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8"/>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8"/>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8"/>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8"/>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8"/>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8"/>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8"/>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8"/>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8"/>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8"/>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8"/>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8"/>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8"/>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8"/>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8"/>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8"/>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8"/>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8"/>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8"/>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8"/>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8"/>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8"/>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8"/>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8"/>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8"/>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8"/>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8"/>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8"/>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8"/>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8"/>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8"/>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8"/>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8"/>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8"/>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8"/>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8"/>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8"/>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8"/>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8"/>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8"/>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8"/>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8"/>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8"/>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8"/>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8"/>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8"/>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8"/>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8"/>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8"/>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8"/>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8"/>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8"/>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8"/>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8"/>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8"/>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8"/>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8"/>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8"/>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8"/>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8"/>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8"/>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8"/>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8"/>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8"/>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8"/>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8"/>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8"/>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8"/>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8"/>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8"/>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8"/>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8"/>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8"/>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8"/>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8"/>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8"/>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8"/>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8"/>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8"/>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8"/>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8"/>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8"/>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8"/>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8"/>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8"/>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8"/>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8"/>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8"/>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8"/>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8"/>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8"/>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8"/>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8"/>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8"/>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8"/>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8"/>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8"/>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8"/>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8"/>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8"/>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8"/>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8"/>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8"/>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8"/>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8"/>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8"/>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8"/>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8"/>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8"/>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8"/>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8"/>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8"/>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8"/>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8"/>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8"/>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8"/>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8"/>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8"/>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8"/>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8"/>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8"/>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8"/>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8"/>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8"/>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8"/>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8"/>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8"/>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8"/>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8"/>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8"/>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8"/>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8"/>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8"/>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8"/>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8"/>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8"/>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8"/>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8"/>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8"/>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8"/>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8"/>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8"/>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8"/>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8"/>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8"/>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8"/>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8"/>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8"/>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8"/>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8"/>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8"/>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8"/>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8"/>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8"/>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8"/>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8"/>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8"/>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8"/>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8"/>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8"/>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8"/>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8"/>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8"/>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8"/>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8"/>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8"/>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8"/>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8"/>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8"/>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8"/>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8"/>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8"/>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8"/>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8"/>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8"/>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8"/>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8"/>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58"/>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8"/>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8"/>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8"/>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8"/>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8"/>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8"/>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8"/>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8"/>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8"/>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8"/>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8"/>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8"/>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8"/>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8"/>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8"/>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8"/>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8"/>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8"/>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8"/>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8"/>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8"/>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8"/>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8"/>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8"/>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8"/>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8"/>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8"/>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8"/>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8"/>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8"/>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8"/>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8"/>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8"/>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8"/>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8"/>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8"/>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8"/>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8"/>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8"/>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8"/>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8"/>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8"/>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8"/>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8"/>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8"/>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8"/>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8"/>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8"/>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8"/>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8"/>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8"/>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8"/>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8"/>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8"/>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8"/>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8"/>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8"/>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8"/>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8"/>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8"/>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8"/>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8"/>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8"/>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8"/>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8"/>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8"/>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8"/>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8"/>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8"/>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8"/>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8"/>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8"/>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8"/>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8"/>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8"/>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8"/>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8"/>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8"/>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8"/>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8"/>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8"/>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8"/>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8"/>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8"/>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8"/>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8"/>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8"/>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8"/>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8"/>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8"/>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8"/>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8"/>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8"/>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8"/>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8"/>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8"/>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8"/>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8"/>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8"/>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8"/>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8"/>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8"/>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8"/>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8"/>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8"/>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8"/>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8"/>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8"/>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8"/>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8"/>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8"/>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8"/>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8"/>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8"/>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8"/>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8"/>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8"/>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8"/>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8"/>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8"/>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8"/>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8"/>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8"/>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8"/>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8"/>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8"/>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8"/>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8"/>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8"/>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8"/>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8"/>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8"/>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8"/>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8"/>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8"/>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8"/>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8"/>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8"/>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8"/>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8"/>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8"/>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8"/>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8"/>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8"/>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8"/>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8"/>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8"/>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8"/>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8"/>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8"/>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8"/>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8"/>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8"/>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8"/>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8"/>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8"/>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8"/>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8"/>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8"/>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8"/>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8"/>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8"/>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8"/>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8"/>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8"/>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8"/>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8"/>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8"/>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8"/>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8"/>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8"/>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8"/>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8"/>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8"/>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8"/>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8"/>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8"/>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8"/>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8"/>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8"/>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8"/>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8"/>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8"/>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8"/>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8"/>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8"/>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8"/>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8"/>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8"/>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8"/>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8"/>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8"/>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8"/>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8"/>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8"/>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8"/>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8"/>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8"/>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8"/>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8"/>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8"/>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8"/>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8"/>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8"/>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8"/>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8"/>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8"/>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8"/>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8"/>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8"/>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8"/>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8"/>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8"/>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8"/>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8"/>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8"/>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8"/>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8"/>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8"/>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8"/>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8"/>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8"/>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8"/>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8"/>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8"/>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8"/>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8"/>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8"/>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8"/>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8"/>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8"/>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8"/>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8"/>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8"/>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8"/>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8"/>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8"/>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8"/>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8"/>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8"/>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8"/>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8"/>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8"/>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8"/>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8"/>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8"/>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8"/>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8"/>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8"/>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8"/>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8"/>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8"/>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8"/>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8"/>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8"/>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8"/>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8"/>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8"/>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8"/>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8"/>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8"/>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8"/>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8"/>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8"/>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8"/>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8"/>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8"/>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8"/>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8"/>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8"/>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8"/>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8"/>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8"/>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8"/>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8"/>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8"/>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8"/>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8"/>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8"/>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8"/>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8"/>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8"/>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8"/>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8"/>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8"/>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8"/>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8"/>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8"/>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8"/>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8"/>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8"/>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8"/>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8"/>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8"/>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8"/>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8"/>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8"/>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8"/>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8"/>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8"/>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8"/>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8"/>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8"/>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8"/>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8"/>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8"/>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8"/>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8"/>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8"/>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8"/>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8"/>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8"/>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8"/>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8"/>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8"/>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8"/>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8"/>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8"/>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8"/>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8"/>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8"/>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8"/>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8"/>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8"/>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8"/>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8"/>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8"/>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8"/>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8"/>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8"/>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8"/>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8"/>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8"/>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8"/>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8"/>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8"/>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8"/>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8"/>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8"/>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8"/>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8"/>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8"/>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8"/>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8"/>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8"/>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8"/>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8"/>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8"/>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8"/>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8"/>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8"/>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8"/>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8"/>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8"/>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8"/>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8"/>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8"/>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8"/>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8"/>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8"/>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8"/>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8"/>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8"/>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8"/>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8"/>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8"/>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8"/>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8"/>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8"/>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8"/>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8"/>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8"/>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8"/>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8"/>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8"/>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8"/>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8"/>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8"/>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8"/>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8"/>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8"/>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8"/>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8"/>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8"/>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8"/>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8"/>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8"/>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8"/>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8"/>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8"/>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8"/>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8"/>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8"/>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8"/>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8"/>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8"/>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8"/>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8"/>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8"/>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8"/>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8"/>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8"/>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8"/>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8"/>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8"/>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8"/>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8"/>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8"/>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8"/>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8"/>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8"/>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8"/>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8"/>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8"/>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8"/>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8"/>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8"/>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8"/>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8"/>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8"/>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8"/>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8"/>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8"/>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8"/>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8"/>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8"/>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8"/>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8"/>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8"/>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8"/>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8"/>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8"/>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8"/>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8"/>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8"/>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8"/>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8"/>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8"/>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8"/>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8"/>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8"/>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8"/>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8"/>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8"/>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8"/>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8"/>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8"/>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8"/>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8"/>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8"/>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8"/>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8"/>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8"/>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8"/>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8"/>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8"/>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8"/>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8"/>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8"/>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8"/>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8"/>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8"/>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8"/>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8"/>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8"/>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8"/>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8"/>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8"/>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8"/>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8"/>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8"/>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8"/>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8"/>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8"/>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8"/>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8"/>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8"/>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8"/>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8"/>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8"/>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8"/>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8"/>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8"/>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8"/>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8"/>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8"/>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8"/>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8"/>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8"/>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8"/>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8"/>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8"/>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8"/>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8"/>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8"/>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8"/>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8"/>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8"/>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8"/>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8"/>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8"/>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8"/>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8"/>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8"/>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8"/>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8"/>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8"/>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8"/>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8"/>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8"/>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8"/>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8"/>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8"/>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8"/>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8"/>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8"/>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8"/>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8"/>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8"/>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8"/>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8"/>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8"/>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8"/>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8"/>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8"/>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8"/>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8"/>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8"/>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8"/>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8"/>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8"/>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8"/>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8"/>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8"/>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8"/>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8"/>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8"/>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8"/>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8"/>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8"/>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8"/>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8"/>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8"/>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8"/>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8"/>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8"/>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8"/>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8"/>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8"/>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8"/>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8"/>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8"/>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8"/>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8"/>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8"/>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8"/>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8"/>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8"/>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8"/>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8"/>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8"/>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8"/>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8"/>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8"/>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8"/>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8"/>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8"/>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8"/>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8"/>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8"/>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8"/>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8"/>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8"/>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8"/>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8"/>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8"/>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8"/>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8"/>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8"/>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8"/>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8"/>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8"/>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8"/>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8"/>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8"/>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8"/>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8"/>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8"/>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8"/>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8"/>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8"/>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8"/>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8"/>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8"/>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8"/>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8"/>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8"/>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8"/>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8"/>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8"/>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8"/>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8"/>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8"/>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8"/>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8"/>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8"/>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8"/>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8"/>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8"/>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8"/>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8"/>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8"/>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8"/>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8"/>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8"/>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8"/>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8"/>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8"/>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8"/>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8"/>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8"/>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8"/>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8"/>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8"/>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8"/>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8"/>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8"/>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8"/>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8"/>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8"/>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8"/>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8"/>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8"/>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8"/>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8"/>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8"/>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8"/>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8"/>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8"/>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8"/>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8"/>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8"/>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8"/>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8"/>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8"/>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8"/>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8"/>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8"/>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8"/>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8"/>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8"/>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8"/>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8"/>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8"/>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8"/>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8"/>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8"/>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8"/>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8"/>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8"/>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8"/>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8"/>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8"/>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8"/>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8"/>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8"/>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8"/>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8"/>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8"/>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8"/>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8"/>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8"/>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8"/>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8"/>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8"/>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8"/>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8"/>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8"/>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8"/>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8"/>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8"/>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8"/>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8"/>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8"/>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8"/>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8"/>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8"/>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8"/>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8"/>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8"/>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8"/>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8"/>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8"/>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8"/>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8"/>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8"/>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8"/>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8"/>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8"/>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8"/>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8"/>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8"/>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8"/>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8"/>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8"/>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8"/>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8"/>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8"/>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8"/>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8"/>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8"/>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8"/>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8"/>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8"/>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8"/>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8"/>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8"/>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8"/>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8"/>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8"/>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8"/>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8"/>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8"/>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8"/>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8"/>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8"/>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8"/>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8"/>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8"/>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8"/>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8"/>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8"/>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8"/>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8"/>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8"/>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8"/>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8"/>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8"/>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8"/>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8"/>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8"/>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8"/>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8"/>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8"/>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8"/>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8"/>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8"/>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8"/>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8"/>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8"/>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8"/>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8"/>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8"/>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8"/>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8"/>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8"/>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8"/>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8"/>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8"/>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8"/>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8"/>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8"/>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8"/>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8"/>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8"/>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8"/>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8"/>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8"/>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8"/>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8"/>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8"/>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8"/>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8"/>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8"/>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8"/>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8"/>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8"/>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8"/>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8"/>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8"/>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8"/>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8"/>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8"/>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8"/>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8"/>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8"/>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8"/>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8"/>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8"/>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8"/>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8"/>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8"/>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8"/>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8"/>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8"/>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8"/>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8"/>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8"/>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8"/>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8"/>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8"/>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8"/>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8"/>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8"/>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8"/>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8"/>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8"/>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8"/>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8"/>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8"/>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8"/>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8"/>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8"/>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8"/>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8"/>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8"/>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8"/>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8"/>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8"/>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8"/>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8"/>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8"/>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8"/>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8"/>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8"/>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8"/>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8"/>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8"/>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8"/>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8"/>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8"/>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8"/>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8"/>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8"/>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8"/>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8"/>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8"/>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8"/>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8"/>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8"/>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8"/>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8"/>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8"/>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8"/>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8"/>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8"/>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8"/>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8"/>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8"/>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8"/>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8"/>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8"/>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8"/>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8"/>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8"/>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8"/>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8"/>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8"/>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8"/>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8"/>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8"/>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8"/>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8"/>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8"/>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8"/>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8"/>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8"/>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8"/>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8"/>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8"/>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8"/>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8"/>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8"/>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8"/>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8"/>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8"/>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8"/>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8"/>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8"/>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8"/>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8"/>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8"/>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8"/>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8"/>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8"/>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8"/>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8"/>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8"/>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8"/>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8"/>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8"/>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8"/>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8"/>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8"/>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8"/>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8"/>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8"/>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8"/>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8"/>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8"/>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8"/>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8"/>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8"/>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8"/>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8"/>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8"/>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8"/>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8"/>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8"/>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8"/>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8"/>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8"/>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8"/>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8"/>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8"/>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8"/>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8"/>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8"/>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8"/>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8"/>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8"/>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8"/>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8"/>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8"/>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8"/>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8"/>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8"/>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8"/>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8"/>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8"/>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8"/>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8"/>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8"/>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8"/>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8"/>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8"/>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8"/>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8"/>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8"/>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8"/>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8"/>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8"/>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8"/>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8"/>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8"/>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8"/>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8"/>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8"/>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8"/>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8"/>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8"/>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8"/>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8"/>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8"/>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8"/>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8"/>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8"/>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8"/>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8"/>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8"/>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8"/>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8"/>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8"/>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8"/>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8"/>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8"/>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8"/>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8"/>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8"/>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8"/>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8"/>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8"/>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8"/>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8"/>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8"/>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8"/>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8"/>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8"/>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8"/>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8"/>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8"/>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8"/>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8"/>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8"/>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8"/>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8"/>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8"/>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8"/>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8"/>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8"/>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8"/>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8"/>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8"/>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8"/>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8"/>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8"/>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8"/>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8"/>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8"/>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8"/>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8"/>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8"/>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8"/>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8"/>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8"/>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8"/>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8"/>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8"/>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8"/>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8"/>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8"/>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8"/>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8"/>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8"/>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8"/>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8"/>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8"/>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8"/>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8"/>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8"/>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8"/>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8"/>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8"/>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8"/>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8"/>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8"/>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8"/>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8"/>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8"/>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8"/>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8"/>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8"/>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8"/>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8"/>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8"/>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8"/>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8"/>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8"/>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8"/>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8"/>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8"/>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8"/>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8"/>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8"/>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8"/>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8"/>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8"/>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8"/>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8"/>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8"/>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8"/>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8"/>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8"/>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8"/>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8"/>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8"/>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8"/>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8"/>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8"/>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8"/>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8"/>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8"/>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8"/>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8"/>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8"/>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8"/>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8"/>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8"/>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8"/>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8"/>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8"/>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8"/>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8"/>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8"/>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8"/>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8"/>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8"/>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8"/>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8"/>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8"/>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8"/>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8"/>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8"/>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8"/>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8"/>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8"/>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8"/>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8"/>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8"/>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8"/>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8"/>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8"/>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8"/>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8"/>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8"/>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8"/>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8"/>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8"/>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8"/>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8"/>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8"/>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8"/>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8"/>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8"/>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8"/>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8"/>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8"/>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8"/>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8"/>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8"/>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8"/>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8"/>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8"/>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8"/>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8"/>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8"/>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8"/>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8"/>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8"/>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8"/>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8"/>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8"/>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8"/>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8"/>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8"/>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8"/>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8"/>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8"/>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8"/>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8"/>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8"/>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8"/>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8"/>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8"/>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8"/>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8"/>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8"/>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8"/>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8"/>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8"/>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8"/>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8"/>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8"/>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8"/>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8"/>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8"/>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8"/>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8"/>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8"/>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8"/>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8"/>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8"/>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8"/>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8"/>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8"/>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8"/>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8"/>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8"/>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8"/>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8"/>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8"/>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8"/>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8"/>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8"/>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8"/>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8"/>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8"/>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8"/>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8"/>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8"/>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8"/>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8"/>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8"/>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8"/>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8"/>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8"/>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8"/>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8"/>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8"/>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8"/>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8"/>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8"/>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8"/>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8"/>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8"/>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8"/>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8"/>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8"/>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8"/>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8"/>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8"/>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8"/>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8"/>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8"/>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8"/>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8"/>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8"/>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8"/>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8"/>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8"/>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8"/>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8"/>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8"/>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8"/>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8"/>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8"/>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8"/>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8"/>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8"/>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8"/>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8"/>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8"/>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8"/>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8"/>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8"/>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8"/>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8"/>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8"/>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8"/>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8"/>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8"/>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8"/>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8"/>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8"/>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8"/>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8"/>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8"/>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8"/>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8"/>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8"/>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8"/>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8"/>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8"/>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8"/>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8"/>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8"/>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8"/>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8"/>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8"/>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8"/>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8"/>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8"/>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8"/>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8"/>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8"/>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8"/>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8"/>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8"/>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8"/>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8"/>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8"/>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8"/>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8"/>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8"/>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8"/>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8"/>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8"/>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8"/>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8"/>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8"/>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8"/>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8"/>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8"/>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8"/>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8"/>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8"/>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8"/>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8"/>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8"/>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8"/>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8"/>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8"/>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8"/>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8"/>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8"/>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8"/>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8"/>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8"/>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8"/>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8"/>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8"/>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8"/>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8"/>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8"/>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8"/>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8"/>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8"/>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8"/>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8"/>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8"/>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8"/>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8"/>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8"/>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8"/>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8"/>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8"/>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8"/>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8"/>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8"/>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8"/>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8"/>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8"/>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8"/>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8"/>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8"/>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8"/>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8"/>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8"/>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8"/>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8"/>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8"/>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8"/>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8"/>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8"/>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8"/>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8"/>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8"/>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8"/>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8"/>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8"/>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8"/>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8"/>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8"/>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8"/>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8"/>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8"/>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8"/>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8"/>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8"/>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8"/>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8"/>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8"/>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8"/>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8"/>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8"/>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8"/>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8"/>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8"/>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8"/>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8"/>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8"/>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8"/>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8"/>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8"/>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8"/>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8"/>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8"/>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8"/>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8"/>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8"/>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8"/>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8"/>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8"/>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8"/>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8"/>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8"/>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8"/>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8"/>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8"/>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8"/>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8"/>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8"/>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8"/>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8"/>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8"/>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8"/>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8"/>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8"/>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8"/>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8"/>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8"/>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8"/>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8"/>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8"/>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8"/>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8"/>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8"/>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8"/>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8"/>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8"/>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8"/>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8"/>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8"/>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8"/>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8"/>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8"/>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8"/>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8"/>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8"/>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8"/>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8"/>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8"/>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8"/>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8"/>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8"/>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8"/>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8"/>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8"/>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8"/>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8"/>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8"/>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8"/>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8"/>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8"/>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8"/>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8"/>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8"/>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8"/>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8"/>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8"/>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8"/>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8"/>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8"/>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8"/>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8"/>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8"/>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8"/>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8"/>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8"/>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8"/>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8"/>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8"/>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8"/>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8"/>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8"/>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8"/>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8"/>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8"/>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8"/>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8"/>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8"/>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8"/>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8"/>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8"/>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8"/>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8"/>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8"/>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8"/>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8"/>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8"/>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8"/>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8"/>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8"/>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8"/>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8"/>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8"/>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8"/>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8"/>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8"/>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8"/>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8"/>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8"/>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8"/>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8"/>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8"/>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8"/>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8"/>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8"/>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8"/>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8"/>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8"/>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8"/>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8"/>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8"/>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8"/>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8"/>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8"/>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8"/>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8"/>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8"/>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8"/>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8"/>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8"/>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8"/>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8"/>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8"/>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8"/>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8"/>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8"/>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8"/>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8"/>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8"/>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8"/>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8"/>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8"/>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8"/>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8"/>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8"/>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8"/>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8"/>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8"/>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8"/>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8"/>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8"/>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8"/>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8"/>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8"/>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8"/>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8"/>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8"/>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8"/>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8"/>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8"/>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8"/>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8"/>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8"/>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8"/>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8"/>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8"/>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8"/>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8"/>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8"/>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8"/>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8"/>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8"/>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8"/>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8"/>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8"/>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8"/>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8"/>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8"/>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8"/>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8"/>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8"/>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8"/>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8"/>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8"/>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8"/>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8"/>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8"/>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8"/>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8"/>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8"/>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8"/>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8"/>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8"/>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8"/>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8"/>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8"/>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8"/>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8"/>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8"/>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8"/>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8"/>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8"/>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8"/>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8"/>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8"/>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8"/>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8"/>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8"/>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8"/>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8"/>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8"/>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8"/>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8"/>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8"/>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8"/>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8"/>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8"/>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8"/>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8"/>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8"/>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8"/>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8"/>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8"/>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8"/>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8"/>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8"/>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8"/>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8"/>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8"/>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8"/>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8"/>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8"/>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8"/>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8"/>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8"/>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8"/>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8"/>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8"/>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8"/>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8"/>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8"/>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8"/>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8"/>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8"/>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8"/>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8"/>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8"/>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8"/>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8"/>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8"/>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8"/>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8"/>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8"/>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8"/>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8"/>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8"/>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8"/>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8"/>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8"/>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8"/>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8"/>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8"/>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8"/>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8"/>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8"/>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8"/>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8"/>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8"/>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8"/>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8"/>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8"/>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8"/>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8"/>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8"/>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8"/>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8"/>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8"/>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8"/>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8"/>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8"/>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8"/>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8"/>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8"/>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8"/>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8"/>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8"/>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8"/>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8"/>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8"/>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8"/>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8"/>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8"/>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8"/>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8"/>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8"/>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8"/>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8"/>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8"/>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8"/>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8"/>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8"/>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8"/>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8"/>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8"/>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8"/>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8"/>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8"/>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8"/>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8"/>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8"/>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8"/>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8"/>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8"/>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8"/>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8"/>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8"/>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8"/>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8"/>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8"/>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8"/>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8"/>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8"/>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8"/>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8"/>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8"/>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8"/>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8"/>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8"/>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8"/>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8"/>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8"/>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8"/>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8"/>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8"/>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8"/>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8"/>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8"/>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8"/>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8"/>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8"/>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8"/>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8"/>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8"/>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8"/>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8"/>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8"/>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8"/>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8"/>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8"/>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8"/>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8"/>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8"/>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8"/>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8"/>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8"/>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8"/>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8"/>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8"/>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8"/>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8"/>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8"/>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8"/>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8"/>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8"/>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8"/>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8"/>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8"/>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8"/>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8"/>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8"/>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8"/>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8"/>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8"/>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8"/>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8"/>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8"/>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8"/>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8"/>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8"/>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8"/>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8"/>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8"/>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8"/>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8"/>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8"/>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8"/>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8"/>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8"/>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8"/>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8"/>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8"/>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8"/>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8"/>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8"/>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8"/>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8"/>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8"/>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8"/>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8"/>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8"/>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8"/>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8"/>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8"/>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8"/>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8"/>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8"/>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8"/>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8"/>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8"/>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8"/>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8"/>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8"/>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8"/>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8"/>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8"/>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8"/>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8"/>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8"/>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8"/>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8"/>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8"/>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8"/>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8"/>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8"/>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8"/>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8"/>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8"/>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8"/>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8"/>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8"/>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8"/>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8"/>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8"/>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8"/>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8"/>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8"/>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8"/>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8"/>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8"/>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8"/>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8"/>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8"/>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8"/>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8"/>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8"/>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8"/>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8"/>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8"/>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8"/>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8"/>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8"/>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8"/>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8"/>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8"/>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8"/>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8"/>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8"/>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8"/>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8"/>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8"/>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8"/>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8"/>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8"/>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8"/>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8"/>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8"/>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8"/>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8"/>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8"/>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8"/>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8"/>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8"/>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8"/>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8"/>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8"/>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8"/>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8"/>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8"/>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8"/>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8"/>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8"/>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8"/>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8"/>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8"/>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8"/>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8"/>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8"/>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8"/>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8"/>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8"/>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8"/>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8"/>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8"/>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8"/>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8"/>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8"/>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8"/>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8"/>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8"/>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8"/>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8"/>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8"/>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8"/>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8"/>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8"/>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8"/>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8"/>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8"/>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8"/>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8"/>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8"/>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8"/>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8"/>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8"/>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8"/>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8"/>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8"/>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8"/>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8"/>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8"/>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8"/>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8"/>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8"/>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8"/>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8"/>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8"/>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8"/>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8"/>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8"/>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8"/>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8"/>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8"/>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8"/>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8"/>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8"/>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8"/>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8"/>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8"/>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8"/>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8"/>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8"/>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8"/>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8"/>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8"/>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8"/>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8"/>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8"/>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8"/>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8"/>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8"/>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8"/>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8"/>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8"/>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8"/>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8"/>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8"/>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8"/>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8"/>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8"/>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8"/>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8"/>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8"/>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8"/>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8"/>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8"/>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8"/>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8"/>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8"/>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8"/>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8"/>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8"/>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8"/>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8"/>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8"/>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8"/>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8"/>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8"/>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8"/>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8"/>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8"/>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8"/>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8"/>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8"/>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8"/>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8"/>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8"/>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8"/>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8"/>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8"/>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8"/>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8"/>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8"/>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8"/>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8"/>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8"/>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8"/>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8"/>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8"/>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8"/>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8"/>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8"/>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8"/>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8"/>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8"/>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8"/>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8"/>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8"/>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8"/>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8"/>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8"/>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8"/>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8"/>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8"/>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8"/>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8"/>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8"/>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8"/>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8"/>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8"/>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8"/>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8"/>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8"/>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8"/>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8"/>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8"/>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8"/>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8"/>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8"/>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8"/>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8"/>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8"/>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8"/>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8"/>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8"/>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8"/>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8"/>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8"/>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8"/>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8"/>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8"/>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8"/>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8"/>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8"/>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8"/>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8"/>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8"/>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8"/>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8"/>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8"/>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8"/>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8"/>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8"/>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8"/>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8"/>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8"/>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8"/>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8"/>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8"/>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8"/>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8"/>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8"/>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8"/>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8"/>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8"/>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8"/>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8"/>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8"/>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8"/>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8"/>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8"/>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8"/>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8"/>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8"/>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8"/>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8"/>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8"/>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8"/>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8"/>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8"/>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8"/>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8"/>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8"/>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8"/>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8"/>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8"/>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8"/>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8"/>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8"/>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8"/>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8"/>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8"/>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8"/>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8"/>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8"/>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8"/>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8"/>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8"/>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8"/>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8"/>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8"/>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8"/>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8"/>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8"/>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8"/>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8"/>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8"/>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8"/>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8"/>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8"/>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8"/>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8"/>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8"/>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8"/>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8"/>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8"/>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8"/>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8"/>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8"/>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8"/>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8"/>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8"/>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8"/>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8"/>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8"/>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8"/>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8"/>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8"/>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8"/>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8"/>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8"/>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8"/>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8"/>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8"/>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8"/>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8"/>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8"/>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8"/>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8"/>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8"/>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8"/>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8"/>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8"/>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8"/>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8"/>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8"/>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8"/>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8"/>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8"/>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8"/>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8"/>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8"/>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8"/>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8"/>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8"/>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8"/>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8"/>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8"/>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8"/>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8"/>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8"/>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8"/>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8"/>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8"/>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8"/>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8"/>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8"/>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8"/>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8"/>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8"/>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8"/>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8"/>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8"/>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8"/>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8"/>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8"/>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8"/>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8"/>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8"/>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8"/>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8"/>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8"/>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8"/>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8"/>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8"/>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8"/>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8"/>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8"/>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8"/>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8"/>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8"/>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8"/>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8"/>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8"/>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8"/>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8"/>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8"/>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8"/>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8"/>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8"/>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8"/>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8"/>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8"/>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8"/>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8"/>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8"/>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8"/>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8"/>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8"/>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8"/>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8"/>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8"/>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8"/>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8"/>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8"/>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8"/>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8"/>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8"/>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8"/>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8"/>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8"/>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8"/>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8"/>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8"/>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8"/>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8"/>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8"/>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8"/>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8"/>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8"/>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8"/>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8"/>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8"/>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8"/>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8"/>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8"/>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8"/>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8"/>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8"/>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8"/>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8"/>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8"/>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8"/>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8"/>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8"/>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8"/>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8"/>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8"/>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8"/>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8"/>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8"/>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8"/>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8"/>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8"/>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8"/>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8"/>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8"/>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8"/>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8"/>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8"/>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8"/>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8"/>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8"/>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8"/>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8"/>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8"/>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8"/>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8"/>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8"/>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8"/>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8"/>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8"/>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8"/>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8"/>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8"/>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8"/>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8"/>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8"/>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8"/>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8"/>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8"/>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8"/>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8"/>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8"/>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8"/>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8"/>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8"/>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8"/>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8"/>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8"/>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8"/>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8"/>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8"/>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8"/>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8"/>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8"/>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8"/>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8"/>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8"/>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8"/>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8"/>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8"/>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8"/>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8"/>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8"/>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8"/>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8"/>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8"/>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8"/>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8"/>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8"/>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8"/>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8"/>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8"/>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8"/>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8"/>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8"/>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8"/>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8"/>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8"/>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8"/>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8"/>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8"/>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8"/>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8"/>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8"/>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8"/>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8"/>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8"/>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8"/>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8"/>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8"/>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8"/>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8"/>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8"/>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8"/>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8"/>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8"/>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8"/>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8"/>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8"/>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8"/>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8"/>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8"/>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8"/>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8"/>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8"/>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8"/>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8"/>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8"/>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8"/>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8"/>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8"/>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8"/>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8"/>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8"/>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8"/>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8"/>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8"/>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8"/>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8"/>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8"/>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8"/>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8"/>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8"/>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8"/>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8"/>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8"/>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8"/>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8"/>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8"/>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8"/>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8"/>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8"/>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8"/>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8"/>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8"/>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8"/>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8"/>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8"/>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8"/>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8"/>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8"/>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8"/>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8"/>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8"/>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8"/>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8"/>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8"/>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8"/>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8"/>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8"/>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8"/>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8"/>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8"/>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8"/>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8"/>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8"/>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8"/>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8"/>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8"/>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8"/>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8"/>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8"/>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8"/>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8"/>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8"/>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8"/>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8"/>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8"/>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8"/>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8"/>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8"/>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8"/>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8"/>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8"/>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8"/>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8"/>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8"/>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8"/>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8"/>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8"/>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8"/>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8"/>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8"/>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8"/>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8"/>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8"/>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8"/>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8"/>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8"/>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8"/>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8"/>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8"/>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8"/>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8"/>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8"/>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8"/>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8"/>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8"/>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8"/>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8"/>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8"/>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8"/>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8"/>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8"/>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8"/>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8"/>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8"/>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8"/>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8"/>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8"/>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8"/>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8"/>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8"/>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8"/>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8"/>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8"/>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8"/>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8"/>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8"/>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8"/>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8"/>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8"/>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8"/>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8"/>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8"/>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8"/>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8"/>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8"/>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8"/>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8"/>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8"/>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8"/>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8"/>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8"/>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8"/>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8"/>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8"/>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8"/>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8"/>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8"/>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8"/>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8"/>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8"/>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8"/>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8"/>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8"/>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8"/>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8"/>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8"/>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8"/>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8"/>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8"/>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8"/>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8"/>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8"/>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8"/>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8"/>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8"/>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8"/>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8"/>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8"/>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8"/>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8"/>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8"/>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8"/>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8"/>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8"/>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8"/>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8"/>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8"/>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8"/>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8"/>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8"/>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8"/>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8"/>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8"/>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8"/>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8"/>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8"/>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8"/>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8"/>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8"/>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8"/>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8"/>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8"/>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8"/>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8"/>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8"/>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8"/>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8"/>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8"/>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8"/>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8"/>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8"/>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8"/>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8"/>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8"/>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8"/>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8"/>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8"/>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8"/>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8"/>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8"/>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8"/>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8"/>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8"/>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8"/>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8"/>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8"/>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8"/>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8"/>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8"/>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8"/>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8"/>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8"/>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8"/>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8"/>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8"/>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8"/>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8"/>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8"/>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8"/>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8"/>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8"/>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8"/>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8"/>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8"/>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8"/>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8"/>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8"/>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8"/>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8"/>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8"/>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8"/>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8"/>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8"/>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8"/>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8"/>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8"/>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8"/>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8"/>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8"/>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8"/>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8"/>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8"/>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8"/>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8"/>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8"/>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8"/>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8"/>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8"/>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8"/>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8"/>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8"/>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8"/>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8"/>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8"/>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8"/>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8"/>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8"/>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8"/>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8"/>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8"/>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8"/>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8"/>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8"/>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8"/>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8"/>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8"/>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8"/>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8"/>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8"/>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8"/>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8"/>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8"/>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8"/>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8"/>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8"/>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8"/>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8"/>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8"/>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8"/>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8"/>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8"/>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8"/>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8"/>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8"/>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8"/>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8"/>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8"/>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8"/>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8"/>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8"/>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8"/>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8"/>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8"/>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8"/>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8"/>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8"/>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8"/>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8"/>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8"/>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8"/>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8"/>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8"/>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8"/>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8"/>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8"/>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8"/>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8"/>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8"/>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8"/>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8"/>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8"/>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8"/>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8"/>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8"/>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8"/>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8"/>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8"/>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8"/>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8"/>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8"/>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8"/>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8"/>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8"/>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8"/>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8"/>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8"/>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8"/>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8"/>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8"/>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8"/>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8"/>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8"/>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8"/>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8"/>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8"/>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8"/>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8"/>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8"/>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8"/>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8"/>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8"/>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8"/>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8"/>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8"/>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8"/>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8"/>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8"/>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8"/>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8"/>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8"/>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8"/>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8"/>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8"/>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8"/>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8"/>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8"/>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8"/>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8"/>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8"/>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8"/>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8"/>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8"/>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8"/>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8"/>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8"/>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8"/>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8"/>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8"/>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8"/>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8"/>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8"/>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8"/>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8"/>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8"/>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8"/>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8"/>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8"/>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8"/>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8"/>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8"/>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8"/>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8"/>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8"/>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8"/>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8"/>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8"/>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8"/>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8"/>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8"/>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8"/>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8"/>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8"/>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8"/>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8"/>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8"/>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8"/>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8"/>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8"/>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8"/>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8"/>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8"/>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8"/>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8"/>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8"/>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8"/>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8"/>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8"/>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8"/>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8"/>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8"/>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8"/>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8"/>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8"/>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8"/>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8"/>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8"/>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8"/>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8"/>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8"/>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8"/>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8"/>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8"/>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8"/>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8"/>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8"/>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8"/>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8"/>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8"/>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8"/>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8"/>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8"/>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8"/>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8"/>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8"/>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8"/>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8"/>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8"/>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8"/>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8"/>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8"/>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8"/>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8"/>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8"/>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8"/>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8"/>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8"/>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8"/>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8"/>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8"/>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8"/>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8"/>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8"/>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8"/>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8"/>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8"/>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8"/>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8"/>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8"/>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8"/>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8"/>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8"/>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8"/>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8"/>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8"/>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8"/>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8"/>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8"/>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8"/>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8"/>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8"/>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8"/>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8"/>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8"/>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8"/>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8"/>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8"/>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8"/>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8"/>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8"/>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8"/>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8"/>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8"/>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8"/>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8"/>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8"/>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8"/>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8"/>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8"/>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8"/>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8"/>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8"/>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8"/>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8"/>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8"/>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8"/>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8"/>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8"/>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8"/>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8"/>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8"/>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8"/>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8"/>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8"/>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8"/>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8"/>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8"/>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8"/>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8"/>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8"/>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8"/>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8"/>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8"/>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8"/>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8"/>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8"/>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8"/>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8"/>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8"/>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8"/>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8"/>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8"/>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8"/>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8"/>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8"/>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8"/>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8"/>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8"/>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8"/>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8"/>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8"/>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8"/>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8"/>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8"/>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8"/>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8"/>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8"/>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8"/>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8"/>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8"/>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8"/>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8"/>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8"/>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8"/>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8"/>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8"/>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8"/>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8"/>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8"/>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8"/>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8"/>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8"/>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8"/>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8"/>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8"/>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8"/>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8"/>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8"/>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8"/>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8"/>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8"/>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8"/>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8"/>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8"/>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8"/>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8"/>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8"/>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8"/>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8"/>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8"/>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8"/>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8"/>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8"/>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8"/>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8"/>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8"/>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8"/>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8"/>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8"/>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8"/>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8"/>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8"/>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8"/>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8"/>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8"/>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8"/>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8"/>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8"/>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8"/>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8"/>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8"/>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8"/>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8"/>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8"/>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8"/>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8"/>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8"/>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8"/>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8"/>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8"/>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8"/>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8"/>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8"/>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8"/>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8"/>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8"/>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8"/>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8"/>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8"/>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8"/>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8"/>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8"/>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8"/>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8"/>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8"/>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8"/>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8"/>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8"/>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8"/>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8"/>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8"/>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8"/>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8"/>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8"/>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8"/>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8"/>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8"/>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8"/>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8"/>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8"/>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8"/>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8"/>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8"/>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8"/>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8"/>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8"/>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8"/>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8"/>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8"/>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8"/>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8"/>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8"/>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8"/>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8"/>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8"/>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8"/>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8"/>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8"/>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8"/>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8"/>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8"/>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8"/>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8"/>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8"/>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8"/>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8"/>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8"/>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8"/>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8"/>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8"/>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8"/>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8"/>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8"/>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8"/>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8"/>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8"/>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8"/>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8"/>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8"/>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8"/>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8"/>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8"/>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8"/>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8"/>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8"/>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8"/>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8"/>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8"/>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8"/>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8"/>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8"/>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8"/>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8"/>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8"/>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8"/>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8"/>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8"/>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8"/>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8"/>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8"/>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8"/>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8"/>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8"/>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8"/>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8"/>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8"/>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8"/>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8"/>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8"/>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8"/>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8"/>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8"/>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8"/>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8"/>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8"/>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8"/>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8"/>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8"/>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8"/>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8"/>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8"/>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8"/>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8"/>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8"/>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8"/>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8"/>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8"/>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8"/>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8"/>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8"/>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8"/>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8"/>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8"/>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8"/>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8"/>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8"/>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8"/>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8"/>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8"/>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8"/>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8"/>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8"/>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8"/>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8"/>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8"/>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8"/>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8"/>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8"/>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8"/>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8"/>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8"/>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8"/>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8"/>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8"/>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8"/>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8"/>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8"/>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8"/>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8"/>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8"/>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8"/>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8"/>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8"/>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8"/>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8"/>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8"/>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8"/>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8"/>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8"/>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8"/>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8"/>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8"/>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8"/>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8"/>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8"/>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8"/>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8"/>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8"/>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8"/>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8"/>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8"/>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8"/>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8"/>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8"/>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8"/>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8"/>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8"/>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8"/>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8"/>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8"/>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8"/>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8"/>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8"/>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8"/>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8"/>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8"/>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8"/>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8"/>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8"/>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8"/>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8"/>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8"/>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8"/>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8"/>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8"/>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8"/>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8"/>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8"/>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8"/>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8"/>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8"/>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8"/>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8"/>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8"/>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8"/>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8"/>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8"/>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8"/>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8"/>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8"/>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8"/>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8"/>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8"/>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8"/>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8"/>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8"/>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8"/>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8"/>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8"/>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8"/>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8"/>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8"/>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8"/>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8"/>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8"/>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8"/>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8"/>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8"/>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8"/>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8"/>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8"/>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8"/>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8"/>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8"/>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8"/>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8"/>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8"/>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8"/>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8"/>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8"/>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8"/>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8"/>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8"/>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8"/>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8"/>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8"/>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8"/>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8"/>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8"/>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8"/>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8"/>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8"/>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8"/>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8"/>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8"/>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8"/>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8"/>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8"/>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8"/>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8"/>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8"/>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8"/>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8"/>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8"/>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8"/>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8"/>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8"/>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8"/>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8"/>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8"/>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8"/>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8"/>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8"/>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8"/>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8"/>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8"/>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8"/>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8"/>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8"/>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8"/>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8"/>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8"/>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8"/>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8"/>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8"/>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8"/>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8"/>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8"/>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8"/>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8"/>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8"/>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8"/>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8"/>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8"/>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8"/>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8"/>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8"/>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8"/>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8"/>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8"/>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6" name="Google Shape;6756;p58"/>
          <p:cNvGrpSpPr/>
          <p:nvPr/>
        </p:nvGrpSpPr>
        <p:grpSpPr>
          <a:xfrm>
            <a:off x="3450485" y="919691"/>
            <a:ext cx="2310381" cy="1488888"/>
            <a:chOff x="229225" y="549050"/>
            <a:chExt cx="7161750" cy="4615275"/>
          </a:xfrm>
        </p:grpSpPr>
        <p:sp>
          <p:nvSpPr>
            <p:cNvPr id="6757" name="Google Shape;6757;p58"/>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8"/>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8"/>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8"/>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8"/>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8"/>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8"/>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8"/>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8"/>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8"/>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8"/>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8"/>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8"/>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8"/>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8"/>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8"/>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8"/>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8"/>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8"/>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8"/>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8"/>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8"/>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8"/>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8"/>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8"/>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8"/>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8"/>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8"/>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8"/>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8"/>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8"/>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8"/>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8"/>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8"/>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8"/>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8"/>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8"/>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8"/>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8"/>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8"/>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8"/>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8"/>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8"/>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8"/>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8"/>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8"/>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8"/>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8"/>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8"/>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8"/>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8"/>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8"/>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8"/>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8"/>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8"/>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8"/>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8"/>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8"/>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8"/>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8"/>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8"/>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8"/>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8"/>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8"/>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8"/>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8"/>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8"/>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8"/>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8"/>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8"/>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8"/>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8"/>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8"/>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8"/>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8"/>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8"/>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8"/>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8"/>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8"/>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8"/>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8"/>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8"/>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8"/>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8"/>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8"/>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8"/>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8"/>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8"/>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8"/>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8"/>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8"/>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8"/>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8"/>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8"/>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8"/>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8"/>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8"/>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8"/>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8"/>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8"/>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8"/>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8"/>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8"/>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8"/>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8"/>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8"/>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8"/>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8"/>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8"/>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8"/>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8"/>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8"/>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8"/>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8"/>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8"/>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8"/>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8"/>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4" name="Google Shape;6874;p58"/>
          <p:cNvGrpSpPr/>
          <p:nvPr/>
        </p:nvGrpSpPr>
        <p:grpSpPr>
          <a:xfrm>
            <a:off x="3548403" y="2849588"/>
            <a:ext cx="2310282" cy="1374222"/>
            <a:chOff x="238125" y="732525"/>
            <a:chExt cx="7130500" cy="4241425"/>
          </a:xfrm>
        </p:grpSpPr>
        <p:sp>
          <p:nvSpPr>
            <p:cNvPr id="6875" name="Google Shape;6875;p58"/>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8"/>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8"/>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8"/>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8"/>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8"/>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8"/>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8"/>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8"/>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8"/>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8"/>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8"/>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8"/>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8"/>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8"/>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8"/>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8"/>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8"/>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8"/>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8"/>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8"/>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8"/>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8"/>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8"/>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8"/>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8"/>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8"/>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8"/>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8"/>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8"/>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8"/>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8"/>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8"/>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8"/>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8"/>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8"/>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8"/>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8"/>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8"/>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8"/>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8"/>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8"/>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8"/>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8"/>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8"/>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8"/>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8"/>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8"/>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8"/>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8"/>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8"/>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8"/>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8"/>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8"/>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8"/>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8"/>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8"/>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8"/>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8"/>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8"/>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8"/>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8"/>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8"/>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8"/>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8"/>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8"/>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8"/>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8"/>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8"/>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8"/>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8"/>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8"/>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8"/>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8"/>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8"/>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8"/>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8"/>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8"/>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8"/>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8"/>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8"/>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8"/>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8"/>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8"/>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8"/>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8"/>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8"/>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8"/>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8"/>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8"/>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8"/>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8"/>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8"/>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8"/>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8"/>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8"/>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8"/>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8"/>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8"/>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8"/>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8"/>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8"/>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8"/>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8"/>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8"/>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8"/>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8"/>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8"/>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8"/>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8"/>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8"/>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8"/>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8"/>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8"/>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6992"/>
        <p:cNvGrpSpPr/>
        <p:nvPr/>
      </p:nvGrpSpPr>
      <p:grpSpPr>
        <a:xfrm>
          <a:off x="0" y="0"/>
          <a:ext cx="0" cy="0"/>
          <a:chOff x="0" y="0"/>
          <a:chExt cx="0" cy="0"/>
        </a:xfrm>
      </p:grpSpPr>
      <p:grpSp>
        <p:nvGrpSpPr>
          <p:cNvPr id="6993" name="Google Shape;6993;p59"/>
          <p:cNvGrpSpPr/>
          <p:nvPr/>
        </p:nvGrpSpPr>
        <p:grpSpPr>
          <a:xfrm>
            <a:off x="2100560" y="3398663"/>
            <a:ext cx="1102891" cy="760337"/>
            <a:chOff x="4967783" y="2151471"/>
            <a:chExt cx="3920692" cy="2702940"/>
          </a:xfrm>
        </p:grpSpPr>
        <p:grpSp>
          <p:nvGrpSpPr>
            <p:cNvPr id="6994" name="Google Shape;6994;p59"/>
            <p:cNvGrpSpPr/>
            <p:nvPr/>
          </p:nvGrpSpPr>
          <p:grpSpPr>
            <a:xfrm>
              <a:off x="5045709" y="2252109"/>
              <a:ext cx="3761071" cy="2501708"/>
              <a:chOff x="2691784" y="1805334"/>
              <a:chExt cx="3761071" cy="2501708"/>
            </a:xfrm>
          </p:grpSpPr>
          <p:sp>
            <p:nvSpPr>
              <p:cNvPr id="6995" name="Google Shape;6995;p59"/>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9"/>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9"/>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9"/>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9"/>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9"/>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9"/>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2" name="Google Shape;7002;p59"/>
            <p:cNvGrpSpPr/>
            <p:nvPr/>
          </p:nvGrpSpPr>
          <p:grpSpPr>
            <a:xfrm>
              <a:off x="4967783" y="2151471"/>
              <a:ext cx="3920692" cy="2702940"/>
              <a:chOff x="2613858" y="1704696"/>
              <a:chExt cx="3920692" cy="2702940"/>
            </a:xfrm>
          </p:grpSpPr>
          <p:sp>
            <p:nvSpPr>
              <p:cNvPr id="7003" name="Google Shape;7003;p59"/>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9"/>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9"/>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9"/>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9"/>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08" name="Google Shape;7008;p59"/>
          <p:cNvGrpSpPr/>
          <p:nvPr/>
        </p:nvGrpSpPr>
        <p:grpSpPr>
          <a:xfrm>
            <a:off x="3504468" y="1286940"/>
            <a:ext cx="1561911" cy="708580"/>
            <a:chOff x="3530532" y="1496185"/>
            <a:chExt cx="1561911" cy="708580"/>
          </a:xfrm>
        </p:grpSpPr>
        <p:grpSp>
          <p:nvGrpSpPr>
            <p:cNvPr id="7009" name="Google Shape;7009;p59"/>
            <p:cNvGrpSpPr/>
            <p:nvPr/>
          </p:nvGrpSpPr>
          <p:grpSpPr>
            <a:xfrm>
              <a:off x="3720318" y="1857562"/>
              <a:ext cx="1372125" cy="54"/>
              <a:chOff x="3720318" y="1857562"/>
              <a:chExt cx="1372125" cy="54"/>
            </a:xfrm>
          </p:grpSpPr>
          <p:cxnSp>
            <p:nvCxnSpPr>
              <p:cNvPr id="7010" name="Google Shape;7010;p59"/>
              <p:cNvCxnSpPr>
                <a:endCxn id="7011"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012" name="Google Shape;7012;p59"/>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013" name="Google Shape;7013;p59"/>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014" name="Google Shape;7014;p59"/>
              <p:cNvCxnSpPr>
                <a:stCxn id="7011"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015" name="Google Shape;7015;p59"/>
            <p:cNvGrpSpPr/>
            <p:nvPr/>
          </p:nvGrpSpPr>
          <p:grpSpPr>
            <a:xfrm>
              <a:off x="3567462" y="1496185"/>
              <a:ext cx="286500" cy="272914"/>
              <a:chOff x="3567462" y="1496185"/>
              <a:chExt cx="286500" cy="272914"/>
            </a:xfrm>
          </p:grpSpPr>
          <p:cxnSp>
            <p:nvCxnSpPr>
              <p:cNvPr id="7016" name="Google Shape;7016;p59"/>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017" name="Google Shape;7017;p59"/>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18" name="Google Shape;7018;p59"/>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9"/>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20" name="Google Shape;7020;p59"/>
            <p:cNvGrpSpPr/>
            <p:nvPr/>
          </p:nvGrpSpPr>
          <p:grpSpPr>
            <a:xfrm>
              <a:off x="3929014" y="1960574"/>
              <a:ext cx="286500" cy="242342"/>
              <a:chOff x="3929014" y="1960574"/>
              <a:chExt cx="286500" cy="242342"/>
            </a:xfrm>
          </p:grpSpPr>
          <p:cxnSp>
            <p:nvCxnSpPr>
              <p:cNvPr id="7021" name="Google Shape;7021;p59"/>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022" name="Google Shape;7022;p59"/>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3" name="Google Shape;7023;p59"/>
            <p:cNvGrpSpPr/>
            <p:nvPr/>
          </p:nvGrpSpPr>
          <p:grpSpPr>
            <a:xfrm>
              <a:off x="4290828" y="1496185"/>
              <a:ext cx="286500" cy="272914"/>
              <a:chOff x="4290828" y="1496185"/>
              <a:chExt cx="286500" cy="272914"/>
            </a:xfrm>
          </p:grpSpPr>
          <p:cxnSp>
            <p:nvCxnSpPr>
              <p:cNvPr id="7024" name="Google Shape;7024;p59"/>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025" name="Google Shape;7025;p59"/>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26" name="Google Shape;7026;p59"/>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9"/>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27" name="Google Shape;7027;p59"/>
            <p:cNvGrpSpPr/>
            <p:nvPr/>
          </p:nvGrpSpPr>
          <p:grpSpPr>
            <a:xfrm>
              <a:off x="4657726" y="1959674"/>
              <a:ext cx="286500" cy="245092"/>
              <a:chOff x="4657726" y="1959674"/>
              <a:chExt cx="286500" cy="245092"/>
            </a:xfrm>
          </p:grpSpPr>
          <p:cxnSp>
            <p:nvCxnSpPr>
              <p:cNvPr id="7028" name="Google Shape;7028;p59"/>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029" name="Google Shape;7029;p59"/>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30" name="Google Shape;7030;p59"/>
          <p:cNvGrpSpPr/>
          <p:nvPr/>
        </p:nvGrpSpPr>
        <p:grpSpPr>
          <a:xfrm>
            <a:off x="3486488" y="2149036"/>
            <a:ext cx="1597032" cy="378649"/>
            <a:chOff x="3512551" y="2358282"/>
            <a:chExt cx="1597032" cy="378649"/>
          </a:xfrm>
        </p:grpSpPr>
        <p:grpSp>
          <p:nvGrpSpPr>
            <p:cNvPr id="7031" name="Google Shape;7031;p59"/>
            <p:cNvGrpSpPr/>
            <p:nvPr/>
          </p:nvGrpSpPr>
          <p:grpSpPr>
            <a:xfrm>
              <a:off x="3738198" y="2553002"/>
              <a:ext cx="1145834" cy="117"/>
              <a:chOff x="3738198" y="2553002"/>
              <a:chExt cx="1145834" cy="117"/>
            </a:xfrm>
          </p:grpSpPr>
          <p:cxnSp>
            <p:nvCxnSpPr>
              <p:cNvPr id="7032" name="Google Shape;7032;p59"/>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033" name="Google Shape;7033;p59"/>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034" name="Google Shape;7034;p59"/>
              <p:cNvCxnSpPr>
                <a:stCxn id="7035" idx="6"/>
                <a:endCxn id="7036"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037" name="Google Shape;7037;p59"/>
            <p:cNvGrpSpPr/>
            <p:nvPr/>
          </p:nvGrpSpPr>
          <p:grpSpPr>
            <a:xfrm>
              <a:off x="3969644" y="2440153"/>
              <a:ext cx="225900" cy="296779"/>
              <a:chOff x="3969644" y="2440153"/>
              <a:chExt cx="225900" cy="296779"/>
            </a:xfrm>
          </p:grpSpPr>
          <p:cxnSp>
            <p:nvCxnSpPr>
              <p:cNvPr id="7038" name="Google Shape;7038;p59"/>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7036" name="Google Shape;7036;p59"/>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9"/>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0" name="Google Shape;7040;p59"/>
            <p:cNvGrpSpPr/>
            <p:nvPr/>
          </p:nvGrpSpPr>
          <p:grpSpPr>
            <a:xfrm>
              <a:off x="4426818" y="2358282"/>
              <a:ext cx="225600" cy="307471"/>
              <a:chOff x="4426818" y="2358282"/>
              <a:chExt cx="225600" cy="307471"/>
            </a:xfrm>
          </p:grpSpPr>
          <p:cxnSp>
            <p:nvCxnSpPr>
              <p:cNvPr id="7041" name="Google Shape;7041;p59"/>
              <p:cNvCxnSpPr>
                <a:stCxn id="7042"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043" name="Google Shape;7043;p59"/>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9"/>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4" name="Google Shape;7044;p59"/>
            <p:cNvGrpSpPr/>
            <p:nvPr/>
          </p:nvGrpSpPr>
          <p:grpSpPr>
            <a:xfrm>
              <a:off x="4883984" y="2440153"/>
              <a:ext cx="225600" cy="296479"/>
              <a:chOff x="4883984" y="2440153"/>
              <a:chExt cx="225600" cy="296479"/>
            </a:xfrm>
          </p:grpSpPr>
          <p:cxnSp>
            <p:nvCxnSpPr>
              <p:cNvPr id="7045" name="Google Shape;7045;p59"/>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7046" name="Google Shape;7046;p59"/>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9"/>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8" name="Google Shape;7048;p59"/>
            <p:cNvGrpSpPr/>
            <p:nvPr/>
          </p:nvGrpSpPr>
          <p:grpSpPr>
            <a:xfrm>
              <a:off x="3512551" y="2358356"/>
              <a:ext cx="225647" cy="307629"/>
              <a:chOff x="2182679" y="2005014"/>
              <a:chExt cx="792300" cy="1080158"/>
            </a:xfrm>
          </p:grpSpPr>
          <p:cxnSp>
            <p:nvCxnSpPr>
              <p:cNvPr id="7049" name="Google Shape;7049;p59"/>
              <p:cNvCxnSpPr>
                <a:stCxn id="7050"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035" name="Google Shape;7035;p59"/>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9"/>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51" name="Google Shape;7051;p59"/>
          <p:cNvGrpSpPr/>
          <p:nvPr/>
        </p:nvGrpSpPr>
        <p:grpSpPr>
          <a:xfrm>
            <a:off x="6846570" y="972834"/>
            <a:ext cx="1559809" cy="722610"/>
            <a:chOff x="634175" y="2986275"/>
            <a:chExt cx="3147949" cy="1458344"/>
          </a:xfrm>
        </p:grpSpPr>
        <p:cxnSp>
          <p:nvCxnSpPr>
            <p:cNvPr id="7052" name="Google Shape;7052;p59"/>
            <p:cNvCxnSpPr>
              <a:stCxn id="7053" idx="4"/>
              <a:endCxn id="7054"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055" name="Google Shape;7055;p59"/>
            <p:cNvCxnSpPr>
              <a:stCxn id="7054" idx="0"/>
              <a:endCxn id="7056"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057" name="Google Shape;7057;p59"/>
            <p:cNvCxnSpPr>
              <a:stCxn id="7056" idx="4"/>
              <a:endCxn id="7058"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059" name="Google Shape;7059;p59"/>
            <p:cNvCxnSpPr>
              <a:stCxn id="7058" idx="0"/>
              <a:endCxn id="7060"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060" name="Google Shape;7060;p59"/>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056" name="Google Shape;7056;p59"/>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053" name="Google Shape;7053;p59"/>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058" name="Google Shape;7058;p59"/>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054" name="Google Shape;7054;p59"/>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061" name="Google Shape;7061;p59"/>
          <p:cNvGrpSpPr/>
          <p:nvPr/>
        </p:nvGrpSpPr>
        <p:grpSpPr>
          <a:xfrm>
            <a:off x="3500360" y="2682741"/>
            <a:ext cx="1570719" cy="294123"/>
            <a:chOff x="998425" y="1182125"/>
            <a:chExt cx="1065400" cy="199500"/>
          </a:xfrm>
        </p:grpSpPr>
        <p:sp>
          <p:nvSpPr>
            <p:cNvPr id="7062" name="Google Shape;7062;p59"/>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9"/>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9"/>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9"/>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9"/>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7" name="Google Shape;7067;p59"/>
          <p:cNvGrpSpPr/>
          <p:nvPr/>
        </p:nvGrpSpPr>
        <p:grpSpPr>
          <a:xfrm>
            <a:off x="6843616" y="1800228"/>
            <a:ext cx="1565716" cy="366729"/>
            <a:chOff x="1247650" y="2075423"/>
            <a:chExt cx="6648477" cy="1557238"/>
          </a:xfrm>
        </p:grpSpPr>
        <p:sp>
          <p:nvSpPr>
            <p:cNvPr id="7068" name="Google Shape;7068;p59"/>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9"/>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9"/>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9"/>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9"/>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9"/>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4" name="Google Shape;7074;p59"/>
          <p:cNvGrpSpPr/>
          <p:nvPr/>
        </p:nvGrpSpPr>
        <p:grpSpPr>
          <a:xfrm>
            <a:off x="6827928" y="2949043"/>
            <a:ext cx="1597061" cy="663440"/>
            <a:chOff x="6796238" y="3158297"/>
            <a:chExt cx="1630319" cy="677257"/>
          </a:xfrm>
        </p:grpSpPr>
        <p:cxnSp>
          <p:nvCxnSpPr>
            <p:cNvPr id="7075" name="Google Shape;7075;p59"/>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076" name="Google Shape;7076;p59"/>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077" name="Google Shape;7077;p59"/>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7078" name="Google Shape;7078;p59"/>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7079" name="Google Shape;7079;p59"/>
            <p:cNvGrpSpPr/>
            <p:nvPr/>
          </p:nvGrpSpPr>
          <p:grpSpPr>
            <a:xfrm>
              <a:off x="6796238" y="3311904"/>
              <a:ext cx="1630319" cy="377697"/>
              <a:chOff x="6796238" y="3311904"/>
              <a:chExt cx="1630319" cy="377697"/>
            </a:xfrm>
          </p:grpSpPr>
          <p:sp>
            <p:nvSpPr>
              <p:cNvPr id="7080" name="Google Shape;7080;p59"/>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9"/>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9"/>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83" name="Google Shape;7083;p59"/>
          <p:cNvGrpSpPr/>
          <p:nvPr/>
        </p:nvGrpSpPr>
        <p:grpSpPr>
          <a:xfrm>
            <a:off x="5349066" y="970435"/>
            <a:ext cx="1368606" cy="1593805"/>
            <a:chOff x="1839112" y="2209163"/>
            <a:chExt cx="1918159" cy="2233784"/>
          </a:xfrm>
        </p:grpSpPr>
        <p:sp>
          <p:nvSpPr>
            <p:cNvPr id="7084" name="Google Shape;7084;p59"/>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9"/>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9"/>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087" name="Google Shape;7087;p59"/>
            <p:cNvCxnSpPr>
              <a:stCxn id="7084" idx="6"/>
              <a:endCxn id="7085"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088" name="Google Shape;7088;p59"/>
            <p:cNvCxnSpPr>
              <a:stCxn id="7085" idx="4"/>
              <a:endCxn id="7089"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090" name="Google Shape;7090;p59"/>
            <p:cNvCxnSpPr>
              <a:stCxn id="7089" idx="6"/>
              <a:endCxn id="7086"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091" name="Google Shape;7091;p59"/>
            <p:cNvCxnSpPr>
              <a:stCxn id="7086" idx="4"/>
              <a:endCxn id="7092"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089" name="Google Shape;7089;p59"/>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9"/>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9"/>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094" name="Google Shape;7094;p59"/>
            <p:cNvCxnSpPr>
              <a:endCxn id="7093"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095" name="Google Shape;7095;p59"/>
          <p:cNvGrpSpPr/>
          <p:nvPr/>
        </p:nvGrpSpPr>
        <p:grpSpPr>
          <a:xfrm>
            <a:off x="3481439" y="976671"/>
            <a:ext cx="1637968" cy="154942"/>
            <a:chOff x="238125" y="2506075"/>
            <a:chExt cx="7115411" cy="673075"/>
          </a:xfrm>
        </p:grpSpPr>
        <p:sp>
          <p:nvSpPr>
            <p:cNvPr id="7096" name="Google Shape;7096;p59"/>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9"/>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9"/>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9"/>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9"/>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1" name="Google Shape;7101;p59"/>
          <p:cNvGrpSpPr/>
          <p:nvPr/>
        </p:nvGrpSpPr>
        <p:grpSpPr>
          <a:xfrm>
            <a:off x="720124" y="1298269"/>
            <a:ext cx="2476762" cy="91743"/>
            <a:chOff x="1464850" y="436376"/>
            <a:chExt cx="6001362" cy="222300"/>
          </a:xfrm>
        </p:grpSpPr>
        <p:sp>
          <p:nvSpPr>
            <p:cNvPr id="7102" name="Google Shape;7102;p59"/>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9"/>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9"/>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9"/>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9"/>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07" name="Google Shape;7107;p59"/>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108" name="Google Shape;7108;p59"/>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109" name="Google Shape;7109;p59"/>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110" name="Google Shape;7110;p59"/>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7111" name="Google Shape;7111;p59"/>
          <p:cNvGrpSpPr/>
          <p:nvPr/>
        </p:nvGrpSpPr>
        <p:grpSpPr>
          <a:xfrm>
            <a:off x="706391" y="2533734"/>
            <a:ext cx="1452710" cy="651923"/>
            <a:chOff x="803162" y="2667727"/>
            <a:chExt cx="1411906" cy="633611"/>
          </a:xfrm>
        </p:grpSpPr>
        <p:cxnSp>
          <p:nvCxnSpPr>
            <p:cNvPr id="7112" name="Google Shape;7112;p59"/>
            <p:cNvCxnSpPr>
              <a:stCxn id="7113" idx="2"/>
              <a:endCxn id="7114"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115" name="Google Shape;7115;p59"/>
            <p:cNvCxnSpPr>
              <a:stCxn id="7116" idx="0"/>
              <a:endCxn id="7113"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117" name="Google Shape;7117;p59"/>
            <p:cNvCxnSpPr>
              <a:stCxn id="7116" idx="2"/>
              <a:endCxn id="7118"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119" name="Google Shape;7119;p59"/>
            <p:cNvCxnSpPr>
              <a:stCxn id="7120" idx="0"/>
              <a:endCxn id="7116"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121" name="Google Shape;7121;p59"/>
            <p:cNvCxnSpPr>
              <a:stCxn id="7114" idx="2"/>
              <a:endCxn id="7122"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123" name="Google Shape;7123;p59"/>
            <p:cNvCxnSpPr>
              <a:stCxn id="7124" idx="0"/>
              <a:endCxn id="7114"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7120" name="Google Shape;7120;p59"/>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118" name="Google Shape;7118;p59"/>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124" name="Google Shape;7124;p59"/>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122" name="Google Shape;7122;p59"/>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114" name="Google Shape;7114;p59"/>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116" name="Google Shape;7116;p59"/>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113" name="Google Shape;7113;p59"/>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7125" name="Google Shape;7125;p59"/>
          <p:cNvGrpSpPr/>
          <p:nvPr/>
        </p:nvGrpSpPr>
        <p:grpSpPr>
          <a:xfrm>
            <a:off x="706393" y="969273"/>
            <a:ext cx="2518541" cy="209309"/>
            <a:chOff x="803163" y="1111966"/>
            <a:chExt cx="2447800" cy="203430"/>
          </a:xfrm>
        </p:grpSpPr>
        <p:grpSp>
          <p:nvGrpSpPr>
            <p:cNvPr id="7126" name="Google Shape;7126;p59"/>
            <p:cNvGrpSpPr/>
            <p:nvPr/>
          </p:nvGrpSpPr>
          <p:grpSpPr>
            <a:xfrm>
              <a:off x="1958180" y="1111966"/>
              <a:ext cx="588019" cy="121396"/>
              <a:chOff x="4808316" y="2800065"/>
              <a:chExt cx="1999386" cy="412910"/>
            </a:xfrm>
          </p:grpSpPr>
          <p:sp>
            <p:nvSpPr>
              <p:cNvPr id="7127" name="Google Shape;7127;p59"/>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28" name="Google Shape;7128;p59"/>
              <p:cNvGrpSpPr/>
              <p:nvPr/>
            </p:nvGrpSpPr>
            <p:grpSpPr>
              <a:xfrm>
                <a:off x="4808316" y="2800065"/>
                <a:ext cx="92400" cy="411825"/>
                <a:chOff x="845575" y="2563700"/>
                <a:chExt cx="92400" cy="411825"/>
              </a:xfrm>
            </p:grpSpPr>
            <p:cxnSp>
              <p:nvCxnSpPr>
                <p:cNvPr id="7129" name="Google Shape;7129;p5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130" name="Google Shape;7130;p5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7131" name="Google Shape;7131;p59"/>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7132" name="Google Shape;7132;p59"/>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33" name="Google Shape;7133;p59"/>
            <p:cNvGrpSpPr/>
            <p:nvPr/>
          </p:nvGrpSpPr>
          <p:grpSpPr>
            <a:xfrm>
              <a:off x="803163" y="1111974"/>
              <a:ext cx="591158" cy="121545"/>
              <a:chOff x="803163" y="1111974"/>
              <a:chExt cx="591158" cy="121545"/>
            </a:xfrm>
          </p:grpSpPr>
          <p:grpSp>
            <p:nvGrpSpPr>
              <p:cNvPr id="7134" name="Google Shape;7134;p59"/>
              <p:cNvGrpSpPr/>
              <p:nvPr/>
            </p:nvGrpSpPr>
            <p:grpSpPr>
              <a:xfrm>
                <a:off x="803163" y="1111974"/>
                <a:ext cx="27175" cy="121077"/>
                <a:chOff x="845575" y="2563700"/>
                <a:chExt cx="92400" cy="411825"/>
              </a:xfrm>
            </p:grpSpPr>
            <p:cxnSp>
              <p:nvCxnSpPr>
                <p:cNvPr id="7135" name="Google Shape;7135;p5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136" name="Google Shape;7136;p5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37" name="Google Shape;7137;p59"/>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8" name="Google Shape;7138;p59"/>
            <p:cNvGrpSpPr/>
            <p:nvPr/>
          </p:nvGrpSpPr>
          <p:grpSpPr>
            <a:xfrm>
              <a:off x="1381910" y="1194219"/>
              <a:ext cx="588341" cy="121177"/>
              <a:chOff x="1381910" y="1194219"/>
              <a:chExt cx="588341" cy="121177"/>
            </a:xfrm>
          </p:grpSpPr>
          <p:grpSp>
            <p:nvGrpSpPr>
              <p:cNvPr id="7139" name="Google Shape;7139;p59"/>
              <p:cNvGrpSpPr/>
              <p:nvPr/>
            </p:nvGrpSpPr>
            <p:grpSpPr>
              <a:xfrm rot="10800000">
                <a:off x="1381910" y="1194319"/>
                <a:ext cx="27175" cy="121077"/>
                <a:chOff x="2070100" y="2563700"/>
                <a:chExt cx="92400" cy="411825"/>
              </a:xfrm>
            </p:grpSpPr>
            <p:cxnSp>
              <p:nvCxnSpPr>
                <p:cNvPr id="7140" name="Google Shape;7140;p5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141" name="Google Shape;7141;p5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42" name="Google Shape;7142;p59"/>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3" name="Google Shape;7143;p59"/>
            <p:cNvGrpSpPr/>
            <p:nvPr/>
          </p:nvGrpSpPr>
          <p:grpSpPr>
            <a:xfrm>
              <a:off x="2532079" y="1194219"/>
              <a:ext cx="704927" cy="121177"/>
              <a:chOff x="2532079" y="1194219"/>
              <a:chExt cx="704927" cy="121177"/>
            </a:xfrm>
          </p:grpSpPr>
          <p:grpSp>
            <p:nvGrpSpPr>
              <p:cNvPr id="7144" name="Google Shape;7144;p59"/>
              <p:cNvGrpSpPr/>
              <p:nvPr/>
            </p:nvGrpSpPr>
            <p:grpSpPr>
              <a:xfrm rot="10800000">
                <a:off x="2532079" y="1194319"/>
                <a:ext cx="27175" cy="121077"/>
                <a:chOff x="2070100" y="2563700"/>
                <a:chExt cx="92400" cy="411825"/>
              </a:xfrm>
            </p:grpSpPr>
            <p:cxnSp>
              <p:nvCxnSpPr>
                <p:cNvPr id="7145" name="Google Shape;7145;p5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146" name="Google Shape;7146;p5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47" name="Google Shape;7147;p59"/>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48" name="Google Shape;7148;p59"/>
          <p:cNvGrpSpPr/>
          <p:nvPr/>
        </p:nvGrpSpPr>
        <p:grpSpPr>
          <a:xfrm>
            <a:off x="3499403" y="3665904"/>
            <a:ext cx="1567778" cy="491677"/>
            <a:chOff x="5194708" y="3484366"/>
            <a:chExt cx="3148148" cy="987304"/>
          </a:xfrm>
        </p:grpSpPr>
        <p:grpSp>
          <p:nvGrpSpPr>
            <p:cNvPr id="7149" name="Google Shape;7149;p59"/>
            <p:cNvGrpSpPr/>
            <p:nvPr/>
          </p:nvGrpSpPr>
          <p:grpSpPr>
            <a:xfrm>
              <a:off x="7531521" y="3484366"/>
              <a:ext cx="811335" cy="987304"/>
              <a:chOff x="3379425" y="1617275"/>
              <a:chExt cx="1090650" cy="1327200"/>
            </a:xfrm>
          </p:grpSpPr>
          <p:sp>
            <p:nvSpPr>
              <p:cNvPr id="7150" name="Google Shape;7150;p59"/>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9"/>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9"/>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3" name="Google Shape;7153;p59"/>
            <p:cNvGrpSpPr/>
            <p:nvPr/>
          </p:nvGrpSpPr>
          <p:grpSpPr>
            <a:xfrm>
              <a:off x="6752546" y="3484366"/>
              <a:ext cx="811428" cy="987304"/>
              <a:chOff x="2332275" y="1617275"/>
              <a:chExt cx="1090775" cy="1327200"/>
            </a:xfrm>
          </p:grpSpPr>
          <p:sp>
            <p:nvSpPr>
              <p:cNvPr id="7154" name="Google Shape;7154;p59"/>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9"/>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9"/>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7" name="Google Shape;7157;p59"/>
            <p:cNvGrpSpPr/>
            <p:nvPr/>
          </p:nvGrpSpPr>
          <p:grpSpPr>
            <a:xfrm>
              <a:off x="5973664" y="3484366"/>
              <a:ext cx="811335" cy="987304"/>
              <a:chOff x="1285250" y="1617275"/>
              <a:chExt cx="1090650" cy="1327200"/>
            </a:xfrm>
          </p:grpSpPr>
          <p:sp>
            <p:nvSpPr>
              <p:cNvPr id="7158" name="Google Shape;7158;p59"/>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9"/>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9"/>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1" name="Google Shape;7161;p59"/>
            <p:cNvGrpSpPr/>
            <p:nvPr/>
          </p:nvGrpSpPr>
          <p:grpSpPr>
            <a:xfrm>
              <a:off x="5194708" y="3484366"/>
              <a:ext cx="811409" cy="987304"/>
              <a:chOff x="238125" y="1617275"/>
              <a:chExt cx="1090750" cy="1327200"/>
            </a:xfrm>
          </p:grpSpPr>
          <p:sp>
            <p:nvSpPr>
              <p:cNvPr id="7162" name="Google Shape;7162;p59"/>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9"/>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9"/>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65" name="Google Shape;7165;p59"/>
          <p:cNvGrpSpPr/>
          <p:nvPr/>
        </p:nvGrpSpPr>
        <p:grpSpPr>
          <a:xfrm>
            <a:off x="3460012" y="3146315"/>
            <a:ext cx="1616964" cy="346256"/>
            <a:chOff x="1808063" y="4294338"/>
            <a:chExt cx="3370782" cy="721817"/>
          </a:xfrm>
        </p:grpSpPr>
        <p:sp>
          <p:nvSpPr>
            <p:cNvPr id="7166" name="Google Shape;7166;p59"/>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9"/>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9"/>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9"/>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9"/>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9"/>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9"/>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9"/>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9"/>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9"/>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6" name="Google Shape;7176;p59"/>
          <p:cNvGrpSpPr/>
          <p:nvPr/>
        </p:nvGrpSpPr>
        <p:grpSpPr>
          <a:xfrm>
            <a:off x="738224" y="3432344"/>
            <a:ext cx="1295882" cy="646587"/>
            <a:chOff x="834100" y="3642869"/>
            <a:chExt cx="1259483" cy="628426"/>
          </a:xfrm>
        </p:grpSpPr>
        <p:sp>
          <p:nvSpPr>
            <p:cNvPr id="7177" name="Google Shape;7177;p59"/>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9"/>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9"/>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9"/>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9"/>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9"/>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9"/>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9"/>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9"/>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9"/>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9"/>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9"/>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9"/>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9"/>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9"/>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9"/>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9"/>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9"/>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9"/>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9"/>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9"/>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9"/>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9"/>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9"/>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9"/>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02" name="Google Shape;7202;p59"/>
            <p:cNvGrpSpPr/>
            <p:nvPr/>
          </p:nvGrpSpPr>
          <p:grpSpPr>
            <a:xfrm>
              <a:off x="1360364" y="3847835"/>
              <a:ext cx="208119" cy="224359"/>
              <a:chOff x="1360769" y="3847100"/>
              <a:chExt cx="208119" cy="224359"/>
            </a:xfrm>
          </p:grpSpPr>
          <p:sp>
            <p:nvSpPr>
              <p:cNvPr id="7203" name="Google Shape;7203;p59"/>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9"/>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9"/>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9"/>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9"/>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9"/>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9"/>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9"/>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9"/>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9"/>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9"/>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9"/>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9"/>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9"/>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9"/>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9"/>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9"/>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9"/>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9"/>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9"/>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23" name="Google Shape;7223;p59"/>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9"/>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9"/>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9"/>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9"/>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9"/>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9"/>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9"/>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9"/>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9"/>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9"/>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9"/>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9"/>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9"/>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7" name="Google Shape;7237;p59"/>
          <p:cNvGrpSpPr/>
          <p:nvPr/>
        </p:nvGrpSpPr>
        <p:grpSpPr>
          <a:xfrm rot="5400000">
            <a:off x="5951337" y="3228841"/>
            <a:ext cx="164064" cy="1414916"/>
            <a:chOff x="4428249" y="1369375"/>
            <a:chExt cx="36905" cy="429569"/>
          </a:xfrm>
        </p:grpSpPr>
        <p:sp>
          <p:nvSpPr>
            <p:cNvPr id="7238" name="Google Shape;7238;p59"/>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9"/>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9"/>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9"/>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9"/>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9"/>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9"/>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9"/>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9"/>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9"/>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9"/>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9"/>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9"/>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9"/>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9"/>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9"/>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9"/>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9"/>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9"/>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9"/>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9"/>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9"/>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9"/>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9"/>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9"/>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9"/>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9"/>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9"/>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9"/>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9"/>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9"/>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9"/>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0" name="Google Shape;7270;p59"/>
          <p:cNvGrpSpPr/>
          <p:nvPr/>
        </p:nvGrpSpPr>
        <p:grpSpPr>
          <a:xfrm rot="10800000" flipH="1">
            <a:off x="5323766" y="2817385"/>
            <a:ext cx="1419207" cy="24808"/>
            <a:chOff x="219558" y="4738465"/>
            <a:chExt cx="5852400" cy="102300"/>
          </a:xfrm>
        </p:grpSpPr>
        <p:cxnSp>
          <p:nvCxnSpPr>
            <p:cNvPr id="7271" name="Google Shape;7271;p59"/>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7272" name="Google Shape;7272;p59"/>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9"/>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9"/>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9"/>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9"/>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7" name="Google Shape;7277;p59"/>
          <p:cNvGrpSpPr/>
          <p:nvPr/>
        </p:nvGrpSpPr>
        <p:grpSpPr>
          <a:xfrm>
            <a:off x="5335084" y="3190448"/>
            <a:ext cx="1396570" cy="385016"/>
            <a:chOff x="5286284" y="2966544"/>
            <a:chExt cx="1396570" cy="385016"/>
          </a:xfrm>
        </p:grpSpPr>
        <p:cxnSp>
          <p:nvCxnSpPr>
            <p:cNvPr id="7278" name="Google Shape;7278;p59"/>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7279" name="Google Shape;7279;p59"/>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7280" name="Google Shape;7280;p59"/>
            <p:cNvGrpSpPr/>
            <p:nvPr/>
          </p:nvGrpSpPr>
          <p:grpSpPr>
            <a:xfrm>
              <a:off x="5287688" y="3173364"/>
              <a:ext cx="1395166" cy="74100"/>
              <a:chOff x="5287688" y="3173364"/>
              <a:chExt cx="1395166" cy="74100"/>
            </a:xfrm>
          </p:grpSpPr>
          <p:cxnSp>
            <p:nvCxnSpPr>
              <p:cNvPr id="7281" name="Google Shape;7281;p59"/>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7282" name="Google Shape;7282;p59"/>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7283" name="Google Shape;7283;p59"/>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284" name="Google Shape;7284;p59"/>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285" name="Google Shape;7285;p59"/>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286" name="Google Shape;7286;p59"/>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287" name="Google Shape;7287;p59"/>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288" name="Google Shape;7288;p59"/>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7289" name="Google Shape;7289;p59"/>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7290" name="Google Shape;7290;p59"/>
          <p:cNvGrpSpPr/>
          <p:nvPr/>
        </p:nvGrpSpPr>
        <p:grpSpPr>
          <a:xfrm>
            <a:off x="2021150" y="1609224"/>
            <a:ext cx="1182276" cy="662027"/>
            <a:chOff x="2029517" y="1732295"/>
            <a:chExt cx="1149068" cy="643432"/>
          </a:xfrm>
        </p:grpSpPr>
        <p:grpSp>
          <p:nvGrpSpPr>
            <p:cNvPr id="7291" name="Google Shape;7291;p59"/>
            <p:cNvGrpSpPr/>
            <p:nvPr/>
          </p:nvGrpSpPr>
          <p:grpSpPr>
            <a:xfrm>
              <a:off x="2708660" y="1746937"/>
              <a:ext cx="455427" cy="244429"/>
              <a:chOff x="2700693" y="1746937"/>
              <a:chExt cx="455427" cy="244429"/>
            </a:xfrm>
          </p:grpSpPr>
          <p:grpSp>
            <p:nvGrpSpPr>
              <p:cNvPr id="7292" name="Google Shape;7292;p59"/>
              <p:cNvGrpSpPr/>
              <p:nvPr/>
            </p:nvGrpSpPr>
            <p:grpSpPr>
              <a:xfrm>
                <a:off x="2905682" y="1782817"/>
                <a:ext cx="250438" cy="208549"/>
                <a:chOff x="2905682" y="1782817"/>
                <a:chExt cx="250438" cy="208549"/>
              </a:xfrm>
            </p:grpSpPr>
            <p:cxnSp>
              <p:nvCxnSpPr>
                <p:cNvPr id="7293" name="Google Shape;7293;p59"/>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294" name="Google Shape;7294;p59"/>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5" name="Google Shape;7295;p59"/>
              <p:cNvGrpSpPr/>
              <p:nvPr/>
            </p:nvGrpSpPr>
            <p:grpSpPr>
              <a:xfrm>
                <a:off x="2700693" y="1746937"/>
                <a:ext cx="449967" cy="72374"/>
                <a:chOff x="2700693" y="1746937"/>
                <a:chExt cx="449967" cy="72374"/>
              </a:xfrm>
            </p:grpSpPr>
            <p:cxnSp>
              <p:nvCxnSpPr>
                <p:cNvPr id="7296" name="Google Shape;7296;p59"/>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297" name="Google Shape;7297;p59"/>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98" name="Google Shape;7298;p59"/>
            <p:cNvGrpSpPr/>
            <p:nvPr/>
          </p:nvGrpSpPr>
          <p:grpSpPr>
            <a:xfrm>
              <a:off x="2029517" y="1732295"/>
              <a:ext cx="1149068" cy="643432"/>
              <a:chOff x="2029517" y="1732295"/>
              <a:chExt cx="1149068" cy="643432"/>
            </a:xfrm>
          </p:grpSpPr>
          <p:grpSp>
            <p:nvGrpSpPr>
              <p:cNvPr id="7299" name="Google Shape;7299;p59"/>
              <p:cNvGrpSpPr/>
              <p:nvPr/>
            </p:nvGrpSpPr>
            <p:grpSpPr>
              <a:xfrm>
                <a:off x="2703618" y="2103152"/>
                <a:ext cx="474966" cy="260017"/>
                <a:chOff x="2703618" y="2103152"/>
                <a:chExt cx="474966" cy="260017"/>
              </a:xfrm>
            </p:grpSpPr>
            <p:grpSp>
              <p:nvGrpSpPr>
                <p:cNvPr id="7300" name="Google Shape;7300;p59"/>
                <p:cNvGrpSpPr/>
                <p:nvPr/>
              </p:nvGrpSpPr>
              <p:grpSpPr>
                <a:xfrm>
                  <a:off x="2703618" y="2290640"/>
                  <a:ext cx="450291" cy="72529"/>
                  <a:chOff x="2703618" y="2290640"/>
                  <a:chExt cx="450291" cy="72529"/>
                </a:xfrm>
              </p:grpSpPr>
              <p:cxnSp>
                <p:nvCxnSpPr>
                  <p:cNvPr id="7301" name="Google Shape;7301;p59"/>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302" name="Google Shape;7302;p59"/>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3" name="Google Shape;7303;p59"/>
                <p:cNvGrpSpPr/>
                <p:nvPr/>
              </p:nvGrpSpPr>
              <p:grpSpPr>
                <a:xfrm>
                  <a:off x="2908607" y="2103152"/>
                  <a:ext cx="269977" cy="223538"/>
                  <a:chOff x="2908607" y="2103152"/>
                  <a:chExt cx="269977" cy="223538"/>
                </a:xfrm>
              </p:grpSpPr>
              <p:cxnSp>
                <p:nvCxnSpPr>
                  <p:cNvPr id="7304" name="Google Shape;7304;p59"/>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305" name="Google Shape;7305;p59"/>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06" name="Google Shape;7306;p59"/>
              <p:cNvGrpSpPr/>
              <p:nvPr/>
            </p:nvGrpSpPr>
            <p:grpSpPr>
              <a:xfrm>
                <a:off x="2029517" y="1732295"/>
                <a:ext cx="685827" cy="643432"/>
                <a:chOff x="2029517" y="1732295"/>
                <a:chExt cx="685827" cy="643432"/>
              </a:xfrm>
            </p:grpSpPr>
            <p:sp>
              <p:nvSpPr>
                <p:cNvPr id="7307" name="Google Shape;7307;p59"/>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08" name="Google Shape;7308;p59"/>
                <p:cNvGrpSpPr/>
                <p:nvPr/>
              </p:nvGrpSpPr>
              <p:grpSpPr>
                <a:xfrm>
                  <a:off x="2158948" y="1732295"/>
                  <a:ext cx="556396" cy="333108"/>
                  <a:chOff x="2158948" y="1732295"/>
                  <a:chExt cx="556396" cy="333108"/>
                </a:xfrm>
              </p:grpSpPr>
              <p:cxnSp>
                <p:nvCxnSpPr>
                  <p:cNvPr id="7309" name="Google Shape;7309;p59"/>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310" name="Google Shape;7310;p59"/>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1" name="Google Shape;7311;p59"/>
                <p:cNvGrpSpPr/>
                <p:nvPr/>
              </p:nvGrpSpPr>
              <p:grpSpPr>
                <a:xfrm>
                  <a:off x="2159908" y="2065057"/>
                  <a:ext cx="550884" cy="310670"/>
                  <a:chOff x="2159908" y="2065057"/>
                  <a:chExt cx="550884" cy="310670"/>
                </a:xfrm>
              </p:grpSpPr>
              <p:cxnSp>
                <p:nvCxnSpPr>
                  <p:cNvPr id="7312" name="Google Shape;7312;p59"/>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313" name="Google Shape;7313;p59"/>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7314" name="Google Shape;7314;p59"/>
          <p:cNvGrpSpPr/>
          <p:nvPr/>
        </p:nvGrpSpPr>
        <p:grpSpPr>
          <a:xfrm>
            <a:off x="706399" y="1556837"/>
            <a:ext cx="962651" cy="810058"/>
            <a:chOff x="844912" y="1681380"/>
            <a:chExt cx="935611" cy="787305"/>
          </a:xfrm>
        </p:grpSpPr>
        <p:grpSp>
          <p:nvGrpSpPr>
            <p:cNvPr id="7315" name="Google Shape;7315;p59"/>
            <p:cNvGrpSpPr/>
            <p:nvPr/>
          </p:nvGrpSpPr>
          <p:grpSpPr>
            <a:xfrm>
              <a:off x="844912" y="1819635"/>
              <a:ext cx="329836" cy="510016"/>
              <a:chOff x="844912" y="1819635"/>
              <a:chExt cx="329836" cy="510016"/>
            </a:xfrm>
          </p:grpSpPr>
          <p:sp>
            <p:nvSpPr>
              <p:cNvPr id="7316" name="Google Shape;7316;p59"/>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9"/>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9"/>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9"/>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9"/>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9"/>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2" name="Google Shape;7322;p59"/>
            <p:cNvGrpSpPr/>
            <p:nvPr/>
          </p:nvGrpSpPr>
          <p:grpSpPr>
            <a:xfrm>
              <a:off x="1284601" y="2158168"/>
              <a:ext cx="495923" cy="310517"/>
              <a:chOff x="1284601" y="2158168"/>
              <a:chExt cx="495923" cy="310517"/>
            </a:xfrm>
          </p:grpSpPr>
          <p:sp>
            <p:nvSpPr>
              <p:cNvPr id="7323" name="Google Shape;7323;p59"/>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24" name="Google Shape;7324;p59"/>
              <p:cNvGrpSpPr/>
              <p:nvPr/>
            </p:nvGrpSpPr>
            <p:grpSpPr>
              <a:xfrm>
                <a:off x="1507666" y="2158168"/>
                <a:ext cx="272858" cy="310517"/>
                <a:chOff x="1507666" y="2158168"/>
                <a:chExt cx="272858" cy="310517"/>
              </a:xfrm>
            </p:grpSpPr>
            <p:grpSp>
              <p:nvGrpSpPr>
                <p:cNvPr id="7325" name="Google Shape;7325;p59"/>
                <p:cNvGrpSpPr/>
                <p:nvPr/>
              </p:nvGrpSpPr>
              <p:grpSpPr>
                <a:xfrm>
                  <a:off x="1507666" y="2176104"/>
                  <a:ext cx="166395" cy="273149"/>
                  <a:chOff x="1507666" y="2176104"/>
                  <a:chExt cx="166395" cy="273149"/>
                </a:xfrm>
              </p:grpSpPr>
              <p:sp>
                <p:nvSpPr>
                  <p:cNvPr id="7326" name="Google Shape;7326;p59"/>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9"/>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9"/>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9"/>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9"/>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9"/>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9"/>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33" name="Google Shape;7333;p59"/>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9"/>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35" name="Google Shape;7335;p59"/>
            <p:cNvGrpSpPr/>
            <p:nvPr/>
          </p:nvGrpSpPr>
          <p:grpSpPr>
            <a:xfrm>
              <a:off x="1284601" y="1681380"/>
              <a:ext cx="495923" cy="310517"/>
              <a:chOff x="1284601" y="1681380"/>
              <a:chExt cx="495923" cy="310517"/>
            </a:xfrm>
          </p:grpSpPr>
          <p:sp>
            <p:nvSpPr>
              <p:cNvPr id="7336" name="Google Shape;7336;p59"/>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37" name="Google Shape;7337;p59"/>
              <p:cNvGrpSpPr/>
              <p:nvPr/>
            </p:nvGrpSpPr>
            <p:grpSpPr>
              <a:xfrm>
                <a:off x="1507666" y="1681380"/>
                <a:ext cx="272858" cy="310517"/>
                <a:chOff x="1507666" y="1681380"/>
                <a:chExt cx="272858" cy="310517"/>
              </a:xfrm>
            </p:grpSpPr>
            <p:grpSp>
              <p:nvGrpSpPr>
                <p:cNvPr id="7338" name="Google Shape;7338;p59"/>
                <p:cNvGrpSpPr/>
                <p:nvPr/>
              </p:nvGrpSpPr>
              <p:grpSpPr>
                <a:xfrm>
                  <a:off x="1507666" y="1700120"/>
                  <a:ext cx="166395" cy="272984"/>
                  <a:chOff x="1507666" y="1700120"/>
                  <a:chExt cx="166395" cy="272984"/>
                </a:xfrm>
              </p:grpSpPr>
              <p:sp>
                <p:nvSpPr>
                  <p:cNvPr id="7339" name="Google Shape;7339;p59"/>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9"/>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9"/>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9"/>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9"/>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9"/>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9"/>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46" name="Google Shape;7346;p59"/>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9"/>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48" name="Google Shape;7348;p59"/>
          <p:cNvGrpSpPr/>
          <p:nvPr/>
        </p:nvGrpSpPr>
        <p:grpSpPr>
          <a:xfrm>
            <a:off x="6815339" y="2324267"/>
            <a:ext cx="1622269" cy="552443"/>
            <a:chOff x="6894650" y="2574740"/>
            <a:chExt cx="1445100" cy="492111"/>
          </a:xfrm>
        </p:grpSpPr>
        <p:sp>
          <p:nvSpPr>
            <p:cNvPr id="7349" name="Google Shape;7349;p59"/>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9"/>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9"/>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9"/>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9"/>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354" name="Google Shape;7354;p59"/>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7355" name="Google Shape;7355;p59"/>
          <p:cNvGrpSpPr/>
          <p:nvPr/>
        </p:nvGrpSpPr>
        <p:grpSpPr>
          <a:xfrm>
            <a:off x="6834882" y="3698522"/>
            <a:ext cx="1583206" cy="475705"/>
            <a:chOff x="6953919" y="3907920"/>
            <a:chExt cx="1377300" cy="475705"/>
          </a:xfrm>
        </p:grpSpPr>
        <p:cxnSp>
          <p:nvCxnSpPr>
            <p:cNvPr id="7356" name="Google Shape;7356;p59"/>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357" name="Google Shape;7357;p59"/>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7358" name="Google Shape;7358;p59"/>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359" name="Google Shape;7359;p59"/>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7360" name="Google Shape;7360;p59"/>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7361" name="Google Shape;7361;p59"/>
          <p:cNvGrpSpPr/>
          <p:nvPr/>
        </p:nvGrpSpPr>
        <p:grpSpPr>
          <a:xfrm>
            <a:off x="2338470" y="2459668"/>
            <a:ext cx="836286" cy="824529"/>
            <a:chOff x="2389399" y="2595741"/>
            <a:chExt cx="812796" cy="801369"/>
          </a:xfrm>
        </p:grpSpPr>
        <p:grpSp>
          <p:nvGrpSpPr>
            <p:cNvPr id="7362" name="Google Shape;7362;p59"/>
            <p:cNvGrpSpPr/>
            <p:nvPr/>
          </p:nvGrpSpPr>
          <p:grpSpPr>
            <a:xfrm>
              <a:off x="2492145" y="2881565"/>
              <a:ext cx="607300" cy="229751"/>
              <a:chOff x="2492145" y="2881565"/>
              <a:chExt cx="607300" cy="229751"/>
            </a:xfrm>
          </p:grpSpPr>
          <p:sp>
            <p:nvSpPr>
              <p:cNvPr id="7363" name="Google Shape;7363;p59"/>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9"/>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9"/>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6" name="Google Shape;7366;p59"/>
            <p:cNvGrpSpPr/>
            <p:nvPr/>
          </p:nvGrpSpPr>
          <p:grpSpPr>
            <a:xfrm>
              <a:off x="2389399" y="2595741"/>
              <a:ext cx="812796" cy="296825"/>
              <a:chOff x="2389399" y="2595741"/>
              <a:chExt cx="812796" cy="296825"/>
            </a:xfrm>
          </p:grpSpPr>
          <p:grpSp>
            <p:nvGrpSpPr>
              <p:cNvPr id="7367" name="Google Shape;7367;p59"/>
              <p:cNvGrpSpPr/>
              <p:nvPr/>
            </p:nvGrpSpPr>
            <p:grpSpPr>
              <a:xfrm>
                <a:off x="2389399" y="2595741"/>
                <a:ext cx="363638" cy="296825"/>
                <a:chOff x="2389399" y="2595741"/>
                <a:chExt cx="363638" cy="296825"/>
              </a:xfrm>
            </p:grpSpPr>
            <p:grpSp>
              <p:nvGrpSpPr>
                <p:cNvPr id="7368" name="Google Shape;7368;p59"/>
                <p:cNvGrpSpPr/>
                <p:nvPr/>
              </p:nvGrpSpPr>
              <p:grpSpPr>
                <a:xfrm>
                  <a:off x="2493852" y="2794333"/>
                  <a:ext cx="259185" cy="98232"/>
                  <a:chOff x="2493852" y="2794333"/>
                  <a:chExt cx="259185" cy="98232"/>
                </a:xfrm>
              </p:grpSpPr>
              <p:sp>
                <p:nvSpPr>
                  <p:cNvPr id="7369" name="Google Shape;7369;p59"/>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9"/>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9"/>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2" name="Google Shape;7372;p59"/>
                <p:cNvGrpSpPr/>
                <p:nvPr/>
              </p:nvGrpSpPr>
              <p:grpSpPr>
                <a:xfrm>
                  <a:off x="2389399" y="2595741"/>
                  <a:ext cx="224343" cy="182054"/>
                  <a:chOff x="2389399" y="2595741"/>
                  <a:chExt cx="224343" cy="182054"/>
                </a:xfrm>
              </p:grpSpPr>
              <p:sp>
                <p:nvSpPr>
                  <p:cNvPr id="7373" name="Google Shape;7373;p59"/>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9"/>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75" name="Google Shape;7375;p59"/>
              <p:cNvGrpSpPr/>
              <p:nvPr/>
            </p:nvGrpSpPr>
            <p:grpSpPr>
              <a:xfrm>
                <a:off x="2683630" y="2595741"/>
                <a:ext cx="224334" cy="296825"/>
                <a:chOff x="2683630" y="2595741"/>
                <a:chExt cx="224334" cy="296825"/>
              </a:xfrm>
            </p:grpSpPr>
            <p:grpSp>
              <p:nvGrpSpPr>
                <p:cNvPr id="7376" name="Google Shape;7376;p59"/>
                <p:cNvGrpSpPr/>
                <p:nvPr/>
              </p:nvGrpSpPr>
              <p:grpSpPr>
                <a:xfrm>
                  <a:off x="2788083" y="2794333"/>
                  <a:ext cx="15356" cy="98232"/>
                  <a:chOff x="2788083" y="2794333"/>
                  <a:chExt cx="15356" cy="98232"/>
                </a:xfrm>
              </p:grpSpPr>
              <p:sp>
                <p:nvSpPr>
                  <p:cNvPr id="7377" name="Google Shape;7377;p59"/>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9"/>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9"/>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0" name="Google Shape;7380;p59"/>
                <p:cNvGrpSpPr/>
                <p:nvPr/>
              </p:nvGrpSpPr>
              <p:grpSpPr>
                <a:xfrm>
                  <a:off x="2683630" y="2595741"/>
                  <a:ext cx="224334" cy="182054"/>
                  <a:chOff x="2683630" y="2595741"/>
                  <a:chExt cx="224334" cy="182054"/>
                </a:xfrm>
              </p:grpSpPr>
              <p:sp>
                <p:nvSpPr>
                  <p:cNvPr id="7381" name="Google Shape;7381;p59"/>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9"/>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83" name="Google Shape;7383;p59"/>
              <p:cNvGrpSpPr/>
              <p:nvPr/>
            </p:nvGrpSpPr>
            <p:grpSpPr>
              <a:xfrm>
                <a:off x="2838475" y="2595741"/>
                <a:ext cx="363719" cy="296825"/>
                <a:chOff x="2838475" y="2595741"/>
                <a:chExt cx="363719" cy="296825"/>
              </a:xfrm>
            </p:grpSpPr>
            <p:grpSp>
              <p:nvGrpSpPr>
                <p:cNvPr id="7384" name="Google Shape;7384;p59"/>
                <p:cNvGrpSpPr/>
                <p:nvPr/>
              </p:nvGrpSpPr>
              <p:grpSpPr>
                <a:xfrm>
                  <a:off x="2838475" y="2794333"/>
                  <a:ext cx="259185" cy="98232"/>
                  <a:chOff x="2838475" y="2794333"/>
                  <a:chExt cx="259185" cy="98232"/>
                </a:xfrm>
              </p:grpSpPr>
              <p:sp>
                <p:nvSpPr>
                  <p:cNvPr id="7385" name="Google Shape;7385;p59"/>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9"/>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9"/>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8" name="Google Shape;7388;p59"/>
                <p:cNvGrpSpPr/>
                <p:nvPr/>
              </p:nvGrpSpPr>
              <p:grpSpPr>
                <a:xfrm>
                  <a:off x="2977852" y="2595741"/>
                  <a:ext cx="224343" cy="182054"/>
                  <a:chOff x="2977852" y="2595741"/>
                  <a:chExt cx="224343" cy="182054"/>
                </a:xfrm>
              </p:grpSpPr>
              <p:sp>
                <p:nvSpPr>
                  <p:cNvPr id="7389" name="Google Shape;7389;p59"/>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9"/>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91" name="Google Shape;7391;p59"/>
            <p:cNvGrpSpPr/>
            <p:nvPr/>
          </p:nvGrpSpPr>
          <p:grpSpPr>
            <a:xfrm>
              <a:off x="2389399" y="3100241"/>
              <a:ext cx="812796" cy="296869"/>
              <a:chOff x="2389399" y="3100241"/>
              <a:chExt cx="812796" cy="296869"/>
            </a:xfrm>
          </p:grpSpPr>
          <p:grpSp>
            <p:nvGrpSpPr>
              <p:cNvPr id="7392" name="Google Shape;7392;p59"/>
              <p:cNvGrpSpPr/>
              <p:nvPr/>
            </p:nvGrpSpPr>
            <p:grpSpPr>
              <a:xfrm>
                <a:off x="2683630" y="3100241"/>
                <a:ext cx="224334" cy="296869"/>
                <a:chOff x="2683630" y="3100241"/>
                <a:chExt cx="224334" cy="296869"/>
              </a:xfrm>
            </p:grpSpPr>
            <p:grpSp>
              <p:nvGrpSpPr>
                <p:cNvPr id="7393" name="Google Shape;7393;p59"/>
                <p:cNvGrpSpPr/>
                <p:nvPr/>
              </p:nvGrpSpPr>
              <p:grpSpPr>
                <a:xfrm>
                  <a:off x="2788083" y="3100241"/>
                  <a:ext cx="15356" cy="98237"/>
                  <a:chOff x="2788083" y="3100241"/>
                  <a:chExt cx="15356" cy="98237"/>
                </a:xfrm>
              </p:grpSpPr>
              <p:sp>
                <p:nvSpPr>
                  <p:cNvPr id="7394" name="Google Shape;7394;p59"/>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9"/>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9"/>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7" name="Google Shape;7397;p59"/>
                <p:cNvGrpSpPr/>
                <p:nvPr/>
              </p:nvGrpSpPr>
              <p:grpSpPr>
                <a:xfrm>
                  <a:off x="2683630" y="3215065"/>
                  <a:ext cx="224334" cy="182045"/>
                  <a:chOff x="2683630" y="3215065"/>
                  <a:chExt cx="224334" cy="182045"/>
                </a:xfrm>
              </p:grpSpPr>
              <p:sp>
                <p:nvSpPr>
                  <p:cNvPr id="7398" name="Google Shape;7398;p59"/>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9"/>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00" name="Google Shape;7400;p59"/>
              <p:cNvGrpSpPr/>
              <p:nvPr/>
            </p:nvGrpSpPr>
            <p:grpSpPr>
              <a:xfrm>
                <a:off x="2389399" y="3100241"/>
                <a:ext cx="363638" cy="296869"/>
                <a:chOff x="2389399" y="3100241"/>
                <a:chExt cx="363638" cy="296869"/>
              </a:xfrm>
            </p:grpSpPr>
            <p:grpSp>
              <p:nvGrpSpPr>
                <p:cNvPr id="7401" name="Google Shape;7401;p59"/>
                <p:cNvGrpSpPr/>
                <p:nvPr/>
              </p:nvGrpSpPr>
              <p:grpSpPr>
                <a:xfrm>
                  <a:off x="2493852" y="3100241"/>
                  <a:ext cx="259185" cy="98237"/>
                  <a:chOff x="2493852" y="3100241"/>
                  <a:chExt cx="259185" cy="98237"/>
                </a:xfrm>
              </p:grpSpPr>
              <p:sp>
                <p:nvSpPr>
                  <p:cNvPr id="7402" name="Google Shape;7402;p59"/>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9"/>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9"/>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5" name="Google Shape;7405;p59"/>
                <p:cNvGrpSpPr/>
                <p:nvPr/>
              </p:nvGrpSpPr>
              <p:grpSpPr>
                <a:xfrm>
                  <a:off x="2389399" y="3215065"/>
                  <a:ext cx="224343" cy="182045"/>
                  <a:chOff x="2389399" y="3215065"/>
                  <a:chExt cx="224343" cy="182045"/>
                </a:xfrm>
              </p:grpSpPr>
              <p:sp>
                <p:nvSpPr>
                  <p:cNvPr id="7406" name="Google Shape;7406;p59"/>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9"/>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08" name="Google Shape;7408;p59"/>
              <p:cNvGrpSpPr/>
              <p:nvPr/>
            </p:nvGrpSpPr>
            <p:grpSpPr>
              <a:xfrm>
                <a:off x="2838475" y="3100241"/>
                <a:ext cx="363719" cy="296869"/>
                <a:chOff x="2838475" y="3100241"/>
                <a:chExt cx="363719" cy="296869"/>
              </a:xfrm>
            </p:grpSpPr>
            <p:grpSp>
              <p:nvGrpSpPr>
                <p:cNvPr id="7409" name="Google Shape;7409;p59"/>
                <p:cNvGrpSpPr/>
                <p:nvPr/>
              </p:nvGrpSpPr>
              <p:grpSpPr>
                <a:xfrm>
                  <a:off x="2838475" y="3100241"/>
                  <a:ext cx="259185" cy="98237"/>
                  <a:chOff x="2838475" y="3100241"/>
                  <a:chExt cx="259185" cy="98237"/>
                </a:xfrm>
              </p:grpSpPr>
              <p:sp>
                <p:nvSpPr>
                  <p:cNvPr id="7410" name="Google Shape;7410;p59"/>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9"/>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9"/>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3" name="Google Shape;7413;p59"/>
                <p:cNvGrpSpPr/>
                <p:nvPr/>
              </p:nvGrpSpPr>
              <p:grpSpPr>
                <a:xfrm>
                  <a:off x="2977852" y="3215065"/>
                  <a:ext cx="224343" cy="182045"/>
                  <a:chOff x="2977852" y="3215065"/>
                  <a:chExt cx="224343" cy="182045"/>
                </a:xfrm>
              </p:grpSpPr>
              <p:sp>
                <p:nvSpPr>
                  <p:cNvPr id="7414" name="Google Shape;7414;p59"/>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9"/>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7419"/>
        <p:cNvGrpSpPr/>
        <p:nvPr/>
      </p:nvGrpSpPr>
      <p:grpSpPr>
        <a:xfrm>
          <a:off x="0" y="0"/>
          <a:ext cx="0" cy="0"/>
          <a:chOff x="0" y="0"/>
          <a:chExt cx="0" cy="0"/>
        </a:xfrm>
      </p:grpSpPr>
      <p:grpSp>
        <p:nvGrpSpPr>
          <p:cNvPr id="7420" name="Google Shape;7420;p60"/>
          <p:cNvGrpSpPr/>
          <p:nvPr/>
        </p:nvGrpSpPr>
        <p:grpSpPr>
          <a:xfrm>
            <a:off x="702088" y="3155922"/>
            <a:ext cx="2390414" cy="1024800"/>
            <a:chOff x="728925" y="3296613"/>
            <a:chExt cx="2390414" cy="1024800"/>
          </a:xfrm>
        </p:grpSpPr>
        <p:grpSp>
          <p:nvGrpSpPr>
            <p:cNvPr id="7421" name="Google Shape;7421;p60"/>
            <p:cNvGrpSpPr/>
            <p:nvPr/>
          </p:nvGrpSpPr>
          <p:grpSpPr>
            <a:xfrm>
              <a:off x="728925" y="3619800"/>
              <a:ext cx="2390414" cy="500893"/>
              <a:chOff x="728925" y="3619800"/>
              <a:chExt cx="2390414" cy="500893"/>
            </a:xfrm>
          </p:grpSpPr>
          <p:sp>
            <p:nvSpPr>
              <p:cNvPr id="7422" name="Google Shape;7422;p60"/>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423" name="Google Shape;7423;p60"/>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424" name="Google Shape;7424;p60"/>
            <p:cNvGrpSpPr/>
            <p:nvPr/>
          </p:nvGrpSpPr>
          <p:grpSpPr>
            <a:xfrm>
              <a:off x="1348050" y="3296613"/>
              <a:ext cx="1706152" cy="1024800"/>
              <a:chOff x="1348050" y="3296613"/>
              <a:chExt cx="1706152" cy="1024800"/>
            </a:xfrm>
          </p:grpSpPr>
          <p:sp>
            <p:nvSpPr>
              <p:cNvPr id="7425" name="Google Shape;7425;p60"/>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426" name="Google Shape;7426;p60"/>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427" name="Google Shape;7427;p60"/>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428" name="Google Shape;7428;p60"/>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429" name="Google Shape;7429;p60"/>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430" name="Google Shape;7430;p60"/>
            <p:cNvGrpSpPr/>
            <p:nvPr/>
          </p:nvGrpSpPr>
          <p:grpSpPr>
            <a:xfrm>
              <a:off x="1455707" y="3654858"/>
              <a:ext cx="1491150" cy="417657"/>
              <a:chOff x="1455707" y="3654858"/>
              <a:chExt cx="1491150" cy="417657"/>
            </a:xfrm>
          </p:grpSpPr>
          <p:sp>
            <p:nvSpPr>
              <p:cNvPr id="7431" name="Google Shape;7431;p60"/>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60"/>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60"/>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60"/>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60"/>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60"/>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60"/>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60"/>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60"/>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60"/>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60"/>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60"/>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60"/>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60"/>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60"/>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60"/>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60"/>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60"/>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60"/>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60"/>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451" name="Google Shape;7451;p60"/>
          <p:cNvGraphicFramePr/>
          <p:nvPr/>
        </p:nvGraphicFramePr>
        <p:xfrm>
          <a:off x="5937787" y="2153834"/>
          <a:ext cx="2504100" cy="864780"/>
        </p:xfrm>
        <a:graphic>
          <a:graphicData uri="http://schemas.openxmlformats.org/drawingml/2006/table">
            <a:tbl>
              <a:tblPr>
                <a:noFill/>
                <a:tableStyleId>{71F83446-3464-4476-9E23-2EA631771F1C}</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7452" name="Google Shape;7452;p60"/>
          <p:cNvGrpSpPr/>
          <p:nvPr/>
        </p:nvGrpSpPr>
        <p:grpSpPr>
          <a:xfrm>
            <a:off x="710464" y="981599"/>
            <a:ext cx="2396505" cy="976502"/>
            <a:chOff x="749309" y="1112739"/>
            <a:chExt cx="2371603" cy="976502"/>
          </a:xfrm>
        </p:grpSpPr>
        <p:grpSp>
          <p:nvGrpSpPr>
            <p:cNvPr id="7453" name="Google Shape;7453;p60"/>
            <p:cNvGrpSpPr/>
            <p:nvPr/>
          </p:nvGrpSpPr>
          <p:grpSpPr>
            <a:xfrm>
              <a:off x="1092126" y="1112739"/>
              <a:ext cx="2028786" cy="975464"/>
              <a:chOff x="1092126" y="1112739"/>
              <a:chExt cx="2028786" cy="975464"/>
            </a:xfrm>
          </p:grpSpPr>
          <p:sp>
            <p:nvSpPr>
              <p:cNvPr id="7454" name="Google Shape;7454;p60"/>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60"/>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60"/>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60"/>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60"/>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60"/>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60"/>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60"/>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60"/>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60"/>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60"/>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60"/>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60"/>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60"/>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60"/>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60"/>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60"/>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60"/>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60"/>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60"/>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60"/>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60"/>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60"/>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60"/>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8" name="Google Shape;7478;p60"/>
            <p:cNvGrpSpPr/>
            <p:nvPr/>
          </p:nvGrpSpPr>
          <p:grpSpPr>
            <a:xfrm>
              <a:off x="749309" y="1112739"/>
              <a:ext cx="314700" cy="975464"/>
              <a:chOff x="749309" y="1112739"/>
              <a:chExt cx="314700" cy="975464"/>
            </a:xfrm>
          </p:grpSpPr>
          <p:sp>
            <p:nvSpPr>
              <p:cNvPr id="7479" name="Google Shape;7479;p60"/>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60"/>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60"/>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60"/>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83" name="Google Shape;7483;p60"/>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60"/>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60"/>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60"/>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7487" name="Google Shape;7487;p60"/>
          <p:cNvGraphicFramePr/>
          <p:nvPr/>
        </p:nvGraphicFramePr>
        <p:xfrm>
          <a:off x="5937812" y="981584"/>
          <a:ext cx="2504100" cy="976500"/>
        </p:xfrm>
        <a:graphic>
          <a:graphicData uri="http://schemas.openxmlformats.org/drawingml/2006/table">
            <a:tbl>
              <a:tblPr>
                <a:noFill/>
                <a:tableStyleId>{71F83446-3464-4476-9E23-2EA631771F1C}</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7488" name="Google Shape;7488;p60"/>
          <p:cNvGraphicFramePr/>
          <p:nvPr/>
        </p:nvGraphicFramePr>
        <p:xfrm>
          <a:off x="3358675" y="2153834"/>
          <a:ext cx="2363400" cy="868575"/>
        </p:xfrm>
        <a:graphic>
          <a:graphicData uri="http://schemas.openxmlformats.org/drawingml/2006/table">
            <a:tbl>
              <a:tblPr>
                <a:noFill/>
                <a:tableStyleId>{71F83446-3464-4476-9E23-2EA631771F1C}</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489" name="Google Shape;7489;p60"/>
          <p:cNvGrpSpPr/>
          <p:nvPr/>
        </p:nvGrpSpPr>
        <p:grpSpPr>
          <a:xfrm>
            <a:off x="3360661" y="3144795"/>
            <a:ext cx="2363377" cy="1047062"/>
            <a:chOff x="3358399" y="3285485"/>
            <a:chExt cx="2363377" cy="1047062"/>
          </a:xfrm>
        </p:grpSpPr>
        <p:grpSp>
          <p:nvGrpSpPr>
            <p:cNvPr id="7490" name="Google Shape;7490;p60"/>
            <p:cNvGrpSpPr/>
            <p:nvPr/>
          </p:nvGrpSpPr>
          <p:grpSpPr>
            <a:xfrm>
              <a:off x="3358412" y="3285485"/>
              <a:ext cx="2363244" cy="139500"/>
              <a:chOff x="3358412" y="3285485"/>
              <a:chExt cx="2363244" cy="139500"/>
            </a:xfrm>
          </p:grpSpPr>
          <p:sp>
            <p:nvSpPr>
              <p:cNvPr id="7491" name="Google Shape;7491;p60"/>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60"/>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60"/>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60"/>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60"/>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6" name="Google Shape;7496;p60"/>
            <p:cNvGrpSpPr/>
            <p:nvPr/>
          </p:nvGrpSpPr>
          <p:grpSpPr>
            <a:xfrm>
              <a:off x="3358412" y="3466996"/>
              <a:ext cx="2363244" cy="139500"/>
              <a:chOff x="3358412" y="3466996"/>
              <a:chExt cx="2363244" cy="139500"/>
            </a:xfrm>
          </p:grpSpPr>
          <p:sp>
            <p:nvSpPr>
              <p:cNvPr id="7497" name="Google Shape;7497;p60"/>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60"/>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60"/>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60"/>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60"/>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2" name="Google Shape;7502;p60"/>
            <p:cNvGrpSpPr/>
            <p:nvPr/>
          </p:nvGrpSpPr>
          <p:grpSpPr>
            <a:xfrm>
              <a:off x="3358412" y="3648507"/>
              <a:ext cx="2363244" cy="139500"/>
              <a:chOff x="3358412" y="3648507"/>
              <a:chExt cx="2363244" cy="139500"/>
            </a:xfrm>
          </p:grpSpPr>
          <p:sp>
            <p:nvSpPr>
              <p:cNvPr id="7503" name="Google Shape;7503;p60"/>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60"/>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60"/>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60"/>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60"/>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8" name="Google Shape;7508;p60"/>
            <p:cNvGrpSpPr/>
            <p:nvPr/>
          </p:nvGrpSpPr>
          <p:grpSpPr>
            <a:xfrm>
              <a:off x="3358412" y="3830018"/>
              <a:ext cx="2363244" cy="139500"/>
              <a:chOff x="3358412" y="3830018"/>
              <a:chExt cx="2363244" cy="139500"/>
            </a:xfrm>
          </p:grpSpPr>
          <p:sp>
            <p:nvSpPr>
              <p:cNvPr id="7509" name="Google Shape;7509;p60"/>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60"/>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60"/>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0"/>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60"/>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4" name="Google Shape;7514;p60"/>
            <p:cNvGrpSpPr/>
            <p:nvPr/>
          </p:nvGrpSpPr>
          <p:grpSpPr>
            <a:xfrm>
              <a:off x="3358399" y="4011514"/>
              <a:ext cx="2363377" cy="139537"/>
              <a:chOff x="3294800" y="4134603"/>
              <a:chExt cx="2638876" cy="152400"/>
            </a:xfrm>
          </p:grpSpPr>
          <p:sp>
            <p:nvSpPr>
              <p:cNvPr id="7515" name="Google Shape;7515;p6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6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6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6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0" name="Google Shape;7520;p60"/>
            <p:cNvGrpSpPr/>
            <p:nvPr/>
          </p:nvGrpSpPr>
          <p:grpSpPr>
            <a:xfrm>
              <a:off x="3358399" y="4193010"/>
              <a:ext cx="2363377" cy="139537"/>
              <a:chOff x="3294800" y="4134603"/>
              <a:chExt cx="2638876" cy="152400"/>
            </a:xfrm>
          </p:grpSpPr>
          <p:sp>
            <p:nvSpPr>
              <p:cNvPr id="7521" name="Google Shape;7521;p6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6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6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6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6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526" name="Google Shape;7526;p60"/>
          <p:cNvGraphicFramePr/>
          <p:nvPr/>
        </p:nvGraphicFramePr>
        <p:xfrm>
          <a:off x="711463" y="2153834"/>
          <a:ext cx="2369800" cy="889350"/>
        </p:xfrm>
        <a:graphic>
          <a:graphicData uri="http://schemas.openxmlformats.org/drawingml/2006/table">
            <a:tbl>
              <a:tblPr>
                <a:noFill/>
                <a:tableStyleId>{71F83446-3464-4476-9E23-2EA631771F1C}</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dirty="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527" name="Google Shape;7527;p60"/>
          <p:cNvGrpSpPr/>
          <p:nvPr/>
        </p:nvGrpSpPr>
        <p:grpSpPr>
          <a:xfrm>
            <a:off x="4161132" y="2557649"/>
            <a:ext cx="1302095" cy="60959"/>
            <a:chOff x="3558802" y="4011427"/>
            <a:chExt cx="1866000" cy="111300"/>
          </a:xfrm>
        </p:grpSpPr>
        <p:sp>
          <p:nvSpPr>
            <p:cNvPr id="7528" name="Google Shape;7528;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6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0" name="Google Shape;7530;p60"/>
          <p:cNvGrpSpPr/>
          <p:nvPr/>
        </p:nvGrpSpPr>
        <p:grpSpPr>
          <a:xfrm>
            <a:off x="4706620" y="2839808"/>
            <a:ext cx="914340" cy="60959"/>
            <a:chOff x="3558802" y="4011427"/>
            <a:chExt cx="1866000" cy="111300"/>
          </a:xfrm>
        </p:grpSpPr>
        <p:sp>
          <p:nvSpPr>
            <p:cNvPr id="7531" name="Google Shape;7531;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6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3" name="Google Shape;7533;p60"/>
          <p:cNvGrpSpPr/>
          <p:nvPr/>
        </p:nvGrpSpPr>
        <p:grpSpPr>
          <a:xfrm>
            <a:off x="5871419" y="3167606"/>
            <a:ext cx="2522867" cy="1001454"/>
            <a:chOff x="1904318" y="789980"/>
            <a:chExt cx="1489472" cy="606868"/>
          </a:xfrm>
        </p:grpSpPr>
        <p:cxnSp>
          <p:nvCxnSpPr>
            <p:cNvPr id="7534" name="Google Shape;7534;p60"/>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535" name="Google Shape;7535;p60"/>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536" name="Google Shape;7536;p60"/>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7537" name="Google Shape;7537;p60"/>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7538" name="Google Shape;7538;p60"/>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7539" name="Google Shape;7539;p60"/>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7540" name="Google Shape;7540;p60"/>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7541" name="Google Shape;7541;p60"/>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60"/>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60"/>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60"/>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60"/>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60"/>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60"/>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7548" name="Google Shape;7548;p60"/>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549" name="Google Shape;7549;p60"/>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550" name="Google Shape;7550;p60"/>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1" name="Google Shape;7551;p60"/>
          <p:cNvGrpSpPr/>
          <p:nvPr/>
        </p:nvGrpSpPr>
        <p:grpSpPr>
          <a:xfrm>
            <a:off x="3355824" y="951642"/>
            <a:ext cx="2363393" cy="1005865"/>
            <a:chOff x="3292400" y="1193188"/>
            <a:chExt cx="2615240" cy="1131075"/>
          </a:xfrm>
        </p:grpSpPr>
        <p:sp>
          <p:nvSpPr>
            <p:cNvPr id="7552" name="Google Shape;7552;p60"/>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53" name="Google Shape;7553;p60"/>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54" name="Google Shape;7554;p60"/>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7555" name="Google Shape;7555;p60"/>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7556" name="Google Shape;7556;p60"/>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7557" name="Google Shape;7557;p60"/>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7558" name="Google Shape;7558;p60"/>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7559" name="Google Shape;7559;p60"/>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7560" name="Google Shape;7560;p60"/>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7561" name="Google Shape;7561;p60"/>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7562" name="Google Shape;7562;p60"/>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563" name="Google Shape;7563;p60"/>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564" name="Google Shape;7564;p60"/>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565" name="Google Shape;7565;p60"/>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566" name="Google Shape;7566;p60"/>
            <p:cNvGrpSpPr/>
            <p:nvPr/>
          </p:nvGrpSpPr>
          <p:grpSpPr>
            <a:xfrm>
              <a:off x="3748438" y="1378608"/>
              <a:ext cx="2159202" cy="903971"/>
              <a:chOff x="1683525" y="2179850"/>
              <a:chExt cx="4519050" cy="2134525"/>
            </a:xfrm>
          </p:grpSpPr>
          <p:sp>
            <p:nvSpPr>
              <p:cNvPr id="7567" name="Google Shape;7567;p60"/>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68" name="Google Shape;7568;p60"/>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69" name="Google Shape;7569;p60"/>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70" name="Google Shape;7570;p60"/>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71" name="Google Shape;7571;p60"/>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72" name="Google Shape;7572;p60"/>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73" name="Google Shape;7573;p60"/>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74" name="Google Shape;7574;p60"/>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75" name="Google Shape;7575;p60"/>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76" name="Google Shape;7576;p60"/>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77" name="Google Shape;7577;p60"/>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78" name="Google Shape;7578;p60"/>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7582"/>
        <p:cNvGrpSpPr/>
        <p:nvPr/>
      </p:nvGrpSpPr>
      <p:grpSpPr>
        <a:xfrm>
          <a:off x="0" y="0"/>
          <a:ext cx="0" cy="0"/>
          <a:chOff x="0" y="0"/>
          <a:chExt cx="0" cy="0"/>
        </a:xfrm>
      </p:grpSpPr>
      <p:grpSp>
        <p:nvGrpSpPr>
          <p:cNvPr id="7583" name="Google Shape;7583;p61"/>
          <p:cNvGrpSpPr/>
          <p:nvPr/>
        </p:nvGrpSpPr>
        <p:grpSpPr>
          <a:xfrm>
            <a:off x="4796690" y="970936"/>
            <a:ext cx="745431" cy="718863"/>
            <a:chOff x="4249973" y="1201875"/>
            <a:chExt cx="1958568" cy="1888762"/>
          </a:xfrm>
        </p:grpSpPr>
        <p:sp>
          <p:nvSpPr>
            <p:cNvPr id="7584" name="Google Shape;7584;p61"/>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85" name="Google Shape;7585;p61"/>
            <p:cNvGrpSpPr/>
            <p:nvPr/>
          </p:nvGrpSpPr>
          <p:grpSpPr>
            <a:xfrm>
              <a:off x="5853086" y="1789142"/>
              <a:ext cx="355454" cy="1048099"/>
              <a:chOff x="5576108" y="2016725"/>
              <a:chExt cx="565200" cy="1666560"/>
            </a:xfrm>
          </p:grpSpPr>
          <p:sp>
            <p:nvSpPr>
              <p:cNvPr id="7586" name="Google Shape;7586;p61"/>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587" name="Google Shape;7587;p6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8" name="Google Shape;7588;p61"/>
            <p:cNvGrpSpPr/>
            <p:nvPr/>
          </p:nvGrpSpPr>
          <p:grpSpPr>
            <a:xfrm>
              <a:off x="4869455" y="2691676"/>
              <a:ext cx="1013897" cy="398961"/>
              <a:chOff x="4012057" y="3451825"/>
              <a:chExt cx="1612175" cy="634379"/>
            </a:xfrm>
          </p:grpSpPr>
          <p:sp>
            <p:nvSpPr>
              <p:cNvPr id="7589" name="Google Shape;7589;p61"/>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590" name="Google Shape;7590;p6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1" name="Google Shape;7591;p61"/>
            <p:cNvGrpSpPr/>
            <p:nvPr/>
          </p:nvGrpSpPr>
          <p:grpSpPr>
            <a:xfrm>
              <a:off x="4276937" y="2155961"/>
              <a:ext cx="651965" cy="891358"/>
              <a:chOff x="3069908" y="2599997"/>
              <a:chExt cx="1036675" cy="1417328"/>
            </a:xfrm>
          </p:grpSpPr>
          <p:sp>
            <p:nvSpPr>
              <p:cNvPr id="7592" name="Google Shape;7592;p61"/>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593" name="Google Shape;7593;p6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4" name="Google Shape;7594;p61"/>
            <p:cNvGrpSpPr/>
            <p:nvPr/>
          </p:nvGrpSpPr>
          <p:grpSpPr>
            <a:xfrm>
              <a:off x="5054918" y="1201875"/>
              <a:ext cx="999548" cy="602711"/>
              <a:chOff x="4306958" y="1082925"/>
              <a:chExt cx="1589359" cy="958358"/>
            </a:xfrm>
          </p:grpSpPr>
          <p:sp>
            <p:nvSpPr>
              <p:cNvPr id="7595" name="Google Shape;7595;p61"/>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596" name="Google Shape;7596;p6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7" name="Google Shape;7597;p61"/>
            <p:cNvGrpSpPr/>
            <p:nvPr/>
          </p:nvGrpSpPr>
          <p:grpSpPr>
            <a:xfrm>
              <a:off x="4249973" y="1303451"/>
              <a:ext cx="799317" cy="841334"/>
              <a:chOff x="3027033" y="1244439"/>
              <a:chExt cx="1270977" cy="1337786"/>
            </a:xfrm>
          </p:grpSpPr>
          <p:sp>
            <p:nvSpPr>
              <p:cNvPr id="7598" name="Google Shape;7598;p61"/>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599" name="Google Shape;7599;p6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00" name="Google Shape;7600;p61"/>
          <p:cNvGrpSpPr/>
          <p:nvPr/>
        </p:nvGrpSpPr>
        <p:grpSpPr>
          <a:xfrm>
            <a:off x="713063" y="1849386"/>
            <a:ext cx="761767" cy="729896"/>
            <a:chOff x="2657744" y="2337745"/>
            <a:chExt cx="832987" cy="798137"/>
          </a:xfrm>
        </p:grpSpPr>
        <p:sp>
          <p:nvSpPr>
            <p:cNvPr id="7601" name="Google Shape;7601;p61"/>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61"/>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6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61"/>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6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6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7" name="Google Shape;7607;p61"/>
          <p:cNvGrpSpPr/>
          <p:nvPr/>
        </p:nvGrpSpPr>
        <p:grpSpPr>
          <a:xfrm>
            <a:off x="3224027" y="1852592"/>
            <a:ext cx="685569" cy="723586"/>
            <a:chOff x="3398134" y="2057755"/>
            <a:chExt cx="704087" cy="743130"/>
          </a:xfrm>
        </p:grpSpPr>
        <p:grpSp>
          <p:nvGrpSpPr>
            <p:cNvPr id="7608" name="Google Shape;7608;p61"/>
            <p:cNvGrpSpPr/>
            <p:nvPr/>
          </p:nvGrpSpPr>
          <p:grpSpPr>
            <a:xfrm>
              <a:off x="3398134" y="2290183"/>
              <a:ext cx="315300" cy="219900"/>
              <a:chOff x="3398134" y="2290183"/>
              <a:chExt cx="315300" cy="219900"/>
            </a:xfrm>
          </p:grpSpPr>
          <p:sp>
            <p:nvSpPr>
              <p:cNvPr id="7609" name="Google Shape;7609;p61"/>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610" name="Google Shape;7610;p61"/>
              <p:cNvCxnSpPr>
                <a:stCxn id="7609"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7611" name="Google Shape;7611;p61"/>
            <p:cNvGrpSpPr/>
            <p:nvPr/>
          </p:nvGrpSpPr>
          <p:grpSpPr>
            <a:xfrm>
              <a:off x="3547823" y="2467358"/>
              <a:ext cx="219900" cy="333527"/>
              <a:chOff x="3547823" y="2467358"/>
              <a:chExt cx="219900" cy="333527"/>
            </a:xfrm>
          </p:grpSpPr>
          <p:sp>
            <p:nvSpPr>
              <p:cNvPr id="7612" name="Google Shape;7612;p61"/>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613" name="Google Shape;7613;p61"/>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7614" name="Google Shape;7614;p61"/>
            <p:cNvGrpSpPr/>
            <p:nvPr/>
          </p:nvGrpSpPr>
          <p:grpSpPr>
            <a:xfrm>
              <a:off x="3734138" y="2467358"/>
              <a:ext cx="219900" cy="333527"/>
              <a:chOff x="3734138" y="2467358"/>
              <a:chExt cx="219900" cy="333527"/>
            </a:xfrm>
          </p:grpSpPr>
          <p:sp>
            <p:nvSpPr>
              <p:cNvPr id="7615" name="Google Shape;7615;p61"/>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616" name="Google Shape;7616;p61"/>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7617" name="Google Shape;7617;p61"/>
            <p:cNvGrpSpPr/>
            <p:nvPr/>
          </p:nvGrpSpPr>
          <p:grpSpPr>
            <a:xfrm>
              <a:off x="3787560" y="2288011"/>
              <a:ext cx="314661" cy="219900"/>
              <a:chOff x="3787560" y="2288011"/>
              <a:chExt cx="314661" cy="219900"/>
            </a:xfrm>
          </p:grpSpPr>
          <p:sp>
            <p:nvSpPr>
              <p:cNvPr id="7618" name="Google Shape;7618;p61"/>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619" name="Google Shape;7619;p61"/>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7620" name="Google Shape;7620;p61"/>
            <p:cNvGrpSpPr/>
            <p:nvPr/>
          </p:nvGrpSpPr>
          <p:grpSpPr>
            <a:xfrm>
              <a:off x="3637290" y="2057755"/>
              <a:ext cx="219900" cy="335499"/>
              <a:chOff x="3637290" y="2057755"/>
              <a:chExt cx="219900" cy="335499"/>
            </a:xfrm>
          </p:grpSpPr>
          <p:sp>
            <p:nvSpPr>
              <p:cNvPr id="7621" name="Google Shape;7621;p61"/>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7622" name="Google Shape;7622;p61"/>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7623" name="Google Shape;7623;p61"/>
          <p:cNvGrpSpPr/>
          <p:nvPr/>
        </p:nvGrpSpPr>
        <p:grpSpPr>
          <a:xfrm>
            <a:off x="4899249" y="1859288"/>
            <a:ext cx="710153" cy="710153"/>
            <a:chOff x="5007123" y="2079403"/>
            <a:chExt cx="687600" cy="687600"/>
          </a:xfrm>
        </p:grpSpPr>
        <p:sp>
          <p:nvSpPr>
            <p:cNvPr id="7624" name="Google Shape;7624;p61"/>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61"/>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61"/>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61"/>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8" name="Google Shape;7628;p61"/>
          <p:cNvGrpSpPr/>
          <p:nvPr/>
        </p:nvGrpSpPr>
        <p:grpSpPr>
          <a:xfrm>
            <a:off x="5708687" y="1853794"/>
            <a:ext cx="720998" cy="721183"/>
            <a:chOff x="5797446" y="2063053"/>
            <a:chExt cx="698100" cy="698280"/>
          </a:xfrm>
        </p:grpSpPr>
        <p:sp>
          <p:nvSpPr>
            <p:cNvPr id="7629" name="Google Shape;7629;p61"/>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61"/>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61"/>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61"/>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3" name="Google Shape;7633;p61"/>
          <p:cNvGrpSpPr/>
          <p:nvPr/>
        </p:nvGrpSpPr>
        <p:grpSpPr>
          <a:xfrm>
            <a:off x="8153834" y="3499399"/>
            <a:ext cx="280585" cy="673164"/>
            <a:chOff x="8075075" y="3754290"/>
            <a:chExt cx="255612" cy="613194"/>
          </a:xfrm>
        </p:grpSpPr>
        <p:grpSp>
          <p:nvGrpSpPr>
            <p:cNvPr id="7634" name="Google Shape;7634;p61"/>
            <p:cNvGrpSpPr/>
            <p:nvPr/>
          </p:nvGrpSpPr>
          <p:grpSpPr>
            <a:xfrm>
              <a:off x="8075075" y="3754290"/>
              <a:ext cx="255612" cy="613194"/>
              <a:chOff x="8075075" y="3754290"/>
              <a:chExt cx="255612" cy="613194"/>
            </a:xfrm>
          </p:grpSpPr>
          <p:sp>
            <p:nvSpPr>
              <p:cNvPr id="7635" name="Google Shape;7635;p61"/>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61"/>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7" name="Google Shape;7637;p61"/>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8" name="Google Shape;7638;p61"/>
          <p:cNvGrpSpPr/>
          <p:nvPr/>
        </p:nvGrpSpPr>
        <p:grpSpPr>
          <a:xfrm>
            <a:off x="5270892" y="3488196"/>
            <a:ext cx="470352" cy="683745"/>
            <a:chOff x="1697726" y="3244179"/>
            <a:chExt cx="788124" cy="1146069"/>
          </a:xfrm>
        </p:grpSpPr>
        <p:sp>
          <p:nvSpPr>
            <p:cNvPr id="7639" name="Google Shape;7639;p6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6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41" name="Google Shape;7641;p61"/>
          <p:cNvSpPr/>
          <p:nvPr/>
        </p:nvSpPr>
        <p:spPr>
          <a:xfrm>
            <a:off x="8128357" y="3402198"/>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42" name="Google Shape;7642;p61"/>
          <p:cNvGrpSpPr/>
          <p:nvPr/>
        </p:nvGrpSpPr>
        <p:grpSpPr>
          <a:xfrm>
            <a:off x="5892043" y="3499398"/>
            <a:ext cx="293891" cy="293845"/>
            <a:chOff x="6134814" y="3754290"/>
            <a:chExt cx="293891" cy="293845"/>
          </a:xfrm>
        </p:grpSpPr>
        <p:sp>
          <p:nvSpPr>
            <p:cNvPr id="7643" name="Google Shape;7643;p61"/>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61"/>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5" name="Google Shape;7645;p61"/>
          <p:cNvGrpSpPr/>
          <p:nvPr/>
        </p:nvGrpSpPr>
        <p:grpSpPr>
          <a:xfrm>
            <a:off x="5892043" y="3878069"/>
            <a:ext cx="293891" cy="293891"/>
            <a:chOff x="6134814" y="4086186"/>
            <a:chExt cx="293891" cy="293891"/>
          </a:xfrm>
        </p:grpSpPr>
        <p:sp>
          <p:nvSpPr>
            <p:cNvPr id="7646" name="Google Shape;7646;p61"/>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61"/>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48" name="Google Shape;7648;p61"/>
          <p:cNvSpPr/>
          <p:nvPr/>
        </p:nvSpPr>
        <p:spPr>
          <a:xfrm>
            <a:off x="6930470" y="3498595"/>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61"/>
          <p:cNvSpPr/>
          <p:nvPr/>
        </p:nvSpPr>
        <p:spPr>
          <a:xfrm rot="10800000">
            <a:off x="6336732" y="3496333"/>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50" name="Google Shape;7650;p61"/>
          <p:cNvGrpSpPr/>
          <p:nvPr/>
        </p:nvGrpSpPr>
        <p:grpSpPr>
          <a:xfrm>
            <a:off x="7817018" y="2706762"/>
            <a:ext cx="622883" cy="621944"/>
            <a:chOff x="1187048" y="238125"/>
            <a:chExt cx="5256397" cy="5248476"/>
          </a:xfrm>
        </p:grpSpPr>
        <p:sp>
          <p:nvSpPr>
            <p:cNvPr id="7651" name="Google Shape;7651;p6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61"/>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61"/>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61"/>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5" name="Google Shape;7655;p61"/>
          <p:cNvGrpSpPr/>
          <p:nvPr/>
        </p:nvGrpSpPr>
        <p:grpSpPr>
          <a:xfrm>
            <a:off x="2274123" y="2716370"/>
            <a:ext cx="1310987" cy="612407"/>
            <a:chOff x="238125" y="1188750"/>
            <a:chExt cx="7140450" cy="3335550"/>
          </a:xfrm>
        </p:grpSpPr>
        <p:sp>
          <p:nvSpPr>
            <p:cNvPr id="7656" name="Google Shape;7656;p6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6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6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6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6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1" name="Google Shape;7661;p61"/>
          <p:cNvGrpSpPr/>
          <p:nvPr/>
        </p:nvGrpSpPr>
        <p:grpSpPr>
          <a:xfrm>
            <a:off x="6599995" y="2706925"/>
            <a:ext cx="1110299" cy="621702"/>
            <a:chOff x="238125" y="1335475"/>
            <a:chExt cx="5418735" cy="3034175"/>
          </a:xfrm>
        </p:grpSpPr>
        <p:sp>
          <p:nvSpPr>
            <p:cNvPr id="7662" name="Google Shape;7662;p6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6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6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5" name="Google Shape;7665;p61"/>
          <p:cNvGrpSpPr/>
          <p:nvPr/>
        </p:nvGrpSpPr>
        <p:grpSpPr>
          <a:xfrm>
            <a:off x="5417655" y="2703822"/>
            <a:ext cx="1074451" cy="627181"/>
            <a:chOff x="5359127" y="2910889"/>
            <a:chExt cx="1097723" cy="640831"/>
          </a:xfrm>
        </p:grpSpPr>
        <p:grpSp>
          <p:nvGrpSpPr>
            <p:cNvPr id="7666" name="Google Shape;7666;p61"/>
            <p:cNvGrpSpPr/>
            <p:nvPr/>
          </p:nvGrpSpPr>
          <p:grpSpPr>
            <a:xfrm>
              <a:off x="5929791" y="3263088"/>
              <a:ext cx="527060" cy="287097"/>
              <a:chOff x="5929791" y="3263088"/>
              <a:chExt cx="527060" cy="287097"/>
            </a:xfrm>
          </p:grpSpPr>
          <p:sp>
            <p:nvSpPr>
              <p:cNvPr id="7667" name="Google Shape;7667;p61"/>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668" name="Google Shape;7668;p61"/>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669" name="Google Shape;7669;p61"/>
            <p:cNvGrpSpPr/>
            <p:nvPr/>
          </p:nvGrpSpPr>
          <p:grpSpPr>
            <a:xfrm>
              <a:off x="5359127" y="3263089"/>
              <a:ext cx="526428" cy="288631"/>
              <a:chOff x="5359127" y="3263089"/>
              <a:chExt cx="526428" cy="288631"/>
            </a:xfrm>
          </p:grpSpPr>
          <p:sp>
            <p:nvSpPr>
              <p:cNvPr id="7670" name="Google Shape;7670;p61"/>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671" name="Google Shape;7671;p61"/>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672" name="Google Shape;7672;p61"/>
            <p:cNvGrpSpPr/>
            <p:nvPr/>
          </p:nvGrpSpPr>
          <p:grpSpPr>
            <a:xfrm>
              <a:off x="5551525" y="2910889"/>
              <a:ext cx="520901" cy="610283"/>
              <a:chOff x="5551525" y="2910889"/>
              <a:chExt cx="520901" cy="610283"/>
            </a:xfrm>
          </p:grpSpPr>
          <p:sp>
            <p:nvSpPr>
              <p:cNvPr id="7673" name="Google Shape;7673;p61"/>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674" name="Google Shape;7674;p61"/>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675" name="Google Shape;7675;p61"/>
            <p:cNvGrpSpPr/>
            <p:nvPr/>
          </p:nvGrpSpPr>
          <p:grpSpPr>
            <a:xfrm>
              <a:off x="5743962" y="2919100"/>
              <a:ext cx="623674" cy="284502"/>
              <a:chOff x="5743962" y="2919100"/>
              <a:chExt cx="623674" cy="284502"/>
            </a:xfrm>
          </p:grpSpPr>
          <p:sp>
            <p:nvSpPr>
              <p:cNvPr id="7676" name="Google Shape;7676;p61"/>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677" name="Google Shape;7677;p61"/>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7678" name="Google Shape;7678;p61"/>
          <p:cNvGrpSpPr/>
          <p:nvPr/>
        </p:nvGrpSpPr>
        <p:grpSpPr>
          <a:xfrm>
            <a:off x="7568868" y="1854534"/>
            <a:ext cx="874976" cy="719600"/>
            <a:chOff x="7608988" y="2093194"/>
            <a:chExt cx="817276" cy="672147"/>
          </a:xfrm>
        </p:grpSpPr>
        <p:cxnSp>
          <p:nvCxnSpPr>
            <p:cNvPr id="7679" name="Google Shape;7679;p61"/>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680" name="Google Shape;7680;p61"/>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681" name="Google Shape;7681;p61"/>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682" name="Google Shape;7682;p61"/>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683" name="Google Shape;7683;p61"/>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7684" name="Google Shape;7684;p61"/>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7685" name="Google Shape;7685;p61"/>
            <p:cNvGrpSpPr/>
            <p:nvPr/>
          </p:nvGrpSpPr>
          <p:grpSpPr>
            <a:xfrm>
              <a:off x="7721175" y="2093194"/>
              <a:ext cx="599587" cy="623846"/>
              <a:chOff x="7721175" y="2093194"/>
              <a:chExt cx="599587" cy="623846"/>
            </a:xfrm>
          </p:grpSpPr>
          <p:grpSp>
            <p:nvGrpSpPr>
              <p:cNvPr id="7686" name="Google Shape;7686;p61"/>
              <p:cNvGrpSpPr/>
              <p:nvPr/>
            </p:nvGrpSpPr>
            <p:grpSpPr>
              <a:xfrm>
                <a:off x="7721175" y="2093194"/>
                <a:ext cx="291605" cy="623846"/>
                <a:chOff x="9405575" y="2061418"/>
                <a:chExt cx="291605" cy="623846"/>
              </a:xfrm>
            </p:grpSpPr>
            <p:sp>
              <p:nvSpPr>
                <p:cNvPr id="7687" name="Google Shape;7687;p6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6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6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6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6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6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6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4" name="Google Shape;7694;p61"/>
              <p:cNvGrpSpPr/>
              <p:nvPr/>
            </p:nvGrpSpPr>
            <p:grpSpPr>
              <a:xfrm flipH="1">
                <a:off x="8029157" y="2093194"/>
                <a:ext cx="291605" cy="623846"/>
                <a:chOff x="9405575" y="2061418"/>
                <a:chExt cx="291605" cy="623846"/>
              </a:xfrm>
            </p:grpSpPr>
            <p:sp>
              <p:nvSpPr>
                <p:cNvPr id="7695" name="Google Shape;7695;p6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6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6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6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6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6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702" name="Google Shape;7702;p61"/>
          <p:cNvGrpSpPr/>
          <p:nvPr/>
        </p:nvGrpSpPr>
        <p:grpSpPr>
          <a:xfrm>
            <a:off x="4013304" y="970936"/>
            <a:ext cx="712557" cy="785901"/>
            <a:chOff x="4206459" y="1191441"/>
            <a:chExt cx="712557" cy="785901"/>
          </a:xfrm>
        </p:grpSpPr>
        <p:sp>
          <p:nvSpPr>
            <p:cNvPr id="7703" name="Google Shape;7703;p61"/>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61"/>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61"/>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61"/>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07" name="Google Shape;7707;p61"/>
            <p:cNvGrpSpPr/>
            <p:nvPr/>
          </p:nvGrpSpPr>
          <p:grpSpPr>
            <a:xfrm>
              <a:off x="4644280" y="1290523"/>
              <a:ext cx="143716" cy="29463"/>
              <a:chOff x="4644280" y="1290523"/>
              <a:chExt cx="143716" cy="29463"/>
            </a:xfrm>
          </p:grpSpPr>
          <p:sp>
            <p:nvSpPr>
              <p:cNvPr id="7708" name="Google Shape;7708;p61"/>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61"/>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61"/>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61"/>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2" name="Google Shape;7712;p61"/>
            <p:cNvGrpSpPr/>
            <p:nvPr/>
          </p:nvGrpSpPr>
          <p:grpSpPr>
            <a:xfrm>
              <a:off x="4356567" y="1191441"/>
              <a:ext cx="143690" cy="29488"/>
              <a:chOff x="4356567" y="1191441"/>
              <a:chExt cx="143690" cy="29488"/>
            </a:xfrm>
          </p:grpSpPr>
          <p:sp>
            <p:nvSpPr>
              <p:cNvPr id="7713" name="Google Shape;7713;p61"/>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61"/>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61"/>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61"/>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7" name="Google Shape;7717;p61"/>
            <p:cNvGrpSpPr/>
            <p:nvPr/>
          </p:nvGrpSpPr>
          <p:grpSpPr>
            <a:xfrm>
              <a:off x="4339009" y="1863727"/>
              <a:ext cx="143703" cy="29476"/>
              <a:chOff x="4339009" y="1863727"/>
              <a:chExt cx="143703" cy="29476"/>
            </a:xfrm>
          </p:grpSpPr>
          <p:sp>
            <p:nvSpPr>
              <p:cNvPr id="7718" name="Google Shape;7718;p61"/>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61"/>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61"/>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61"/>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2" name="Google Shape;7722;p61"/>
            <p:cNvGrpSpPr/>
            <p:nvPr/>
          </p:nvGrpSpPr>
          <p:grpSpPr>
            <a:xfrm>
              <a:off x="4206459" y="1607315"/>
              <a:ext cx="29539" cy="142899"/>
              <a:chOff x="4206459" y="1607315"/>
              <a:chExt cx="29539" cy="142899"/>
            </a:xfrm>
          </p:grpSpPr>
          <p:sp>
            <p:nvSpPr>
              <p:cNvPr id="7723" name="Google Shape;7723;p61"/>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61"/>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61"/>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61"/>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27" name="Google Shape;7727;p61"/>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61"/>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61"/>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61"/>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31" name="Google Shape;7731;p61"/>
            <p:cNvGrpSpPr/>
            <p:nvPr/>
          </p:nvGrpSpPr>
          <p:grpSpPr>
            <a:xfrm>
              <a:off x="4889463" y="1423737"/>
              <a:ext cx="29552" cy="142899"/>
              <a:chOff x="4889463" y="1423737"/>
              <a:chExt cx="29552" cy="142899"/>
            </a:xfrm>
          </p:grpSpPr>
          <p:sp>
            <p:nvSpPr>
              <p:cNvPr id="7732" name="Google Shape;7732;p61"/>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1"/>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1"/>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61"/>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6" name="Google Shape;7736;p61"/>
            <p:cNvGrpSpPr/>
            <p:nvPr/>
          </p:nvGrpSpPr>
          <p:grpSpPr>
            <a:xfrm>
              <a:off x="4771663" y="1876896"/>
              <a:ext cx="108651" cy="100447"/>
              <a:chOff x="4771663" y="1876896"/>
              <a:chExt cx="108651" cy="100447"/>
            </a:xfrm>
          </p:grpSpPr>
          <p:sp>
            <p:nvSpPr>
              <p:cNvPr id="7737" name="Google Shape;7737;p61"/>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1"/>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61"/>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61"/>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41" name="Google Shape;7741;p61"/>
          <p:cNvGrpSpPr/>
          <p:nvPr/>
        </p:nvGrpSpPr>
        <p:grpSpPr>
          <a:xfrm>
            <a:off x="4008780" y="1854159"/>
            <a:ext cx="791287" cy="720350"/>
            <a:chOff x="267375" y="1071875"/>
            <a:chExt cx="470500" cy="428550"/>
          </a:xfrm>
        </p:grpSpPr>
        <p:sp>
          <p:nvSpPr>
            <p:cNvPr id="7742" name="Google Shape;7742;p61"/>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61"/>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61"/>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61"/>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61"/>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61"/>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61"/>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61"/>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0" name="Google Shape;7750;p61"/>
          <p:cNvGrpSpPr/>
          <p:nvPr/>
        </p:nvGrpSpPr>
        <p:grpSpPr>
          <a:xfrm>
            <a:off x="709275" y="3498789"/>
            <a:ext cx="1408444" cy="673166"/>
            <a:chOff x="712664" y="3693287"/>
            <a:chExt cx="1460738" cy="698160"/>
          </a:xfrm>
        </p:grpSpPr>
        <p:grpSp>
          <p:nvGrpSpPr>
            <p:cNvPr id="7751" name="Google Shape;7751;p61"/>
            <p:cNvGrpSpPr/>
            <p:nvPr/>
          </p:nvGrpSpPr>
          <p:grpSpPr>
            <a:xfrm>
              <a:off x="1380079" y="4133090"/>
              <a:ext cx="234048" cy="258099"/>
              <a:chOff x="1380079" y="4133090"/>
              <a:chExt cx="234048" cy="258099"/>
            </a:xfrm>
          </p:grpSpPr>
          <p:sp>
            <p:nvSpPr>
              <p:cNvPr id="7752" name="Google Shape;7752;p61"/>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61"/>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61"/>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5" name="Google Shape;7755;p61"/>
            <p:cNvGrpSpPr/>
            <p:nvPr/>
          </p:nvGrpSpPr>
          <p:grpSpPr>
            <a:xfrm>
              <a:off x="884610" y="3864082"/>
              <a:ext cx="1118566" cy="527275"/>
              <a:chOff x="890961" y="3865463"/>
              <a:chExt cx="1115221" cy="525698"/>
            </a:xfrm>
          </p:grpSpPr>
          <p:sp>
            <p:nvSpPr>
              <p:cNvPr id="7756" name="Google Shape;7756;p61"/>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1"/>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1"/>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9" name="Google Shape;7759;p61"/>
            <p:cNvGrpSpPr/>
            <p:nvPr/>
          </p:nvGrpSpPr>
          <p:grpSpPr>
            <a:xfrm>
              <a:off x="712664" y="3693287"/>
              <a:ext cx="1460738" cy="698160"/>
              <a:chOff x="712664" y="3693025"/>
              <a:chExt cx="1460738" cy="698160"/>
            </a:xfrm>
          </p:grpSpPr>
          <p:sp>
            <p:nvSpPr>
              <p:cNvPr id="7760" name="Google Shape;7760;p61"/>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1"/>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61"/>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61"/>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61"/>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61"/>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66" name="Google Shape;7766;p61"/>
          <p:cNvGrpSpPr/>
          <p:nvPr/>
        </p:nvGrpSpPr>
        <p:grpSpPr>
          <a:xfrm>
            <a:off x="3146990" y="970936"/>
            <a:ext cx="795485" cy="738831"/>
            <a:chOff x="3348603" y="1236445"/>
            <a:chExt cx="749256" cy="695894"/>
          </a:xfrm>
        </p:grpSpPr>
        <p:grpSp>
          <p:nvGrpSpPr>
            <p:cNvPr id="7767" name="Google Shape;7767;p61"/>
            <p:cNvGrpSpPr/>
            <p:nvPr/>
          </p:nvGrpSpPr>
          <p:grpSpPr>
            <a:xfrm>
              <a:off x="3583779" y="1236445"/>
              <a:ext cx="293795" cy="285811"/>
              <a:chOff x="3750225" y="1774000"/>
              <a:chExt cx="149575" cy="145525"/>
            </a:xfrm>
          </p:grpSpPr>
          <p:sp>
            <p:nvSpPr>
              <p:cNvPr id="7768" name="Google Shape;7768;p6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6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0" name="Google Shape;7770;p61"/>
            <p:cNvGrpSpPr/>
            <p:nvPr/>
          </p:nvGrpSpPr>
          <p:grpSpPr>
            <a:xfrm>
              <a:off x="3775534" y="1462599"/>
              <a:ext cx="322325" cy="285958"/>
              <a:chOff x="3847850" y="1889150"/>
              <a:chExt cx="164100" cy="145600"/>
            </a:xfrm>
          </p:grpSpPr>
          <p:sp>
            <p:nvSpPr>
              <p:cNvPr id="7771" name="Google Shape;7771;p6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6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3" name="Google Shape;7773;p61"/>
            <p:cNvGrpSpPr/>
            <p:nvPr/>
          </p:nvGrpSpPr>
          <p:grpSpPr>
            <a:xfrm>
              <a:off x="3545329" y="1646528"/>
              <a:ext cx="293746" cy="285811"/>
              <a:chOff x="3730650" y="1982800"/>
              <a:chExt cx="149550" cy="145525"/>
            </a:xfrm>
          </p:grpSpPr>
          <p:sp>
            <p:nvSpPr>
              <p:cNvPr id="7774" name="Google Shape;7774;p6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6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6" name="Google Shape;7776;p61"/>
            <p:cNvGrpSpPr/>
            <p:nvPr/>
          </p:nvGrpSpPr>
          <p:grpSpPr>
            <a:xfrm>
              <a:off x="3348603" y="1415046"/>
              <a:ext cx="294384" cy="284387"/>
              <a:chOff x="3630494" y="1864938"/>
              <a:chExt cx="149875" cy="144800"/>
            </a:xfrm>
          </p:grpSpPr>
          <p:sp>
            <p:nvSpPr>
              <p:cNvPr id="7777" name="Google Shape;7777;p61"/>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61"/>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79" name="Google Shape;7779;p61"/>
          <p:cNvGrpSpPr/>
          <p:nvPr/>
        </p:nvGrpSpPr>
        <p:grpSpPr>
          <a:xfrm>
            <a:off x="2268517" y="3493832"/>
            <a:ext cx="1324924" cy="678083"/>
            <a:chOff x="2413923" y="3711366"/>
            <a:chExt cx="1374117" cy="703260"/>
          </a:xfrm>
        </p:grpSpPr>
        <p:grpSp>
          <p:nvGrpSpPr>
            <p:cNvPr id="7780" name="Google Shape;7780;p61"/>
            <p:cNvGrpSpPr/>
            <p:nvPr/>
          </p:nvGrpSpPr>
          <p:grpSpPr>
            <a:xfrm>
              <a:off x="2413923" y="3711366"/>
              <a:ext cx="1374117" cy="703260"/>
              <a:chOff x="2413923" y="3711366"/>
              <a:chExt cx="1374117" cy="703260"/>
            </a:xfrm>
          </p:grpSpPr>
          <p:sp>
            <p:nvSpPr>
              <p:cNvPr id="7781" name="Google Shape;7781;p61"/>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82" name="Google Shape;7782;p61"/>
              <p:cNvGrpSpPr/>
              <p:nvPr/>
            </p:nvGrpSpPr>
            <p:grpSpPr>
              <a:xfrm>
                <a:off x="2600284" y="3808654"/>
                <a:ext cx="234506" cy="138009"/>
                <a:chOff x="2600284" y="3808654"/>
                <a:chExt cx="234506" cy="138009"/>
              </a:xfrm>
            </p:grpSpPr>
            <p:sp>
              <p:nvSpPr>
                <p:cNvPr id="7783" name="Google Shape;7783;p61"/>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84" name="Google Shape;7784;p61"/>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785" name="Google Shape;7785;p61"/>
              <p:cNvGrpSpPr/>
              <p:nvPr/>
            </p:nvGrpSpPr>
            <p:grpSpPr>
              <a:xfrm>
                <a:off x="3359659" y="3805664"/>
                <a:ext cx="232294" cy="141000"/>
                <a:chOff x="3359659" y="3805664"/>
                <a:chExt cx="232294" cy="141000"/>
              </a:xfrm>
            </p:grpSpPr>
            <p:sp>
              <p:nvSpPr>
                <p:cNvPr id="7786" name="Google Shape;7786;p61"/>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87" name="Google Shape;7787;p61"/>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788" name="Google Shape;7788;p61"/>
              <p:cNvGrpSpPr/>
              <p:nvPr/>
            </p:nvGrpSpPr>
            <p:grpSpPr>
              <a:xfrm>
                <a:off x="3067316" y="3711366"/>
                <a:ext cx="66900" cy="166809"/>
                <a:chOff x="3067316" y="3711366"/>
                <a:chExt cx="66900" cy="166809"/>
              </a:xfrm>
            </p:grpSpPr>
            <p:sp>
              <p:nvSpPr>
                <p:cNvPr id="7789" name="Google Shape;7789;p61"/>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90" name="Google Shape;7790;p61"/>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791" name="Google Shape;7791;p61"/>
              <p:cNvGrpSpPr/>
              <p:nvPr/>
            </p:nvGrpSpPr>
            <p:grpSpPr>
              <a:xfrm>
                <a:off x="2413923" y="4058666"/>
                <a:ext cx="224119" cy="66900"/>
                <a:chOff x="2413923" y="4058666"/>
                <a:chExt cx="224119" cy="66900"/>
              </a:xfrm>
            </p:grpSpPr>
            <p:sp>
              <p:nvSpPr>
                <p:cNvPr id="7792" name="Google Shape;7792;p61"/>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93" name="Google Shape;7793;p61"/>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794" name="Google Shape;7794;p61"/>
              <p:cNvGrpSpPr/>
              <p:nvPr/>
            </p:nvGrpSpPr>
            <p:grpSpPr>
              <a:xfrm>
                <a:off x="3564643" y="4058666"/>
                <a:ext cx="223397" cy="66900"/>
                <a:chOff x="3564643" y="4058666"/>
                <a:chExt cx="223397" cy="66900"/>
              </a:xfrm>
            </p:grpSpPr>
            <p:sp>
              <p:nvSpPr>
                <p:cNvPr id="7795" name="Google Shape;7795;p61"/>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96" name="Google Shape;7796;p61"/>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7797" name="Google Shape;7797;p61"/>
            <p:cNvGrpSpPr/>
            <p:nvPr/>
          </p:nvGrpSpPr>
          <p:grpSpPr>
            <a:xfrm>
              <a:off x="2633353" y="3965763"/>
              <a:ext cx="933975" cy="445687"/>
              <a:chOff x="2633353" y="3965763"/>
              <a:chExt cx="933975" cy="445687"/>
            </a:xfrm>
          </p:grpSpPr>
          <p:sp>
            <p:nvSpPr>
              <p:cNvPr id="7798" name="Google Shape;7798;p61"/>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61"/>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00" name="Google Shape;7800;p61"/>
          <p:cNvGrpSpPr/>
          <p:nvPr/>
        </p:nvGrpSpPr>
        <p:grpSpPr>
          <a:xfrm>
            <a:off x="6392789" y="1044380"/>
            <a:ext cx="1131087" cy="587383"/>
            <a:chOff x="238125" y="999450"/>
            <a:chExt cx="7140700" cy="3708225"/>
          </a:xfrm>
        </p:grpSpPr>
        <p:sp>
          <p:nvSpPr>
            <p:cNvPr id="7801" name="Google Shape;7801;p6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6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6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61"/>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6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6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6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6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0" name="Google Shape;7810;p61"/>
          <p:cNvGrpSpPr/>
          <p:nvPr/>
        </p:nvGrpSpPr>
        <p:grpSpPr>
          <a:xfrm>
            <a:off x="3744240" y="3493874"/>
            <a:ext cx="1375854" cy="678131"/>
            <a:chOff x="3913765" y="3641905"/>
            <a:chExt cx="1522805" cy="750560"/>
          </a:xfrm>
        </p:grpSpPr>
        <p:grpSp>
          <p:nvGrpSpPr>
            <p:cNvPr id="7811" name="Google Shape;7811;p61"/>
            <p:cNvGrpSpPr/>
            <p:nvPr/>
          </p:nvGrpSpPr>
          <p:grpSpPr>
            <a:xfrm>
              <a:off x="3913765" y="3997002"/>
              <a:ext cx="1522805" cy="395463"/>
              <a:chOff x="3913765" y="3997002"/>
              <a:chExt cx="1522805" cy="395463"/>
            </a:xfrm>
          </p:grpSpPr>
          <p:grpSp>
            <p:nvGrpSpPr>
              <p:cNvPr id="7812" name="Google Shape;7812;p61"/>
              <p:cNvGrpSpPr/>
              <p:nvPr/>
            </p:nvGrpSpPr>
            <p:grpSpPr>
              <a:xfrm>
                <a:off x="3913765" y="4138659"/>
                <a:ext cx="507602" cy="253806"/>
                <a:chOff x="3913765" y="4138659"/>
                <a:chExt cx="507602" cy="253806"/>
              </a:xfrm>
            </p:grpSpPr>
            <p:sp>
              <p:nvSpPr>
                <p:cNvPr id="7813" name="Google Shape;7813;p61"/>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61"/>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7815" name="Google Shape;7815;p61"/>
              <p:cNvGrpSpPr/>
              <p:nvPr/>
            </p:nvGrpSpPr>
            <p:grpSpPr>
              <a:xfrm>
                <a:off x="4421361" y="3997002"/>
                <a:ext cx="507618" cy="395463"/>
                <a:chOff x="4421361" y="3997002"/>
                <a:chExt cx="507618" cy="395463"/>
              </a:xfrm>
            </p:grpSpPr>
            <p:sp>
              <p:nvSpPr>
                <p:cNvPr id="7816" name="Google Shape;7816;p61"/>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61"/>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8" name="Google Shape;7818;p61"/>
              <p:cNvGrpSpPr/>
              <p:nvPr/>
            </p:nvGrpSpPr>
            <p:grpSpPr>
              <a:xfrm>
                <a:off x="4928973" y="4189418"/>
                <a:ext cx="507596" cy="203047"/>
                <a:chOff x="4928973" y="4189418"/>
                <a:chExt cx="507596" cy="203047"/>
              </a:xfrm>
            </p:grpSpPr>
            <p:sp>
              <p:nvSpPr>
                <p:cNvPr id="7819" name="Google Shape;7819;p61"/>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61"/>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21" name="Google Shape;7821;p61"/>
            <p:cNvGrpSpPr/>
            <p:nvPr/>
          </p:nvGrpSpPr>
          <p:grpSpPr>
            <a:xfrm>
              <a:off x="4482186" y="3641905"/>
              <a:ext cx="397605" cy="349784"/>
              <a:chOff x="2906375" y="1159725"/>
              <a:chExt cx="1860575" cy="1636800"/>
            </a:xfrm>
          </p:grpSpPr>
          <p:sp>
            <p:nvSpPr>
              <p:cNvPr id="7822" name="Google Shape;7822;p61"/>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61"/>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61"/>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61"/>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26" name="Google Shape;7826;p61"/>
          <p:cNvGrpSpPr/>
          <p:nvPr/>
        </p:nvGrpSpPr>
        <p:grpSpPr>
          <a:xfrm>
            <a:off x="6528949" y="1853801"/>
            <a:ext cx="940737" cy="721067"/>
            <a:chOff x="6599718" y="2068734"/>
            <a:chExt cx="940737" cy="721067"/>
          </a:xfrm>
        </p:grpSpPr>
        <p:sp>
          <p:nvSpPr>
            <p:cNvPr id="7827" name="Google Shape;7827;p61"/>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61"/>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61"/>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61"/>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61"/>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61"/>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33" name="Google Shape;7833;p61"/>
            <p:cNvGrpSpPr/>
            <p:nvPr/>
          </p:nvGrpSpPr>
          <p:grpSpPr>
            <a:xfrm>
              <a:off x="6836957" y="2068734"/>
              <a:ext cx="461892" cy="721067"/>
              <a:chOff x="6836957" y="2068734"/>
              <a:chExt cx="461892" cy="721067"/>
            </a:xfrm>
          </p:grpSpPr>
          <p:sp>
            <p:nvSpPr>
              <p:cNvPr id="7834" name="Google Shape;7834;p61"/>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61"/>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61"/>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61"/>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61"/>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61"/>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40" name="Google Shape;7840;p61"/>
              <p:cNvGrpSpPr/>
              <p:nvPr/>
            </p:nvGrpSpPr>
            <p:grpSpPr>
              <a:xfrm>
                <a:off x="6836957" y="2068734"/>
                <a:ext cx="461892" cy="721067"/>
                <a:chOff x="6836957" y="2068734"/>
                <a:chExt cx="461892" cy="721067"/>
              </a:xfrm>
            </p:grpSpPr>
            <p:sp>
              <p:nvSpPr>
                <p:cNvPr id="7841" name="Google Shape;7841;p61"/>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61"/>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61"/>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61"/>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61"/>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61"/>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61"/>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848" name="Google Shape;7848;p61"/>
          <p:cNvGrpSpPr/>
          <p:nvPr/>
        </p:nvGrpSpPr>
        <p:grpSpPr>
          <a:xfrm>
            <a:off x="2412267" y="1858147"/>
            <a:ext cx="712577" cy="712374"/>
            <a:chOff x="2559249" y="2069323"/>
            <a:chExt cx="685566" cy="685634"/>
          </a:xfrm>
        </p:grpSpPr>
        <p:sp>
          <p:nvSpPr>
            <p:cNvPr id="7849" name="Google Shape;7849;p61"/>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61"/>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61"/>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61"/>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61"/>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61"/>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61"/>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61"/>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61"/>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61"/>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61"/>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61"/>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61"/>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2" name="Google Shape;7862;p61"/>
          <p:cNvGrpSpPr/>
          <p:nvPr/>
        </p:nvGrpSpPr>
        <p:grpSpPr>
          <a:xfrm>
            <a:off x="7594705" y="970936"/>
            <a:ext cx="845645" cy="711911"/>
            <a:chOff x="951975" y="315800"/>
            <a:chExt cx="5860325" cy="4933550"/>
          </a:xfrm>
        </p:grpSpPr>
        <p:sp>
          <p:nvSpPr>
            <p:cNvPr id="7863" name="Google Shape;7863;p61"/>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61"/>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61"/>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61"/>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61"/>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61"/>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61"/>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61"/>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1" name="Google Shape;7871;p61"/>
          <p:cNvGrpSpPr/>
          <p:nvPr/>
        </p:nvGrpSpPr>
        <p:grpSpPr>
          <a:xfrm>
            <a:off x="3691834" y="2707045"/>
            <a:ext cx="1617932" cy="621724"/>
            <a:chOff x="3862800" y="3038525"/>
            <a:chExt cx="1329006" cy="510698"/>
          </a:xfrm>
        </p:grpSpPr>
        <p:sp>
          <p:nvSpPr>
            <p:cNvPr id="7872" name="Google Shape;7872;p61"/>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61"/>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74" name="Google Shape;7874;p61"/>
            <p:cNvGrpSpPr/>
            <p:nvPr/>
          </p:nvGrpSpPr>
          <p:grpSpPr>
            <a:xfrm>
              <a:off x="3967075" y="3040337"/>
              <a:ext cx="1019927" cy="402126"/>
              <a:chOff x="3967075" y="3040337"/>
              <a:chExt cx="1019927" cy="402126"/>
            </a:xfrm>
          </p:grpSpPr>
          <p:sp>
            <p:nvSpPr>
              <p:cNvPr id="7875" name="Google Shape;7875;p61"/>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61"/>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7" name="Google Shape;7877;p61"/>
            <p:cNvGrpSpPr/>
            <p:nvPr/>
          </p:nvGrpSpPr>
          <p:grpSpPr>
            <a:xfrm>
              <a:off x="4186700" y="3040337"/>
              <a:ext cx="390475" cy="183289"/>
              <a:chOff x="4186700" y="3040337"/>
              <a:chExt cx="390475" cy="183289"/>
            </a:xfrm>
          </p:grpSpPr>
          <p:sp>
            <p:nvSpPr>
              <p:cNvPr id="7878" name="Google Shape;7878;p61"/>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61"/>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0" name="Google Shape;7880;p61"/>
            <p:cNvGrpSpPr/>
            <p:nvPr/>
          </p:nvGrpSpPr>
          <p:grpSpPr>
            <a:xfrm>
              <a:off x="4073727" y="3040337"/>
              <a:ext cx="697794" cy="296263"/>
              <a:chOff x="4073727" y="3040337"/>
              <a:chExt cx="697794" cy="296263"/>
            </a:xfrm>
          </p:grpSpPr>
          <p:sp>
            <p:nvSpPr>
              <p:cNvPr id="7881" name="Google Shape;7881;p61"/>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61"/>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3" name="Google Shape;7883;p61"/>
            <p:cNvGrpSpPr/>
            <p:nvPr/>
          </p:nvGrpSpPr>
          <p:grpSpPr>
            <a:xfrm>
              <a:off x="3862800" y="3038525"/>
              <a:ext cx="1329006" cy="510698"/>
              <a:chOff x="3862800" y="3038525"/>
              <a:chExt cx="1329006" cy="510698"/>
            </a:xfrm>
          </p:grpSpPr>
          <p:sp>
            <p:nvSpPr>
              <p:cNvPr id="7884" name="Google Shape;7884;p61"/>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61"/>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86" name="Google Shape;7886;p61"/>
          <p:cNvGrpSpPr/>
          <p:nvPr/>
        </p:nvGrpSpPr>
        <p:grpSpPr>
          <a:xfrm>
            <a:off x="700156" y="970936"/>
            <a:ext cx="883205" cy="775176"/>
            <a:chOff x="649648" y="271400"/>
            <a:chExt cx="6215377" cy="5455143"/>
          </a:xfrm>
        </p:grpSpPr>
        <p:sp>
          <p:nvSpPr>
            <p:cNvPr id="7887" name="Google Shape;7887;p61"/>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61"/>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61"/>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61"/>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61"/>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61"/>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61"/>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61"/>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61"/>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61"/>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61"/>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1"/>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9" name="Google Shape;7899;p61"/>
          <p:cNvGrpSpPr/>
          <p:nvPr/>
        </p:nvGrpSpPr>
        <p:grpSpPr>
          <a:xfrm>
            <a:off x="2308457" y="970936"/>
            <a:ext cx="767704" cy="815489"/>
            <a:chOff x="2499700" y="1135950"/>
            <a:chExt cx="732402" cy="777990"/>
          </a:xfrm>
        </p:grpSpPr>
        <p:grpSp>
          <p:nvGrpSpPr>
            <p:cNvPr id="7900" name="Google Shape;7900;p61"/>
            <p:cNvGrpSpPr/>
            <p:nvPr/>
          </p:nvGrpSpPr>
          <p:grpSpPr>
            <a:xfrm>
              <a:off x="2499700" y="1135950"/>
              <a:ext cx="732402" cy="694705"/>
              <a:chOff x="2499700" y="1135950"/>
              <a:chExt cx="732402" cy="694705"/>
            </a:xfrm>
          </p:grpSpPr>
          <p:sp>
            <p:nvSpPr>
              <p:cNvPr id="7901" name="Google Shape;7901;p61"/>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61"/>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61"/>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61"/>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61"/>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61"/>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61"/>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61"/>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61"/>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61"/>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61"/>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61"/>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61"/>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61"/>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61"/>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61"/>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61"/>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61"/>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61"/>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1"/>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1"/>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61"/>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61"/>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1"/>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61"/>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61"/>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61"/>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8" name="Google Shape;7928;p61"/>
            <p:cNvGrpSpPr/>
            <p:nvPr/>
          </p:nvGrpSpPr>
          <p:grpSpPr>
            <a:xfrm>
              <a:off x="2517909" y="1188726"/>
              <a:ext cx="702702" cy="725214"/>
              <a:chOff x="2517909" y="1188726"/>
              <a:chExt cx="702702" cy="725214"/>
            </a:xfrm>
          </p:grpSpPr>
          <p:sp>
            <p:nvSpPr>
              <p:cNvPr id="7929" name="Google Shape;7929;p61"/>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61"/>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61"/>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61"/>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61"/>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34" name="Google Shape;7934;p61"/>
          <p:cNvGrpSpPr/>
          <p:nvPr/>
        </p:nvGrpSpPr>
        <p:grpSpPr>
          <a:xfrm>
            <a:off x="1654189" y="970936"/>
            <a:ext cx="583439" cy="870229"/>
            <a:chOff x="1716825" y="1121550"/>
            <a:chExt cx="622800" cy="928938"/>
          </a:xfrm>
        </p:grpSpPr>
        <p:grpSp>
          <p:nvGrpSpPr>
            <p:cNvPr id="7935" name="Google Shape;7935;p61"/>
            <p:cNvGrpSpPr/>
            <p:nvPr/>
          </p:nvGrpSpPr>
          <p:grpSpPr>
            <a:xfrm>
              <a:off x="1716825" y="1121550"/>
              <a:ext cx="622800" cy="928938"/>
              <a:chOff x="1716825" y="1121550"/>
              <a:chExt cx="622800" cy="928938"/>
            </a:xfrm>
          </p:grpSpPr>
          <p:cxnSp>
            <p:nvCxnSpPr>
              <p:cNvPr id="7936" name="Google Shape;7936;p61"/>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7937" name="Google Shape;7937;p61"/>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8" name="Google Shape;7938;p61"/>
            <p:cNvGrpSpPr/>
            <p:nvPr/>
          </p:nvGrpSpPr>
          <p:grpSpPr>
            <a:xfrm>
              <a:off x="1768050" y="1172775"/>
              <a:ext cx="520200" cy="832000"/>
              <a:chOff x="1768050" y="1172775"/>
              <a:chExt cx="520200" cy="832000"/>
            </a:xfrm>
          </p:grpSpPr>
          <p:cxnSp>
            <p:nvCxnSpPr>
              <p:cNvPr id="7939" name="Google Shape;7939;p61"/>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7940" name="Google Shape;7940;p61"/>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1" name="Google Shape;7941;p61"/>
            <p:cNvGrpSpPr/>
            <p:nvPr/>
          </p:nvGrpSpPr>
          <p:grpSpPr>
            <a:xfrm>
              <a:off x="1820100" y="1225475"/>
              <a:ext cx="416400" cy="729575"/>
              <a:chOff x="1820100" y="1225475"/>
              <a:chExt cx="416400" cy="729575"/>
            </a:xfrm>
          </p:grpSpPr>
          <p:cxnSp>
            <p:nvCxnSpPr>
              <p:cNvPr id="7942" name="Google Shape;7942;p61"/>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7943" name="Google Shape;7943;p61"/>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4" name="Google Shape;7944;p61"/>
            <p:cNvGrpSpPr/>
            <p:nvPr/>
          </p:nvGrpSpPr>
          <p:grpSpPr>
            <a:xfrm>
              <a:off x="1874250" y="1278825"/>
              <a:ext cx="308100" cy="605275"/>
              <a:chOff x="1874250" y="1278825"/>
              <a:chExt cx="308100" cy="605275"/>
            </a:xfrm>
          </p:grpSpPr>
          <p:cxnSp>
            <p:nvCxnSpPr>
              <p:cNvPr id="7945" name="Google Shape;7945;p61"/>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7946" name="Google Shape;7946;p61"/>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47" name="Google Shape;7947;p61"/>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8" name="Google Shape;7948;p61"/>
          <p:cNvGrpSpPr/>
          <p:nvPr/>
        </p:nvGrpSpPr>
        <p:grpSpPr>
          <a:xfrm>
            <a:off x="1574012" y="1857258"/>
            <a:ext cx="739072" cy="714152"/>
            <a:chOff x="4334725" y="1355875"/>
            <a:chExt cx="3106650" cy="3001900"/>
          </a:xfrm>
        </p:grpSpPr>
        <p:grpSp>
          <p:nvGrpSpPr>
            <p:cNvPr id="7949" name="Google Shape;7949;p61"/>
            <p:cNvGrpSpPr/>
            <p:nvPr/>
          </p:nvGrpSpPr>
          <p:grpSpPr>
            <a:xfrm>
              <a:off x="4516050" y="1724875"/>
              <a:ext cx="2693725" cy="2632900"/>
              <a:chOff x="4516050" y="1724875"/>
              <a:chExt cx="2693725" cy="2632900"/>
            </a:xfrm>
          </p:grpSpPr>
          <p:sp>
            <p:nvSpPr>
              <p:cNvPr id="7950" name="Google Shape;7950;p61"/>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61"/>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61"/>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3" name="Google Shape;7953;p61"/>
            <p:cNvGrpSpPr/>
            <p:nvPr/>
          </p:nvGrpSpPr>
          <p:grpSpPr>
            <a:xfrm>
              <a:off x="4334725" y="1355875"/>
              <a:ext cx="3106650" cy="2709650"/>
              <a:chOff x="4334725" y="1355875"/>
              <a:chExt cx="3106650" cy="2709650"/>
            </a:xfrm>
          </p:grpSpPr>
          <p:sp>
            <p:nvSpPr>
              <p:cNvPr id="7954" name="Google Shape;7954;p61"/>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61"/>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61"/>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57" name="Google Shape;7957;p61"/>
          <p:cNvGrpSpPr/>
          <p:nvPr/>
        </p:nvGrpSpPr>
        <p:grpSpPr>
          <a:xfrm>
            <a:off x="7690961" y="3488029"/>
            <a:ext cx="312074" cy="684173"/>
            <a:chOff x="7645573" y="3754300"/>
            <a:chExt cx="293855" cy="644170"/>
          </a:xfrm>
        </p:grpSpPr>
        <p:sp>
          <p:nvSpPr>
            <p:cNvPr id="7958" name="Google Shape;7958;p61"/>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61"/>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0" name="Google Shape;7960;p61"/>
          <p:cNvGrpSpPr/>
          <p:nvPr/>
        </p:nvGrpSpPr>
        <p:grpSpPr>
          <a:xfrm>
            <a:off x="5612949" y="970936"/>
            <a:ext cx="709011" cy="739359"/>
            <a:chOff x="5830645" y="1256617"/>
            <a:chExt cx="530340" cy="553040"/>
          </a:xfrm>
        </p:grpSpPr>
        <p:grpSp>
          <p:nvGrpSpPr>
            <p:cNvPr id="7961" name="Google Shape;7961;p61"/>
            <p:cNvGrpSpPr/>
            <p:nvPr/>
          </p:nvGrpSpPr>
          <p:grpSpPr>
            <a:xfrm>
              <a:off x="5830645" y="1256617"/>
              <a:ext cx="259743" cy="269909"/>
              <a:chOff x="5830645" y="1256617"/>
              <a:chExt cx="259743" cy="269909"/>
            </a:xfrm>
          </p:grpSpPr>
          <p:sp>
            <p:nvSpPr>
              <p:cNvPr id="7962" name="Google Shape;7962;p61"/>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61"/>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4" name="Google Shape;7964;p61"/>
            <p:cNvGrpSpPr/>
            <p:nvPr/>
          </p:nvGrpSpPr>
          <p:grpSpPr>
            <a:xfrm>
              <a:off x="6101293" y="1256617"/>
              <a:ext cx="259692" cy="269909"/>
              <a:chOff x="6101293" y="1256617"/>
              <a:chExt cx="259692" cy="269909"/>
            </a:xfrm>
          </p:grpSpPr>
          <p:sp>
            <p:nvSpPr>
              <p:cNvPr id="7965" name="Google Shape;7965;p61"/>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61"/>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7" name="Google Shape;7967;p61"/>
            <p:cNvGrpSpPr/>
            <p:nvPr/>
          </p:nvGrpSpPr>
          <p:grpSpPr>
            <a:xfrm>
              <a:off x="5830645" y="1539749"/>
              <a:ext cx="259692" cy="269909"/>
              <a:chOff x="5830645" y="1539749"/>
              <a:chExt cx="259692" cy="269909"/>
            </a:xfrm>
          </p:grpSpPr>
          <p:sp>
            <p:nvSpPr>
              <p:cNvPr id="7968" name="Google Shape;7968;p61"/>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61"/>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0" name="Google Shape;7970;p61"/>
            <p:cNvGrpSpPr/>
            <p:nvPr/>
          </p:nvGrpSpPr>
          <p:grpSpPr>
            <a:xfrm>
              <a:off x="6101293" y="1539749"/>
              <a:ext cx="259692" cy="269909"/>
              <a:chOff x="6101293" y="1539749"/>
              <a:chExt cx="259692" cy="269909"/>
            </a:xfrm>
          </p:grpSpPr>
          <p:sp>
            <p:nvSpPr>
              <p:cNvPr id="7971" name="Google Shape;7971;p61"/>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61"/>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73" name="Google Shape;7973;p61"/>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4" name="Google Shape;7974;p61"/>
          <p:cNvGrpSpPr/>
          <p:nvPr/>
        </p:nvGrpSpPr>
        <p:grpSpPr>
          <a:xfrm>
            <a:off x="714444" y="2707052"/>
            <a:ext cx="1452955" cy="621360"/>
            <a:chOff x="732422" y="2990152"/>
            <a:chExt cx="1337773" cy="572102"/>
          </a:xfrm>
        </p:grpSpPr>
        <p:sp>
          <p:nvSpPr>
            <p:cNvPr id="7975" name="Google Shape;7975;p61"/>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61"/>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61"/>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61"/>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61"/>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61"/>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7984"/>
        <p:cNvGrpSpPr/>
        <p:nvPr/>
      </p:nvGrpSpPr>
      <p:grpSpPr>
        <a:xfrm>
          <a:off x="0" y="0"/>
          <a:ext cx="0" cy="0"/>
          <a:chOff x="0" y="0"/>
          <a:chExt cx="0" cy="0"/>
        </a:xfrm>
      </p:grpSpPr>
      <p:grpSp>
        <p:nvGrpSpPr>
          <p:cNvPr id="7985" name="Google Shape;7985;p62"/>
          <p:cNvGrpSpPr/>
          <p:nvPr/>
        </p:nvGrpSpPr>
        <p:grpSpPr>
          <a:xfrm>
            <a:off x="708579" y="965872"/>
            <a:ext cx="1636117" cy="1526144"/>
            <a:chOff x="729238" y="1179665"/>
            <a:chExt cx="1636117" cy="1526144"/>
          </a:xfrm>
        </p:grpSpPr>
        <p:grpSp>
          <p:nvGrpSpPr>
            <p:cNvPr id="7986" name="Google Shape;7986;p62"/>
            <p:cNvGrpSpPr/>
            <p:nvPr/>
          </p:nvGrpSpPr>
          <p:grpSpPr>
            <a:xfrm>
              <a:off x="729238" y="1179665"/>
              <a:ext cx="80700" cy="1526144"/>
              <a:chOff x="729238" y="1179665"/>
              <a:chExt cx="80700" cy="1526144"/>
            </a:xfrm>
          </p:grpSpPr>
          <p:sp>
            <p:nvSpPr>
              <p:cNvPr id="7987" name="Google Shape;7987;p62"/>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62"/>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62"/>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62"/>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62"/>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62"/>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62"/>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62"/>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62"/>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62"/>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7" name="Google Shape;7997;p62"/>
            <p:cNvGrpSpPr/>
            <p:nvPr/>
          </p:nvGrpSpPr>
          <p:grpSpPr>
            <a:xfrm>
              <a:off x="903098" y="1179665"/>
              <a:ext cx="80700" cy="1526144"/>
              <a:chOff x="903098" y="1179665"/>
              <a:chExt cx="80700" cy="1526144"/>
            </a:xfrm>
          </p:grpSpPr>
          <p:sp>
            <p:nvSpPr>
              <p:cNvPr id="7998" name="Google Shape;7998;p62"/>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62"/>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62"/>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62"/>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62"/>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62"/>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2"/>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62"/>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62"/>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62"/>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8" name="Google Shape;8008;p62"/>
            <p:cNvGrpSpPr/>
            <p:nvPr/>
          </p:nvGrpSpPr>
          <p:grpSpPr>
            <a:xfrm>
              <a:off x="1076958" y="1179665"/>
              <a:ext cx="80700" cy="1526144"/>
              <a:chOff x="1076958" y="1179665"/>
              <a:chExt cx="80700" cy="1526144"/>
            </a:xfrm>
          </p:grpSpPr>
          <p:sp>
            <p:nvSpPr>
              <p:cNvPr id="8009" name="Google Shape;8009;p62"/>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62"/>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62"/>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62"/>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62"/>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62"/>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62"/>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62"/>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62"/>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62"/>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9" name="Google Shape;8019;p62"/>
            <p:cNvGrpSpPr/>
            <p:nvPr/>
          </p:nvGrpSpPr>
          <p:grpSpPr>
            <a:xfrm>
              <a:off x="1247707" y="1179665"/>
              <a:ext cx="80700" cy="1526144"/>
              <a:chOff x="1247707" y="1179665"/>
              <a:chExt cx="80700" cy="1526144"/>
            </a:xfrm>
          </p:grpSpPr>
          <p:sp>
            <p:nvSpPr>
              <p:cNvPr id="8020" name="Google Shape;8020;p62"/>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62"/>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62"/>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62"/>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62"/>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62"/>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62"/>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62"/>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62"/>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62"/>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0" name="Google Shape;8030;p62"/>
            <p:cNvGrpSpPr/>
            <p:nvPr/>
          </p:nvGrpSpPr>
          <p:grpSpPr>
            <a:xfrm>
              <a:off x="1421567" y="1179665"/>
              <a:ext cx="80700" cy="1526144"/>
              <a:chOff x="1421567" y="1179665"/>
              <a:chExt cx="80700" cy="1526144"/>
            </a:xfrm>
          </p:grpSpPr>
          <p:sp>
            <p:nvSpPr>
              <p:cNvPr id="8031" name="Google Shape;8031;p62"/>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62"/>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62"/>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62"/>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62"/>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62"/>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62"/>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62"/>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62"/>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62"/>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1" name="Google Shape;8041;p62"/>
            <p:cNvGrpSpPr/>
            <p:nvPr/>
          </p:nvGrpSpPr>
          <p:grpSpPr>
            <a:xfrm>
              <a:off x="1592327" y="1179665"/>
              <a:ext cx="80700" cy="1526144"/>
              <a:chOff x="1592327" y="1179665"/>
              <a:chExt cx="80700" cy="1526144"/>
            </a:xfrm>
          </p:grpSpPr>
          <p:sp>
            <p:nvSpPr>
              <p:cNvPr id="8042" name="Google Shape;8042;p62"/>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62"/>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62"/>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62"/>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62"/>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62"/>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62"/>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62"/>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62"/>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62"/>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2" name="Google Shape;8052;p62"/>
            <p:cNvGrpSpPr/>
            <p:nvPr/>
          </p:nvGrpSpPr>
          <p:grpSpPr>
            <a:xfrm>
              <a:off x="1766187" y="1179665"/>
              <a:ext cx="80700" cy="1526144"/>
              <a:chOff x="1766187" y="1179665"/>
              <a:chExt cx="80700" cy="1526144"/>
            </a:xfrm>
          </p:grpSpPr>
          <p:sp>
            <p:nvSpPr>
              <p:cNvPr id="8053" name="Google Shape;8053;p62"/>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62"/>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62"/>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62"/>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62"/>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62"/>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62"/>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62"/>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62"/>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62"/>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3" name="Google Shape;8063;p62"/>
            <p:cNvGrpSpPr/>
            <p:nvPr/>
          </p:nvGrpSpPr>
          <p:grpSpPr>
            <a:xfrm>
              <a:off x="1936935" y="1179665"/>
              <a:ext cx="80700" cy="1526144"/>
              <a:chOff x="1936935" y="1179665"/>
              <a:chExt cx="80700" cy="1526144"/>
            </a:xfrm>
          </p:grpSpPr>
          <p:sp>
            <p:nvSpPr>
              <p:cNvPr id="8064" name="Google Shape;8064;p62"/>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62"/>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62"/>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62"/>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62"/>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62"/>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62"/>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62"/>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62"/>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62"/>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4" name="Google Shape;8074;p62"/>
            <p:cNvGrpSpPr/>
            <p:nvPr/>
          </p:nvGrpSpPr>
          <p:grpSpPr>
            <a:xfrm>
              <a:off x="2110795" y="1179665"/>
              <a:ext cx="80700" cy="1526144"/>
              <a:chOff x="2110795" y="1179665"/>
              <a:chExt cx="80700" cy="1526144"/>
            </a:xfrm>
          </p:grpSpPr>
          <p:sp>
            <p:nvSpPr>
              <p:cNvPr id="8075" name="Google Shape;8075;p62"/>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62"/>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62"/>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62"/>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62"/>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62"/>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62"/>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62"/>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62"/>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62"/>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5" name="Google Shape;8085;p62"/>
            <p:cNvGrpSpPr/>
            <p:nvPr/>
          </p:nvGrpSpPr>
          <p:grpSpPr>
            <a:xfrm>
              <a:off x="2284655" y="1179665"/>
              <a:ext cx="80700" cy="1526144"/>
              <a:chOff x="2284655" y="1179665"/>
              <a:chExt cx="80700" cy="1526144"/>
            </a:xfrm>
          </p:grpSpPr>
          <p:sp>
            <p:nvSpPr>
              <p:cNvPr id="8086" name="Google Shape;8086;p62"/>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62"/>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62"/>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62"/>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62"/>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62"/>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62"/>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62"/>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62"/>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62"/>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96" name="Google Shape;8096;p62"/>
          <p:cNvGrpSpPr/>
          <p:nvPr/>
        </p:nvGrpSpPr>
        <p:grpSpPr>
          <a:xfrm>
            <a:off x="2603245" y="985011"/>
            <a:ext cx="1364248" cy="1102133"/>
            <a:chOff x="2623904" y="1198803"/>
            <a:chExt cx="1364248" cy="1102133"/>
          </a:xfrm>
        </p:grpSpPr>
        <p:grpSp>
          <p:nvGrpSpPr>
            <p:cNvPr id="8097" name="Google Shape;8097;p62"/>
            <p:cNvGrpSpPr/>
            <p:nvPr/>
          </p:nvGrpSpPr>
          <p:grpSpPr>
            <a:xfrm>
              <a:off x="2623907" y="1198803"/>
              <a:ext cx="1364245" cy="273000"/>
              <a:chOff x="2623907" y="1198803"/>
              <a:chExt cx="1364245" cy="273000"/>
            </a:xfrm>
          </p:grpSpPr>
          <p:sp>
            <p:nvSpPr>
              <p:cNvPr id="8098" name="Google Shape;8098;p62"/>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62"/>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62"/>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62"/>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62"/>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3" name="Google Shape;8103;p62"/>
            <p:cNvGrpSpPr/>
            <p:nvPr/>
          </p:nvGrpSpPr>
          <p:grpSpPr>
            <a:xfrm>
              <a:off x="2623904" y="1476964"/>
              <a:ext cx="1364245" cy="273000"/>
              <a:chOff x="2623904" y="1476964"/>
              <a:chExt cx="1364245" cy="273000"/>
            </a:xfrm>
          </p:grpSpPr>
          <p:sp>
            <p:nvSpPr>
              <p:cNvPr id="8104" name="Google Shape;8104;p62"/>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62"/>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62"/>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62"/>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62"/>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9" name="Google Shape;8109;p62"/>
            <p:cNvGrpSpPr/>
            <p:nvPr/>
          </p:nvGrpSpPr>
          <p:grpSpPr>
            <a:xfrm>
              <a:off x="2623907" y="1749775"/>
              <a:ext cx="1364245" cy="273000"/>
              <a:chOff x="2623907" y="1749775"/>
              <a:chExt cx="1364245" cy="273000"/>
            </a:xfrm>
          </p:grpSpPr>
          <p:sp>
            <p:nvSpPr>
              <p:cNvPr id="8110" name="Google Shape;8110;p62"/>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62"/>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62"/>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62"/>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62"/>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5" name="Google Shape;8115;p62"/>
            <p:cNvGrpSpPr/>
            <p:nvPr/>
          </p:nvGrpSpPr>
          <p:grpSpPr>
            <a:xfrm>
              <a:off x="2623904" y="2027936"/>
              <a:ext cx="1364245" cy="273000"/>
              <a:chOff x="2623904" y="2027936"/>
              <a:chExt cx="1364245" cy="273000"/>
            </a:xfrm>
          </p:grpSpPr>
          <p:sp>
            <p:nvSpPr>
              <p:cNvPr id="8116" name="Google Shape;8116;p62"/>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62"/>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62"/>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62"/>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62"/>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21" name="Google Shape;8121;p62"/>
          <p:cNvGrpSpPr/>
          <p:nvPr/>
        </p:nvGrpSpPr>
        <p:grpSpPr>
          <a:xfrm>
            <a:off x="2592706" y="2444193"/>
            <a:ext cx="1387541" cy="159124"/>
            <a:chOff x="3200660" y="2180272"/>
            <a:chExt cx="2563824" cy="378237"/>
          </a:xfrm>
        </p:grpSpPr>
        <p:sp>
          <p:nvSpPr>
            <p:cNvPr id="8122" name="Google Shape;8122;p6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6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6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6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6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6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6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6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6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6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6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6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6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6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6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6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0" name="Google Shape;8140;p62"/>
          <p:cNvGrpSpPr/>
          <p:nvPr/>
        </p:nvGrpSpPr>
        <p:grpSpPr>
          <a:xfrm>
            <a:off x="2589231" y="2722018"/>
            <a:ext cx="1390502" cy="159625"/>
            <a:chOff x="3530150" y="2790075"/>
            <a:chExt cx="1962600" cy="225300"/>
          </a:xfrm>
        </p:grpSpPr>
        <p:sp>
          <p:nvSpPr>
            <p:cNvPr id="8141" name="Google Shape;8141;p62"/>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62"/>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3" name="Google Shape;8143;p62"/>
          <p:cNvGrpSpPr/>
          <p:nvPr/>
        </p:nvGrpSpPr>
        <p:grpSpPr>
          <a:xfrm>
            <a:off x="2589884" y="3000344"/>
            <a:ext cx="1411629" cy="153761"/>
            <a:chOff x="3558802" y="4011427"/>
            <a:chExt cx="1866000" cy="111300"/>
          </a:xfrm>
        </p:grpSpPr>
        <p:sp>
          <p:nvSpPr>
            <p:cNvPr id="8144" name="Google Shape;8144;p6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62"/>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6" name="Google Shape;8146;p62"/>
          <p:cNvGrpSpPr/>
          <p:nvPr/>
        </p:nvGrpSpPr>
        <p:grpSpPr>
          <a:xfrm>
            <a:off x="2589576" y="2205744"/>
            <a:ext cx="1383503" cy="119749"/>
            <a:chOff x="3465975" y="2270276"/>
            <a:chExt cx="1986364" cy="171929"/>
          </a:xfrm>
        </p:grpSpPr>
        <p:sp>
          <p:nvSpPr>
            <p:cNvPr id="8147" name="Google Shape;8147;p6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6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62"/>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62"/>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2"/>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62"/>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62"/>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5" name="Google Shape;8155;p62"/>
          <p:cNvGrpSpPr/>
          <p:nvPr/>
        </p:nvGrpSpPr>
        <p:grpSpPr>
          <a:xfrm>
            <a:off x="2600584" y="3569394"/>
            <a:ext cx="1369531" cy="195460"/>
            <a:chOff x="723300" y="4253549"/>
            <a:chExt cx="2276482" cy="324900"/>
          </a:xfrm>
        </p:grpSpPr>
        <p:sp>
          <p:nvSpPr>
            <p:cNvPr id="8156" name="Google Shape;8156;p6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6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6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62"/>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1" name="Google Shape;8161;p62"/>
          <p:cNvGrpSpPr/>
          <p:nvPr/>
        </p:nvGrpSpPr>
        <p:grpSpPr>
          <a:xfrm>
            <a:off x="2590145" y="3270574"/>
            <a:ext cx="1389066" cy="180119"/>
            <a:chOff x="705948" y="3788465"/>
            <a:chExt cx="2308953" cy="299400"/>
          </a:xfrm>
        </p:grpSpPr>
        <p:sp>
          <p:nvSpPr>
            <p:cNvPr id="8162" name="Google Shape;8162;p62"/>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2"/>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62"/>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62"/>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62"/>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7" name="Google Shape;8167;p62"/>
          <p:cNvGrpSpPr/>
          <p:nvPr/>
        </p:nvGrpSpPr>
        <p:grpSpPr>
          <a:xfrm>
            <a:off x="2638082" y="3883554"/>
            <a:ext cx="1304609" cy="294074"/>
            <a:chOff x="2658741" y="4097347"/>
            <a:chExt cx="1304609" cy="294074"/>
          </a:xfrm>
        </p:grpSpPr>
        <p:grpSp>
          <p:nvGrpSpPr>
            <p:cNvPr id="8168" name="Google Shape;8168;p62"/>
            <p:cNvGrpSpPr/>
            <p:nvPr/>
          </p:nvGrpSpPr>
          <p:grpSpPr>
            <a:xfrm>
              <a:off x="2658741" y="4097347"/>
              <a:ext cx="118572" cy="294074"/>
              <a:chOff x="3343310" y="4475555"/>
              <a:chExt cx="127717" cy="316753"/>
            </a:xfrm>
          </p:grpSpPr>
          <p:sp>
            <p:nvSpPr>
              <p:cNvPr id="8169" name="Google Shape;8169;p6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6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1" name="Google Shape;8171;p62"/>
            <p:cNvGrpSpPr/>
            <p:nvPr/>
          </p:nvGrpSpPr>
          <p:grpSpPr>
            <a:xfrm>
              <a:off x="3815519" y="4098388"/>
              <a:ext cx="147831" cy="291991"/>
              <a:chOff x="3527539" y="4476677"/>
              <a:chExt cx="159232" cy="314510"/>
            </a:xfrm>
          </p:grpSpPr>
          <p:sp>
            <p:nvSpPr>
              <p:cNvPr id="8172" name="Google Shape;8172;p6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6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4" name="Google Shape;8174;p62"/>
            <p:cNvGrpSpPr/>
            <p:nvPr/>
          </p:nvGrpSpPr>
          <p:grpSpPr>
            <a:xfrm>
              <a:off x="3511696" y="4098388"/>
              <a:ext cx="147831" cy="291991"/>
              <a:chOff x="3527539" y="4476677"/>
              <a:chExt cx="159232" cy="314510"/>
            </a:xfrm>
          </p:grpSpPr>
          <p:sp>
            <p:nvSpPr>
              <p:cNvPr id="8175" name="Google Shape;8175;p6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6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7" name="Google Shape;8177;p62"/>
            <p:cNvGrpSpPr/>
            <p:nvPr/>
          </p:nvGrpSpPr>
          <p:grpSpPr>
            <a:xfrm>
              <a:off x="3207874" y="4098388"/>
              <a:ext cx="147831" cy="291991"/>
              <a:chOff x="3527539" y="4476677"/>
              <a:chExt cx="159232" cy="314510"/>
            </a:xfrm>
          </p:grpSpPr>
          <p:sp>
            <p:nvSpPr>
              <p:cNvPr id="8178" name="Google Shape;8178;p6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6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0" name="Google Shape;8180;p62"/>
            <p:cNvGrpSpPr/>
            <p:nvPr/>
          </p:nvGrpSpPr>
          <p:grpSpPr>
            <a:xfrm>
              <a:off x="2933305" y="4097347"/>
              <a:ext cx="118572" cy="294074"/>
              <a:chOff x="3343310" y="4475555"/>
              <a:chExt cx="127717" cy="316753"/>
            </a:xfrm>
          </p:grpSpPr>
          <p:sp>
            <p:nvSpPr>
              <p:cNvPr id="8181" name="Google Shape;8181;p6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6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83" name="Google Shape;8183;p62"/>
          <p:cNvGrpSpPr/>
          <p:nvPr/>
        </p:nvGrpSpPr>
        <p:grpSpPr>
          <a:xfrm>
            <a:off x="4256912" y="1866676"/>
            <a:ext cx="1433821" cy="191501"/>
            <a:chOff x="4273350" y="2080469"/>
            <a:chExt cx="1433821" cy="191501"/>
          </a:xfrm>
        </p:grpSpPr>
        <p:grpSp>
          <p:nvGrpSpPr>
            <p:cNvPr id="8184" name="Google Shape;8184;p62"/>
            <p:cNvGrpSpPr/>
            <p:nvPr/>
          </p:nvGrpSpPr>
          <p:grpSpPr>
            <a:xfrm>
              <a:off x="4273350" y="2080469"/>
              <a:ext cx="1433821" cy="0"/>
              <a:chOff x="5224975" y="2962250"/>
              <a:chExt cx="1544400" cy="0"/>
            </a:xfrm>
          </p:grpSpPr>
          <p:cxnSp>
            <p:nvCxnSpPr>
              <p:cNvPr id="8185" name="Google Shape;8185;p6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186" name="Google Shape;8186;p62"/>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8187" name="Google Shape;8187;p62"/>
            <p:cNvGrpSpPr/>
            <p:nvPr/>
          </p:nvGrpSpPr>
          <p:grpSpPr>
            <a:xfrm>
              <a:off x="4273350" y="2271969"/>
              <a:ext cx="1433821" cy="0"/>
              <a:chOff x="5224975" y="2962250"/>
              <a:chExt cx="1544400" cy="0"/>
            </a:xfrm>
          </p:grpSpPr>
          <p:cxnSp>
            <p:nvCxnSpPr>
              <p:cNvPr id="8188" name="Google Shape;8188;p6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189" name="Google Shape;8189;p62"/>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8190" name="Google Shape;8190;p62"/>
          <p:cNvGrpSpPr/>
          <p:nvPr/>
        </p:nvGrpSpPr>
        <p:grpSpPr>
          <a:xfrm>
            <a:off x="4258467" y="969244"/>
            <a:ext cx="1430711" cy="743389"/>
            <a:chOff x="5159450" y="1919950"/>
            <a:chExt cx="1541050" cy="862500"/>
          </a:xfrm>
        </p:grpSpPr>
        <p:sp>
          <p:nvSpPr>
            <p:cNvPr id="8191" name="Google Shape;8191;p6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8192" name="Google Shape;8192;p62"/>
            <p:cNvGrpSpPr/>
            <p:nvPr/>
          </p:nvGrpSpPr>
          <p:grpSpPr>
            <a:xfrm>
              <a:off x="5159450" y="1919950"/>
              <a:ext cx="1541050" cy="862500"/>
              <a:chOff x="5159450" y="1919950"/>
              <a:chExt cx="1541050" cy="862500"/>
            </a:xfrm>
          </p:grpSpPr>
          <p:cxnSp>
            <p:nvCxnSpPr>
              <p:cNvPr id="8193" name="Google Shape;8193;p6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194" name="Google Shape;8194;p6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195" name="Google Shape;8195;p62"/>
          <p:cNvGrpSpPr/>
          <p:nvPr/>
        </p:nvGrpSpPr>
        <p:grpSpPr>
          <a:xfrm>
            <a:off x="4248581" y="2192571"/>
            <a:ext cx="1450484" cy="1052087"/>
            <a:chOff x="5230575" y="1554475"/>
            <a:chExt cx="2137150" cy="1550150"/>
          </a:xfrm>
        </p:grpSpPr>
        <p:sp>
          <p:nvSpPr>
            <p:cNvPr id="8196" name="Google Shape;8196;p62"/>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62"/>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62"/>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62"/>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62"/>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62"/>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62"/>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2"/>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62"/>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62"/>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62"/>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62"/>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2"/>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9" name="Google Shape;8209;p62"/>
          <p:cNvGrpSpPr/>
          <p:nvPr/>
        </p:nvGrpSpPr>
        <p:grpSpPr>
          <a:xfrm rot="10800000">
            <a:off x="4265131" y="3284761"/>
            <a:ext cx="1417383" cy="887946"/>
            <a:chOff x="5645403" y="2920021"/>
            <a:chExt cx="2650800" cy="2180614"/>
          </a:xfrm>
        </p:grpSpPr>
        <p:sp>
          <p:nvSpPr>
            <p:cNvPr id="8210" name="Google Shape;8210;p62"/>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11" name="Google Shape;8211;p62"/>
            <p:cNvCxnSpPr>
              <a:stCxn id="8210"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8212" name="Google Shape;8212;p62"/>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13" name="Google Shape;8213;p62"/>
            <p:cNvCxnSpPr>
              <a:endCxn id="8212"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8214" name="Google Shape;8214;p62"/>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15" name="Google Shape;8215;p62"/>
            <p:cNvCxnSpPr>
              <a:stCxn id="8214"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8216" name="Google Shape;8216;p62"/>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17" name="Google Shape;8217;p62"/>
            <p:cNvCxnSpPr>
              <a:endCxn id="8216"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8218" name="Google Shape;8218;p62"/>
          <p:cNvGrpSpPr/>
          <p:nvPr/>
        </p:nvGrpSpPr>
        <p:grpSpPr>
          <a:xfrm>
            <a:off x="7365491" y="2188116"/>
            <a:ext cx="1071743" cy="1021579"/>
            <a:chOff x="7189833" y="2022667"/>
            <a:chExt cx="1251159" cy="1192597"/>
          </a:xfrm>
        </p:grpSpPr>
        <p:sp>
          <p:nvSpPr>
            <p:cNvPr id="8219" name="Google Shape;8219;p62"/>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62"/>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62"/>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62"/>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3" name="Google Shape;8223;p62"/>
          <p:cNvGrpSpPr/>
          <p:nvPr/>
        </p:nvGrpSpPr>
        <p:grpSpPr>
          <a:xfrm>
            <a:off x="706762" y="2614523"/>
            <a:ext cx="1695374" cy="1560837"/>
            <a:chOff x="727421" y="2828315"/>
            <a:chExt cx="1695374" cy="1560837"/>
          </a:xfrm>
        </p:grpSpPr>
        <p:grpSp>
          <p:nvGrpSpPr>
            <p:cNvPr id="8224" name="Google Shape;8224;p62"/>
            <p:cNvGrpSpPr/>
            <p:nvPr/>
          </p:nvGrpSpPr>
          <p:grpSpPr>
            <a:xfrm>
              <a:off x="819108" y="2882501"/>
              <a:ext cx="103104" cy="1426186"/>
              <a:chOff x="4674013" y="3100904"/>
              <a:chExt cx="122758" cy="1698043"/>
            </a:xfrm>
          </p:grpSpPr>
          <p:sp>
            <p:nvSpPr>
              <p:cNvPr id="8225" name="Google Shape;8225;p6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6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6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6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6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6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6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2" name="Google Shape;8232;p62"/>
            <p:cNvGrpSpPr/>
            <p:nvPr/>
          </p:nvGrpSpPr>
          <p:grpSpPr>
            <a:xfrm>
              <a:off x="1062475" y="2882501"/>
              <a:ext cx="103104" cy="1426186"/>
              <a:chOff x="4940438" y="3100904"/>
              <a:chExt cx="122758" cy="1698043"/>
            </a:xfrm>
          </p:grpSpPr>
          <p:sp>
            <p:nvSpPr>
              <p:cNvPr id="8233" name="Google Shape;8233;p6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6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6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6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6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6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6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0" name="Google Shape;8240;p62"/>
            <p:cNvGrpSpPr/>
            <p:nvPr/>
          </p:nvGrpSpPr>
          <p:grpSpPr>
            <a:xfrm>
              <a:off x="1299324" y="2882501"/>
              <a:ext cx="103104" cy="1426186"/>
              <a:chOff x="5206863" y="3100904"/>
              <a:chExt cx="122758" cy="1698043"/>
            </a:xfrm>
          </p:grpSpPr>
          <p:sp>
            <p:nvSpPr>
              <p:cNvPr id="8241" name="Google Shape;8241;p6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6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6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6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6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6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6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8" name="Google Shape;8248;p62"/>
            <p:cNvGrpSpPr/>
            <p:nvPr/>
          </p:nvGrpSpPr>
          <p:grpSpPr>
            <a:xfrm>
              <a:off x="1786057" y="2882501"/>
              <a:ext cx="103104" cy="1426186"/>
              <a:chOff x="6006138" y="3143629"/>
              <a:chExt cx="122758" cy="1698043"/>
            </a:xfrm>
          </p:grpSpPr>
          <p:sp>
            <p:nvSpPr>
              <p:cNvPr id="8249" name="Google Shape;8249;p6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6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6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6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6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6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6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6" name="Google Shape;8256;p62"/>
            <p:cNvGrpSpPr/>
            <p:nvPr/>
          </p:nvGrpSpPr>
          <p:grpSpPr>
            <a:xfrm>
              <a:off x="2029422" y="2882501"/>
              <a:ext cx="103104" cy="1426186"/>
              <a:chOff x="6805413" y="3100904"/>
              <a:chExt cx="122758" cy="1698043"/>
            </a:xfrm>
          </p:grpSpPr>
          <p:sp>
            <p:nvSpPr>
              <p:cNvPr id="8257" name="Google Shape;8257;p6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6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6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6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6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6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6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4" name="Google Shape;8264;p62"/>
            <p:cNvGrpSpPr/>
            <p:nvPr/>
          </p:nvGrpSpPr>
          <p:grpSpPr>
            <a:xfrm>
              <a:off x="727421" y="2828315"/>
              <a:ext cx="1695374" cy="1560837"/>
              <a:chOff x="734799" y="2782450"/>
              <a:chExt cx="1571100" cy="1577400"/>
            </a:xfrm>
          </p:grpSpPr>
          <p:cxnSp>
            <p:nvCxnSpPr>
              <p:cNvPr id="8265" name="Google Shape;8265;p6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266" name="Google Shape;8266;p6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267" name="Google Shape;8267;p62"/>
            <p:cNvGrpSpPr/>
            <p:nvPr/>
          </p:nvGrpSpPr>
          <p:grpSpPr>
            <a:xfrm>
              <a:off x="2272795" y="2882501"/>
              <a:ext cx="103104" cy="1426186"/>
              <a:chOff x="5206863" y="3100904"/>
              <a:chExt cx="122758" cy="1698043"/>
            </a:xfrm>
          </p:grpSpPr>
          <p:sp>
            <p:nvSpPr>
              <p:cNvPr id="8268" name="Google Shape;8268;p6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6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6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6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6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6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6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5" name="Google Shape;8275;p62"/>
            <p:cNvGrpSpPr/>
            <p:nvPr/>
          </p:nvGrpSpPr>
          <p:grpSpPr>
            <a:xfrm>
              <a:off x="1542694" y="2882501"/>
              <a:ext cx="103104" cy="1426186"/>
              <a:chOff x="6006138" y="3143629"/>
              <a:chExt cx="122758" cy="1698043"/>
            </a:xfrm>
          </p:grpSpPr>
          <p:sp>
            <p:nvSpPr>
              <p:cNvPr id="8276" name="Google Shape;8276;p6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6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6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6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6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6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6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83" name="Google Shape;8283;p62"/>
          <p:cNvGrpSpPr/>
          <p:nvPr/>
        </p:nvGrpSpPr>
        <p:grpSpPr>
          <a:xfrm>
            <a:off x="5915341" y="2192094"/>
            <a:ext cx="1248543" cy="1025319"/>
            <a:chOff x="5183758" y="1210600"/>
            <a:chExt cx="3605380" cy="2960783"/>
          </a:xfrm>
        </p:grpSpPr>
        <p:sp>
          <p:nvSpPr>
            <p:cNvPr id="8284" name="Google Shape;8284;p6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6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6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6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88" name="Google Shape;8288;p62"/>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8289" name="Google Shape;8289;p62"/>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8290" name="Google Shape;8290;p62"/>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8291" name="Google Shape;8291;p62"/>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8292" name="Google Shape;8292;p62"/>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3" name="Google Shape;8293;p62"/>
          <p:cNvGrpSpPr/>
          <p:nvPr/>
        </p:nvGrpSpPr>
        <p:grpSpPr>
          <a:xfrm>
            <a:off x="5772403" y="3330411"/>
            <a:ext cx="2664831" cy="843440"/>
            <a:chOff x="5916567" y="1099697"/>
            <a:chExt cx="2556683" cy="809211"/>
          </a:xfrm>
        </p:grpSpPr>
        <p:sp>
          <p:nvSpPr>
            <p:cNvPr id="8294" name="Google Shape;8294;p62"/>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62"/>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62"/>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62"/>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62"/>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62"/>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62"/>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62"/>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2" name="Google Shape;8302;p62"/>
          <p:cNvGrpSpPr/>
          <p:nvPr/>
        </p:nvGrpSpPr>
        <p:grpSpPr>
          <a:xfrm>
            <a:off x="5879943" y="979270"/>
            <a:ext cx="1299851" cy="1023338"/>
            <a:chOff x="5900602" y="1193063"/>
            <a:chExt cx="1299851" cy="1023338"/>
          </a:xfrm>
        </p:grpSpPr>
        <p:grpSp>
          <p:nvGrpSpPr>
            <p:cNvPr id="8303" name="Google Shape;8303;p62"/>
            <p:cNvGrpSpPr/>
            <p:nvPr/>
          </p:nvGrpSpPr>
          <p:grpSpPr>
            <a:xfrm>
              <a:off x="6743564" y="1193063"/>
              <a:ext cx="456889" cy="700379"/>
              <a:chOff x="6743564" y="1193063"/>
              <a:chExt cx="456889" cy="700379"/>
            </a:xfrm>
          </p:grpSpPr>
          <p:grpSp>
            <p:nvGrpSpPr>
              <p:cNvPr id="8304" name="Google Shape;8304;p62"/>
              <p:cNvGrpSpPr/>
              <p:nvPr/>
            </p:nvGrpSpPr>
            <p:grpSpPr>
              <a:xfrm>
                <a:off x="6743564" y="1690731"/>
                <a:ext cx="214402" cy="202710"/>
                <a:chOff x="6743564" y="1690731"/>
                <a:chExt cx="214402" cy="202710"/>
              </a:xfrm>
            </p:grpSpPr>
            <p:sp>
              <p:nvSpPr>
                <p:cNvPr id="8305" name="Google Shape;8305;p62"/>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62"/>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7" name="Google Shape;8307;p62"/>
              <p:cNvGrpSpPr/>
              <p:nvPr/>
            </p:nvGrpSpPr>
            <p:grpSpPr>
              <a:xfrm>
                <a:off x="6915505" y="1193063"/>
                <a:ext cx="284947" cy="589637"/>
                <a:chOff x="6915505" y="1193063"/>
                <a:chExt cx="284947" cy="589637"/>
              </a:xfrm>
            </p:grpSpPr>
            <p:sp>
              <p:nvSpPr>
                <p:cNvPr id="8308" name="Google Shape;8308;p6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09" name="Google Shape;8309;p62"/>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8310" name="Google Shape;8310;p62"/>
            <p:cNvGrpSpPr/>
            <p:nvPr/>
          </p:nvGrpSpPr>
          <p:grpSpPr>
            <a:xfrm>
              <a:off x="6520337" y="1193063"/>
              <a:ext cx="341815" cy="801589"/>
              <a:chOff x="6520337" y="1193063"/>
              <a:chExt cx="341815" cy="801589"/>
            </a:xfrm>
          </p:grpSpPr>
          <p:grpSp>
            <p:nvGrpSpPr>
              <p:cNvPr id="8311" name="Google Shape;8311;p62"/>
              <p:cNvGrpSpPr/>
              <p:nvPr/>
            </p:nvGrpSpPr>
            <p:grpSpPr>
              <a:xfrm>
                <a:off x="6520337" y="1589527"/>
                <a:ext cx="213950" cy="405125"/>
                <a:chOff x="6520337" y="1589527"/>
                <a:chExt cx="213950" cy="405125"/>
              </a:xfrm>
            </p:grpSpPr>
            <p:sp>
              <p:nvSpPr>
                <p:cNvPr id="8312" name="Google Shape;8312;p6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62"/>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4" name="Google Shape;8314;p62"/>
              <p:cNvGrpSpPr/>
              <p:nvPr/>
            </p:nvGrpSpPr>
            <p:grpSpPr>
              <a:xfrm>
                <a:off x="6577204" y="1193063"/>
                <a:ext cx="284947" cy="453562"/>
                <a:chOff x="6577204" y="1193063"/>
                <a:chExt cx="284947" cy="453562"/>
              </a:xfrm>
            </p:grpSpPr>
            <p:sp>
              <p:nvSpPr>
                <p:cNvPr id="8315" name="Google Shape;8315;p6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16" name="Google Shape;8316;p62"/>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8317" name="Google Shape;8317;p62"/>
            <p:cNvGrpSpPr/>
            <p:nvPr/>
          </p:nvGrpSpPr>
          <p:grpSpPr>
            <a:xfrm>
              <a:off x="6238903" y="1193063"/>
              <a:ext cx="300475" cy="901782"/>
              <a:chOff x="6238903" y="1193063"/>
              <a:chExt cx="300475" cy="901782"/>
            </a:xfrm>
          </p:grpSpPr>
          <p:grpSp>
            <p:nvGrpSpPr>
              <p:cNvPr id="8318" name="Google Shape;8318;p62"/>
              <p:cNvGrpSpPr/>
              <p:nvPr/>
            </p:nvGrpSpPr>
            <p:grpSpPr>
              <a:xfrm>
                <a:off x="6290865" y="1489315"/>
                <a:ext cx="248514" cy="605530"/>
                <a:chOff x="6290865" y="1489315"/>
                <a:chExt cx="248514" cy="605530"/>
              </a:xfrm>
            </p:grpSpPr>
            <p:sp>
              <p:nvSpPr>
                <p:cNvPr id="8319" name="Google Shape;8319;p6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62"/>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1" name="Google Shape;8321;p62"/>
              <p:cNvGrpSpPr/>
              <p:nvPr/>
            </p:nvGrpSpPr>
            <p:grpSpPr>
              <a:xfrm>
                <a:off x="6238903" y="1193063"/>
                <a:ext cx="284947" cy="327512"/>
                <a:chOff x="6238903" y="1193063"/>
                <a:chExt cx="284947" cy="327512"/>
              </a:xfrm>
            </p:grpSpPr>
            <p:sp>
              <p:nvSpPr>
                <p:cNvPr id="8322" name="Google Shape;8322;p6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23" name="Google Shape;8323;p62"/>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8324" name="Google Shape;8324;p62"/>
            <p:cNvGrpSpPr/>
            <p:nvPr/>
          </p:nvGrpSpPr>
          <p:grpSpPr>
            <a:xfrm>
              <a:off x="5900602" y="1193063"/>
              <a:ext cx="444345" cy="1023338"/>
              <a:chOff x="5900602" y="1193063"/>
              <a:chExt cx="444345" cy="1023338"/>
            </a:xfrm>
          </p:grpSpPr>
          <p:grpSp>
            <p:nvGrpSpPr>
              <p:cNvPr id="8325" name="Google Shape;8325;p62"/>
              <p:cNvGrpSpPr/>
              <p:nvPr/>
            </p:nvGrpSpPr>
            <p:grpSpPr>
              <a:xfrm>
                <a:off x="6046501" y="1367785"/>
                <a:ext cx="298446" cy="848616"/>
                <a:chOff x="6046501" y="1367785"/>
                <a:chExt cx="298446" cy="848616"/>
              </a:xfrm>
            </p:grpSpPr>
            <p:sp>
              <p:nvSpPr>
                <p:cNvPr id="8326" name="Google Shape;8326;p6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62"/>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8" name="Google Shape;8328;p62"/>
              <p:cNvGrpSpPr/>
              <p:nvPr/>
            </p:nvGrpSpPr>
            <p:grpSpPr>
              <a:xfrm>
                <a:off x="5900602" y="1193063"/>
                <a:ext cx="284947" cy="182312"/>
                <a:chOff x="5900602" y="1193063"/>
                <a:chExt cx="284947" cy="182312"/>
              </a:xfrm>
            </p:grpSpPr>
            <p:sp>
              <p:nvSpPr>
                <p:cNvPr id="8329" name="Google Shape;8329;p6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30" name="Google Shape;8330;p6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8331" name="Google Shape;8331;p62"/>
          <p:cNvGrpSpPr/>
          <p:nvPr/>
        </p:nvGrpSpPr>
        <p:grpSpPr>
          <a:xfrm>
            <a:off x="7217825" y="979415"/>
            <a:ext cx="1219413" cy="1051365"/>
            <a:chOff x="7287122" y="1165658"/>
            <a:chExt cx="1219413" cy="1051365"/>
          </a:xfrm>
        </p:grpSpPr>
        <p:grpSp>
          <p:nvGrpSpPr>
            <p:cNvPr id="8332" name="Google Shape;8332;p62"/>
            <p:cNvGrpSpPr/>
            <p:nvPr/>
          </p:nvGrpSpPr>
          <p:grpSpPr>
            <a:xfrm>
              <a:off x="7287122" y="1969723"/>
              <a:ext cx="1219413" cy="247300"/>
              <a:chOff x="7287122" y="1969723"/>
              <a:chExt cx="1219413" cy="247300"/>
            </a:xfrm>
          </p:grpSpPr>
          <p:sp>
            <p:nvSpPr>
              <p:cNvPr id="8333" name="Google Shape;8333;p6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34" name="Google Shape;8334;p62"/>
              <p:cNvGrpSpPr/>
              <p:nvPr/>
            </p:nvGrpSpPr>
            <p:grpSpPr>
              <a:xfrm>
                <a:off x="7287122" y="2063892"/>
                <a:ext cx="1151753" cy="73428"/>
                <a:chOff x="7287122" y="2063892"/>
                <a:chExt cx="1151753" cy="73428"/>
              </a:xfrm>
            </p:grpSpPr>
            <p:sp>
              <p:nvSpPr>
                <p:cNvPr id="8335" name="Google Shape;8335;p6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36" name="Google Shape;8336;p6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8337" name="Google Shape;8337;p62"/>
            <p:cNvGrpSpPr/>
            <p:nvPr/>
          </p:nvGrpSpPr>
          <p:grpSpPr>
            <a:xfrm>
              <a:off x="7287122" y="1712201"/>
              <a:ext cx="1219403" cy="246767"/>
              <a:chOff x="7287122" y="1712201"/>
              <a:chExt cx="1219403" cy="246767"/>
            </a:xfrm>
          </p:grpSpPr>
          <p:sp>
            <p:nvSpPr>
              <p:cNvPr id="8338" name="Google Shape;8338;p6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39" name="Google Shape;8339;p62"/>
              <p:cNvGrpSpPr/>
              <p:nvPr/>
            </p:nvGrpSpPr>
            <p:grpSpPr>
              <a:xfrm>
                <a:off x="7287122" y="1842861"/>
                <a:ext cx="1005303" cy="73419"/>
                <a:chOff x="7287122" y="1842861"/>
                <a:chExt cx="1005303" cy="73419"/>
              </a:xfrm>
            </p:grpSpPr>
            <p:sp>
              <p:nvSpPr>
                <p:cNvPr id="8340" name="Google Shape;8340;p6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41" name="Google Shape;8341;p6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8342" name="Google Shape;8342;p62"/>
            <p:cNvGrpSpPr/>
            <p:nvPr/>
          </p:nvGrpSpPr>
          <p:grpSpPr>
            <a:xfrm>
              <a:off x="7287122" y="1447520"/>
              <a:ext cx="1219403" cy="286667"/>
              <a:chOff x="7287122" y="1447520"/>
              <a:chExt cx="1219403" cy="286667"/>
            </a:xfrm>
          </p:grpSpPr>
          <p:sp>
            <p:nvSpPr>
              <p:cNvPr id="8343" name="Google Shape;8343;p6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4" name="Google Shape;8344;p62"/>
              <p:cNvGrpSpPr/>
              <p:nvPr/>
            </p:nvGrpSpPr>
            <p:grpSpPr>
              <a:xfrm>
                <a:off x="7287122" y="1581977"/>
                <a:ext cx="852803" cy="73428"/>
                <a:chOff x="7287122" y="1581977"/>
                <a:chExt cx="852803" cy="73428"/>
              </a:xfrm>
            </p:grpSpPr>
            <p:sp>
              <p:nvSpPr>
                <p:cNvPr id="8345" name="Google Shape;8345;p6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46" name="Google Shape;8346;p6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8347" name="Google Shape;8347;p62"/>
            <p:cNvGrpSpPr/>
            <p:nvPr/>
          </p:nvGrpSpPr>
          <p:grpSpPr>
            <a:xfrm>
              <a:off x="7287122" y="1165658"/>
              <a:ext cx="1219403" cy="344253"/>
              <a:chOff x="7287122" y="1165658"/>
              <a:chExt cx="1219403" cy="344253"/>
            </a:xfrm>
          </p:grpSpPr>
          <p:sp>
            <p:nvSpPr>
              <p:cNvPr id="8348" name="Google Shape;8348;p6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9" name="Google Shape;8349;p62"/>
              <p:cNvGrpSpPr/>
              <p:nvPr/>
            </p:nvGrpSpPr>
            <p:grpSpPr>
              <a:xfrm>
                <a:off x="7287122" y="1341025"/>
                <a:ext cx="695703" cy="73419"/>
                <a:chOff x="7287122" y="1341025"/>
                <a:chExt cx="695703" cy="73419"/>
              </a:xfrm>
            </p:grpSpPr>
            <p:sp>
              <p:nvSpPr>
                <p:cNvPr id="8350" name="Google Shape;8350;p6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51" name="Google Shape;8351;p6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355"/>
        <p:cNvGrpSpPr/>
        <p:nvPr/>
      </p:nvGrpSpPr>
      <p:grpSpPr>
        <a:xfrm>
          <a:off x="0" y="0"/>
          <a:ext cx="0" cy="0"/>
          <a:chOff x="0" y="0"/>
          <a:chExt cx="0" cy="0"/>
        </a:xfrm>
      </p:grpSpPr>
      <p:grpSp>
        <p:nvGrpSpPr>
          <p:cNvPr id="8356" name="Google Shape;8356;p63"/>
          <p:cNvGrpSpPr/>
          <p:nvPr/>
        </p:nvGrpSpPr>
        <p:grpSpPr>
          <a:xfrm>
            <a:off x="846551" y="2273217"/>
            <a:ext cx="415546" cy="355053"/>
            <a:chOff x="866243" y="2291587"/>
            <a:chExt cx="415546" cy="355053"/>
          </a:xfrm>
        </p:grpSpPr>
        <p:sp>
          <p:nvSpPr>
            <p:cNvPr id="8357" name="Google Shape;8357;p63"/>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63"/>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63"/>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63"/>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63"/>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2" name="Google Shape;8362;p63"/>
          <p:cNvSpPr/>
          <p:nvPr/>
        </p:nvSpPr>
        <p:spPr>
          <a:xfrm>
            <a:off x="1392102" y="2269439"/>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63" name="Google Shape;8363;p63"/>
          <p:cNvGrpSpPr/>
          <p:nvPr/>
        </p:nvGrpSpPr>
        <p:grpSpPr>
          <a:xfrm>
            <a:off x="1938828" y="2284205"/>
            <a:ext cx="359213" cy="327807"/>
            <a:chOff x="1958520" y="2302574"/>
            <a:chExt cx="359213" cy="327807"/>
          </a:xfrm>
        </p:grpSpPr>
        <p:sp>
          <p:nvSpPr>
            <p:cNvPr id="8364" name="Google Shape;8364;p63"/>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63"/>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63"/>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7" name="Google Shape;8367;p63"/>
          <p:cNvGrpSpPr/>
          <p:nvPr/>
        </p:nvGrpSpPr>
        <p:grpSpPr>
          <a:xfrm>
            <a:off x="2560190" y="2269057"/>
            <a:ext cx="207582" cy="359594"/>
            <a:chOff x="2656082" y="2287427"/>
            <a:chExt cx="207582" cy="359594"/>
          </a:xfrm>
        </p:grpSpPr>
        <p:sp>
          <p:nvSpPr>
            <p:cNvPr id="8368" name="Google Shape;8368;p63"/>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63"/>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63"/>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63"/>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2" name="Google Shape;8372;p63"/>
          <p:cNvGrpSpPr/>
          <p:nvPr/>
        </p:nvGrpSpPr>
        <p:grpSpPr>
          <a:xfrm>
            <a:off x="3029961" y="2303099"/>
            <a:ext cx="362991" cy="290018"/>
            <a:chOff x="3049653" y="2321468"/>
            <a:chExt cx="362991" cy="290018"/>
          </a:xfrm>
        </p:grpSpPr>
        <p:sp>
          <p:nvSpPr>
            <p:cNvPr id="8373" name="Google Shape;8373;p63"/>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63"/>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63"/>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63"/>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7" name="Google Shape;8377;p63"/>
          <p:cNvGrpSpPr/>
          <p:nvPr/>
        </p:nvGrpSpPr>
        <p:grpSpPr>
          <a:xfrm>
            <a:off x="3544551" y="2271534"/>
            <a:ext cx="422342" cy="355243"/>
            <a:chOff x="3564243" y="2289904"/>
            <a:chExt cx="422342" cy="355243"/>
          </a:xfrm>
        </p:grpSpPr>
        <p:sp>
          <p:nvSpPr>
            <p:cNvPr id="8378" name="Google Shape;8378;p63"/>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63"/>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63"/>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63"/>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63"/>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83" name="Google Shape;8383;p63"/>
          <p:cNvSpPr/>
          <p:nvPr/>
        </p:nvSpPr>
        <p:spPr>
          <a:xfrm>
            <a:off x="4124143" y="2269820"/>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84" name="Google Shape;8384;p63"/>
          <p:cNvGrpSpPr/>
          <p:nvPr/>
        </p:nvGrpSpPr>
        <p:grpSpPr>
          <a:xfrm>
            <a:off x="4668202" y="2271344"/>
            <a:ext cx="359594" cy="353909"/>
            <a:chOff x="4687894" y="2289713"/>
            <a:chExt cx="359594" cy="353909"/>
          </a:xfrm>
        </p:grpSpPr>
        <p:sp>
          <p:nvSpPr>
            <p:cNvPr id="8385" name="Google Shape;8385;p63"/>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63"/>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63"/>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88" name="Google Shape;8388;p63"/>
          <p:cNvSpPr/>
          <p:nvPr/>
        </p:nvSpPr>
        <p:spPr>
          <a:xfrm>
            <a:off x="5214928" y="226870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89" name="Google Shape;8389;p63"/>
          <p:cNvGrpSpPr/>
          <p:nvPr/>
        </p:nvGrpSpPr>
        <p:grpSpPr>
          <a:xfrm>
            <a:off x="6352932" y="2289857"/>
            <a:ext cx="263567" cy="317614"/>
            <a:chOff x="6421399" y="2308227"/>
            <a:chExt cx="263567" cy="317614"/>
          </a:xfrm>
        </p:grpSpPr>
        <p:sp>
          <p:nvSpPr>
            <p:cNvPr id="8390" name="Google Shape;8390;p63"/>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63"/>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63"/>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63"/>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4" name="Google Shape;8394;p63"/>
          <p:cNvGrpSpPr/>
          <p:nvPr/>
        </p:nvGrpSpPr>
        <p:grpSpPr>
          <a:xfrm>
            <a:off x="6850501" y="2277250"/>
            <a:ext cx="360356" cy="343462"/>
            <a:chOff x="6870193" y="2295620"/>
            <a:chExt cx="360356" cy="343462"/>
          </a:xfrm>
        </p:grpSpPr>
        <p:sp>
          <p:nvSpPr>
            <p:cNvPr id="8395" name="Google Shape;8395;p63"/>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63"/>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7" name="Google Shape;8397;p63"/>
          <p:cNvGrpSpPr/>
          <p:nvPr/>
        </p:nvGrpSpPr>
        <p:grpSpPr>
          <a:xfrm>
            <a:off x="7421773" y="2284490"/>
            <a:ext cx="342192" cy="327140"/>
            <a:chOff x="7441465" y="2302860"/>
            <a:chExt cx="342192" cy="327140"/>
          </a:xfrm>
        </p:grpSpPr>
        <p:sp>
          <p:nvSpPr>
            <p:cNvPr id="8398" name="Google Shape;8398;p63"/>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63"/>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0" name="Google Shape;8400;p63"/>
          <p:cNvGrpSpPr/>
          <p:nvPr/>
        </p:nvGrpSpPr>
        <p:grpSpPr>
          <a:xfrm>
            <a:off x="7969991" y="2331837"/>
            <a:ext cx="332761" cy="234066"/>
            <a:chOff x="7989683" y="2350207"/>
            <a:chExt cx="332761" cy="234066"/>
          </a:xfrm>
        </p:grpSpPr>
        <p:sp>
          <p:nvSpPr>
            <p:cNvPr id="8401" name="Google Shape;8401;p63"/>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63"/>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63"/>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63"/>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63"/>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3"/>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7" name="Google Shape;8407;p63"/>
          <p:cNvGrpSpPr/>
          <p:nvPr/>
        </p:nvGrpSpPr>
        <p:grpSpPr>
          <a:xfrm>
            <a:off x="5803602" y="2291381"/>
            <a:ext cx="315327" cy="314978"/>
            <a:chOff x="5823294" y="2309751"/>
            <a:chExt cx="315327" cy="314978"/>
          </a:xfrm>
        </p:grpSpPr>
        <p:sp>
          <p:nvSpPr>
            <p:cNvPr id="8408" name="Google Shape;8408;p63"/>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63"/>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63"/>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3"/>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3"/>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3"/>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63"/>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63"/>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63"/>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63"/>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63"/>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3"/>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63"/>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63"/>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63"/>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63"/>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63"/>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5" name="Google Shape;8425;p63"/>
          <p:cNvGrpSpPr/>
          <p:nvPr/>
        </p:nvGrpSpPr>
        <p:grpSpPr>
          <a:xfrm>
            <a:off x="2477583" y="2725790"/>
            <a:ext cx="370930" cy="370549"/>
            <a:chOff x="2497275" y="2744159"/>
            <a:chExt cx="370930" cy="370549"/>
          </a:xfrm>
        </p:grpSpPr>
        <p:sp>
          <p:nvSpPr>
            <p:cNvPr id="8426" name="Google Shape;8426;p63"/>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63"/>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63"/>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63"/>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63"/>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63"/>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2" name="Google Shape;8432;p63"/>
          <p:cNvGrpSpPr/>
          <p:nvPr/>
        </p:nvGrpSpPr>
        <p:grpSpPr>
          <a:xfrm>
            <a:off x="841248" y="2728108"/>
            <a:ext cx="371883" cy="365691"/>
            <a:chOff x="860940" y="2746477"/>
            <a:chExt cx="371883" cy="365691"/>
          </a:xfrm>
        </p:grpSpPr>
        <p:sp>
          <p:nvSpPr>
            <p:cNvPr id="8433" name="Google Shape;8433;p63"/>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63"/>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63"/>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63"/>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63"/>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8" name="Google Shape;8438;p63"/>
          <p:cNvGrpSpPr/>
          <p:nvPr/>
        </p:nvGrpSpPr>
        <p:grpSpPr>
          <a:xfrm>
            <a:off x="1431144" y="2747889"/>
            <a:ext cx="283985" cy="341080"/>
            <a:chOff x="1493849" y="2775533"/>
            <a:chExt cx="283985" cy="341080"/>
          </a:xfrm>
        </p:grpSpPr>
        <p:sp>
          <p:nvSpPr>
            <p:cNvPr id="8439" name="Google Shape;8439;p63"/>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63"/>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1" name="Google Shape;8441;p63"/>
          <p:cNvGrpSpPr/>
          <p:nvPr/>
        </p:nvGrpSpPr>
        <p:grpSpPr>
          <a:xfrm>
            <a:off x="1933144" y="2756052"/>
            <a:ext cx="372835" cy="342573"/>
            <a:chOff x="1952836" y="2774422"/>
            <a:chExt cx="372835" cy="342573"/>
          </a:xfrm>
        </p:grpSpPr>
        <p:sp>
          <p:nvSpPr>
            <p:cNvPr id="8442" name="Google Shape;8442;p63"/>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63"/>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63"/>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5" name="Google Shape;8445;p63"/>
          <p:cNvGrpSpPr/>
          <p:nvPr/>
        </p:nvGrpSpPr>
        <p:grpSpPr>
          <a:xfrm>
            <a:off x="3060224" y="2726107"/>
            <a:ext cx="332729" cy="372518"/>
            <a:chOff x="3079916" y="2744477"/>
            <a:chExt cx="332729" cy="372518"/>
          </a:xfrm>
        </p:grpSpPr>
        <p:sp>
          <p:nvSpPr>
            <p:cNvPr id="8446" name="Google Shape;8446;p63"/>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63"/>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63"/>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9" name="Google Shape;8449;p63"/>
          <p:cNvGrpSpPr/>
          <p:nvPr/>
        </p:nvGrpSpPr>
        <p:grpSpPr>
          <a:xfrm>
            <a:off x="3600884" y="2727155"/>
            <a:ext cx="336889" cy="355592"/>
            <a:chOff x="3620576" y="2745525"/>
            <a:chExt cx="336889" cy="355592"/>
          </a:xfrm>
        </p:grpSpPr>
        <p:sp>
          <p:nvSpPr>
            <p:cNvPr id="8450" name="Google Shape;8450;p63"/>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63"/>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2" name="Google Shape;8452;p63"/>
          <p:cNvGrpSpPr/>
          <p:nvPr/>
        </p:nvGrpSpPr>
        <p:grpSpPr>
          <a:xfrm>
            <a:off x="4107123" y="2742334"/>
            <a:ext cx="380393" cy="363118"/>
            <a:chOff x="4126815" y="2760704"/>
            <a:chExt cx="380393" cy="363118"/>
          </a:xfrm>
        </p:grpSpPr>
        <p:sp>
          <p:nvSpPr>
            <p:cNvPr id="8453" name="Google Shape;8453;p63"/>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63"/>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63"/>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63"/>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7" name="Google Shape;8457;p63"/>
          <p:cNvGrpSpPr/>
          <p:nvPr/>
        </p:nvGrpSpPr>
        <p:grpSpPr>
          <a:xfrm>
            <a:off x="4656294" y="2727314"/>
            <a:ext cx="381346" cy="368644"/>
            <a:chOff x="4675986" y="2745684"/>
            <a:chExt cx="381346" cy="368644"/>
          </a:xfrm>
        </p:grpSpPr>
        <p:sp>
          <p:nvSpPr>
            <p:cNvPr id="8458" name="Google Shape;8458;p63"/>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3"/>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0" name="Google Shape;8460;p63"/>
          <p:cNvGrpSpPr/>
          <p:nvPr/>
        </p:nvGrpSpPr>
        <p:grpSpPr>
          <a:xfrm>
            <a:off x="5200924" y="2772692"/>
            <a:ext cx="373185" cy="302466"/>
            <a:chOff x="5220616" y="2791061"/>
            <a:chExt cx="373185" cy="302466"/>
          </a:xfrm>
        </p:grpSpPr>
        <p:sp>
          <p:nvSpPr>
            <p:cNvPr id="8461" name="Google Shape;8461;p63"/>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63"/>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3"/>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63"/>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63"/>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63"/>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3"/>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3"/>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3"/>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63"/>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63"/>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63"/>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63"/>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63"/>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63"/>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63"/>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63"/>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63"/>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9" name="Google Shape;8479;p63"/>
          <p:cNvGrpSpPr/>
          <p:nvPr/>
        </p:nvGrpSpPr>
        <p:grpSpPr>
          <a:xfrm>
            <a:off x="5768969" y="2754147"/>
            <a:ext cx="284366" cy="344097"/>
            <a:chOff x="5864861" y="2772517"/>
            <a:chExt cx="284366" cy="344097"/>
          </a:xfrm>
        </p:grpSpPr>
        <p:sp>
          <p:nvSpPr>
            <p:cNvPr id="8480" name="Google Shape;8480;p63"/>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3"/>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63"/>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63"/>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63"/>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63"/>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86" name="Google Shape;8486;p63"/>
          <p:cNvSpPr/>
          <p:nvPr/>
        </p:nvSpPr>
        <p:spPr>
          <a:xfrm>
            <a:off x="6321177" y="275227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87" name="Google Shape;8487;p63"/>
          <p:cNvGrpSpPr/>
          <p:nvPr/>
        </p:nvGrpSpPr>
        <p:grpSpPr>
          <a:xfrm>
            <a:off x="6954467" y="2771168"/>
            <a:ext cx="255247" cy="327458"/>
            <a:chOff x="6974158" y="2789537"/>
            <a:chExt cx="255247" cy="327458"/>
          </a:xfrm>
        </p:grpSpPr>
        <p:sp>
          <p:nvSpPr>
            <p:cNvPr id="8488" name="Google Shape;8488;p63"/>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63"/>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63"/>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3"/>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63"/>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63"/>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4" name="Google Shape;8494;p63"/>
          <p:cNvGrpSpPr/>
          <p:nvPr/>
        </p:nvGrpSpPr>
        <p:grpSpPr>
          <a:xfrm>
            <a:off x="7511005" y="2771930"/>
            <a:ext cx="244291" cy="326314"/>
            <a:chOff x="7530697" y="2790299"/>
            <a:chExt cx="244291" cy="326314"/>
          </a:xfrm>
        </p:grpSpPr>
        <p:sp>
          <p:nvSpPr>
            <p:cNvPr id="8495" name="Google Shape;8495;p63"/>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63"/>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63"/>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63"/>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63"/>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63"/>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1" name="Google Shape;8501;p63"/>
          <p:cNvGrpSpPr/>
          <p:nvPr/>
        </p:nvGrpSpPr>
        <p:grpSpPr>
          <a:xfrm>
            <a:off x="7968499" y="2813878"/>
            <a:ext cx="332348" cy="283985"/>
            <a:chOff x="7988191" y="2832248"/>
            <a:chExt cx="332348" cy="283985"/>
          </a:xfrm>
        </p:grpSpPr>
        <p:sp>
          <p:nvSpPr>
            <p:cNvPr id="8502" name="Google Shape;8502;p63"/>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63"/>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63"/>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05" name="Google Shape;8505;p63"/>
          <p:cNvSpPr/>
          <p:nvPr/>
        </p:nvSpPr>
        <p:spPr>
          <a:xfrm>
            <a:off x="2478726" y="3226757"/>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06" name="Google Shape;8506;p63"/>
          <p:cNvGrpSpPr/>
          <p:nvPr/>
        </p:nvGrpSpPr>
        <p:grpSpPr>
          <a:xfrm>
            <a:off x="3568748" y="3239998"/>
            <a:ext cx="364484" cy="262423"/>
            <a:chOff x="3588440" y="3258368"/>
            <a:chExt cx="364484" cy="262423"/>
          </a:xfrm>
        </p:grpSpPr>
        <p:sp>
          <p:nvSpPr>
            <p:cNvPr id="8507" name="Google Shape;8507;p63"/>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63"/>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63"/>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63"/>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63"/>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63"/>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13" name="Google Shape;8513;p63"/>
          <p:cNvSpPr/>
          <p:nvPr/>
        </p:nvSpPr>
        <p:spPr>
          <a:xfrm>
            <a:off x="5243634" y="321148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14" name="Google Shape;8514;p63"/>
          <p:cNvGrpSpPr/>
          <p:nvPr/>
        </p:nvGrpSpPr>
        <p:grpSpPr>
          <a:xfrm>
            <a:off x="5746125" y="3209355"/>
            <a:ext cx="364865" cy="324822"/>
            <a:chOff x="5765817" y="3227724"/>
            <a:chExt cx="364865" cy="324822"/>
          </a:xfrm>
        </p:grpSpPr>
        <p:sp>
          <p:nvSpPr>
            <p:cNvPr id="8515" name="Google Shape;8515;p63"/>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63"/>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63"/>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8" name="Google Shape;8518;p63"/>
          <p:cNvGrpSpPr/>
          <p:nvPr/>
        </p:nvGrpSpPr>
        <p:grpSpPr>
          <a:xfrm>
            <a:off x="6208891" y="3219294"/>
            <a:ext cx="446539" cy="303895"/>
            <a:chOff x="6228583" y="3237664"/>
            <a:chExt cx="446539" cy="303895"/>
          </a:xfrm>
        </p:grpSpPr>
        <p:sp>
          <p:nvSpPr>
            <p:cNvPr id="8519" name="Google Shape;8519;p63"/>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63"/>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63"/>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63"/>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3"/>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63"/>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63"/>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63"/>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63"/>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63"/>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63"/>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63"/>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63"/>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63"/>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63"/>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63"/>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63"/>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6" name="Google Shape;8536;p63"/>
          <p:cNvGrpSpPr/>
          <p:nvPr/>
        </p:nvGrpSpPr>
        <p:grpSpPr>
          <a:xfrm>
            <a:off x="846170" y="3188936"/>
            <a:ext cx="364484" cy="364897"/>
            <a:chOff x="865862" y="3207306"/>
            <a:chExt cx="364484" cy="364897"/>
          </a:xfrm>
        </p:grpSpPr>
        <p:sp>
          <p:nvSpPr>
            <p:cNvPr id="8537" name="Google Shape;8537;p63"/>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63"/>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63"/>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3"/>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63"/>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63"/>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63"/>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3"/>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63"/>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63"/>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63"/>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63"/>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63"/>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63"/>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1" name="Google Shape;8551;p63"/>
          <p:cNvGrpSpPr/>
          <p:nvPr/>
        </p:nvGrpSpPr>
        <p:grpSpPr>
          <a:xfrm>
            <a:off x="1384925" y="3208593"/>
            <a:ext cx="370168" cy="325965"/>
            <a:chOff x="1404617" y="3226962"/>
            <a:chExt cx="370168" cy="325965"/>
          </a:xfrm>
        </p:grpSpPr>
        <p:sp>
          <p:nvSpPr>
            <p:cNvPr id="8552" name="Google Shape;8552;p63"/>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3"/>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63"/>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3"/>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63"/>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63"/>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3"/>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3"/>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63"/>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1" name="Google Shape;8561;p63"/>
          <p:cNvGrpSpPr/>
          <p:nvPr/>
        </p:nvGrpSpPr>
        <p:grpSpPr>
          <a:xfrm>
            <a:off x="1933711" y="3197724"/>
            <a:ext cx="366389" cy="354481"/>
            <a:chOff x="1954741" y="3212419"/>
            <a:chExt cx="366389" cy="354481"/>
          </a:xfrm>
        </p:grpSpPr>
        <p:sp>
          <p:nvSpPr>
            <p:cNvPr id="8562" name="Google Shape;8562;p63"/>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63"/>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63"/>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63"/>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63"/>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63"/>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3"/>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9" name="Google Shape;8569;p63"/>
          <p:cNvGrpSpPr/>
          <p:nvPr/>
        </p:nvGrpSpPr>
        <p:grpSpPr>
          <a:xfrm>
            <a:off x="3023547" y="3197256"/>
            <a:ext cx="366008" cy="348670"/>
            <a:chOff x="3043239" y="3215626"/>
            <a:chExt cx="366008" cy="348670"/>
          </a:xfrm>
        </p:grpSpPr>
        <p:sp>
          <p:nvSpPr>
            <p:cNvPr id="8570" name="Google Shape;8570;p63"/>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63"/>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2" name="Google Shape;8572;p63"/>
          <p:cNvGrpSpPr/>
          <p:nvPr/>
        </p:nvGrpSpPr>
        <p:grpSpPr>
          <a:xfrm>
            <a:off x="4198641" y="3166613"/>
            <a:ext cx="209107" cy="383442"/>
            <a:chOff x="4218333" y="3184982"/>
            <a:chExt cx="209107" cy="383442"/>
          </a:xfrm>
        </p:grpSpPr>
        <p:sp>
          <p:nvSpPr>
            <p:cNvPr id="8573" name="Google Shape;8573;p63"/>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63"/>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75" name="Google Shape;8575;p63"/>
          <p:cNvSpPr/>
          <p:nvPr/>
        </p:nvSpPr>
        <p:spPr>
          <a:xfrm>
            <a:off x="4797127" y="316778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76" name="Google Shape;8576;p63"/>
          <p:cNvGrpSpPr/>
          <p:nvPr/>
        </p:nvGrpSpPr>
        <p:grpSpPr>
          <a:xfrm>
            <a:off x="6876953" y="3197637"/>
            <a:ext cx="322917" cy="347876"/>
            <a:chOff x="6896644" y="3216007"/>
            <a:chExt cx="322917" cy="347876"/>
          </a:xfrm>
        </p:grpSpPr>
        <p:sp>
          <p:nvSpPr>
            <p:cNvPr id="8577" name="Google Shape;8577;p63"/>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3"/>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63"/>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63"/>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63"/>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63"/>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63"/>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4" name="Google Shape;8584;p63"/>
          <p:cNvGrpSpPr/>
          <p:nvPr/>
        </p:nvGrpSpPr>
        <p:grpSpPr>
          <a:xfrm>
            <a:off x="7409674" y="3204814"/>
            <a:ext cx="334634" cy="333904"/>
            <a:chOff x="7429366" y="3223183"/>
            <a:chExt cx="334634" cy="333904"/>
          </a:xfrm>
        </p:grpSpPr>
        <p:sp>
          <p:nvSpPr>
            <p:cNvPr id="8585" name="Google Shape;8585;p63"/>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63"/>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87" name="Google Shape;8587;p63"/>
          <p:cNvSpPr/>
          <p:nvPr/>
        </p:nvSpPr>
        <p:spPr>
          <a:xfrm>
            <a:off x="8059604" y="318893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88" name="Google Shape;8588;p63"/>
          <p:cNvGrpSpPr/>
          <p:nvPr/>
        </p:nvGrpSpPr>
        <p:grpSpPr>
          <a:xfrm>
            <a:off x="5196764" y="3707114"/>
            <a:ext cx="356196" cy="265631"/>
            <a:chOff x="5216456" y="3725484"/>
            <a:chExt cx="356196" cy="265631"/>
          </a:xfrm>
        </p:grpSpPr>
        <p:sp>
          <p:nvSpPr>
            <p:cNvPr id="8589" name="Google Shape;8589;p63"/>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63"/>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1" name="Google Shape;8591;p63"/>
          <p:cNvGrpSpPr/>
          <p:nvPr/>
        </p:nvGrpSpPr>
        <p:grpSpPr>
          <a:xfrm>
            <a:off x="6829701" y="3715625"/>
            <a:ext cx="355053" cy="248038"/>
            <a:chOff x="6849393" y="3733994"/>
            <a:chExt cx="355053" cy="248038"/>
          </a:xfrm>
        </p:grpSpPr>
        <p:sp>
          <p:nvSpPr>
            <p:cNvPr id="8592" name="Google Shape;8592;p63"/>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63"/>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63"/>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63"/>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3"/>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7" name="Google Shape;8597;p63"/>
          <p:cNvGrpSpPr/>
          <p:nvPr/>
        </p:nvGrpSpPr>
        <p:grpSpPr>
          <a:xfrm>
            <a:off x="7899305" y="3696318"/>
            <a:ext cx="392111" cy="280206"/>
            <a:chOff x="7918997" y="3714687"/>
            <a:chExt cx="392111" cy="280206"/>
          </a:xfrm>
        </p:grpSpPr>
        <p:sp>
          <p:nvSpPr>
            <p:cNvPr id="8598" name="Google Shape;8598;p63"/>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63"/>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63"/>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63"/>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63"/>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03" name="Google Shape;8603;p63"/>
          <p:cNvSpPr/>
          <p:nvPr/>
        </p:nvSpPr>
        <p:spPr>
          <a:xfrm>
            <a:off x="847662" y="3675995"/>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04" name="Google Shape;8604;p63"/>
          <p:cNvGrpSpPr/>
          <p:nvPr/>
        </p:nvGrpSpPr>
        <p:grpSpPr>
          <a:xfrm>
            <a:off x="1389085" y="3662594"/>
            <a:ext cx="357720" cy="355148"/>
            <a:chOff x="1408777" y="3680964"/>
            <a:chExt cx="357720" cy="355148"/>
          </a:xfrm>
        </p:grpSpPr>
        <p:sp>
          <p:nvSpPr>
            <p:cNvPr id="8605" name="Google Shape;8605;p63"/>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63"/>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63"/>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63"/>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63"/>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0" name="Google Shape;8610;p63"/>
          <p:cNvGrpSpPr/>
          <p:nvPr/>
        </p:nvGrpSpPr>
        <p:grpSpPr>
          <a:xfrm>
            <a:off x="1933144" y="3662594"/>
            <a:ext cx="357720" cy="355148"/>
            <a:chOff x="1952836" y="3680964"/>
            <a:chExt cx="357720" cy="355148"/>
          </a:xfrm>
        </p:grpSpPr>
        <p:sp>
          <p:nvSpPr>
            <p:cNvPr id="8611" name="Google Shape;8611;p63"/>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63"/>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63"/>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63"/>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63"/>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6" name="Google Shape;8616;p63"/>
          <p:cNvGrpSpPr/>
          <p:nvPr/>
        </p:nvGrpSpPr>
        <p:grpSpPr>
          <a:xfrm>
            <a:off x="2477202" y="3662594"/>
            <a:ext cx="357720" cy="355148"/>
            <a:chOff x="2496894" y="3680964"/>
            <a:chExt cx="357720" cy="355148"/>
          </a:xfrm>
        </p:grpSpPr>
        <p:sp>
          <p:nvSpPr>
            <p:cNvPr id="8617" name="Google Shape;8617;p63"/>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63"/>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63"/>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63"/>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63"/>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2" name="Google Shape;8622;p63"/>
          <p:cNvGrpSpPr/>
          <p:nvPr/>
        </p:nvGrpSpPr>
        <p:grpSpPr>
          <a:xfrm>
            <a:off x="3021292" y="3662689"/>
            <a:ext cx="356164" cy="355815"/>
            <a:chOff x="3040984" y="3681059"/>
            <a:chExt cx="356164" cy="355815"/>
          </a:xfrm>
        </p:grpSpPr>
        <p:sp>
          <p:nvSpPr>
            <p:cNvPr id="8623" name="Google Shape;8623;p63"/>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63"/>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63"/>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6" name="Google Shape;8626;p63"/>
          <p:cNvGrpSpPr/>
          <p:nvPr/>
        </p:nvGrpSpPr>
        <p:grpSpPr>
          <a:xfrm>
            <a:off x="3564589" y="3680821"/>
            <a:ext cx="358069" cy="317995"/>
            <a:chOff x="3584280" y="3699191"/>
            <a:chExt cx="358069" cy="317995"/>
          </a:xfrm>
        </p:grpSpPr>
        <p:sp>
          <p:nvSpPr>
            <p:cNvPr id="8627" name="Google Shape;8627;p63"/>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63"/>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63"/>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63"/>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1" name="Google Shape;8631;p63"/>
          <p:cNvGrpSpPr/>
          <p:nvPr/>
        </p:nvGrpSpPr>
        <p:grpSpPr>
          <a:xfrm>
            <a:off x="4109790" y="3662689"/>
            <a:ext cx="355402" cy="354291"/>
            <a:chOff x="4129482" y="3681059"/>
            <a:chExt cx="355402" cy="354291"/>
          </a:xfrm>
        </p:grpSpPr>
        <p:sp>
          <p:nvSpPr>
            <p:cNvPr id="8632" name="Google Shape;8632;p63"/>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63"/>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63"/>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3"/>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6" name="Google Shape;8636;p63"/>
          <p:cNvGrpSpPr/>
          <p:nvPr/>
        </p:nvGrpSpPr>
        <p:grpSpPr>
          <a:xfrm>
            <a:off x="4653849" y="3661927"/>
            <a:ext cx="355434" cy="355815"/>
            <a:chOff x="4673540" y="3680297"/>
            <a:chExt cx="355434" cy="355815"/>
          </a:xfrm>
        </p:grpSpPr>
        <p:sp>
          <p:nvSpPr>
            <p:cNvPr id="8637" name="Google Shape;8637;p63"/>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3"/>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63"/>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0" name="Google Shape;8640;p63"/>
          <p:cNvGrpSpPr/>
          <p:nvPr/>
        </p:nvGrpSpPr>
        <p:grpSpPr>
          <a:xfrm>
            <a:off x="5759716" y="3680821"/>
            <a:ext cx="317645" cy="318757"/>
            <a:chOff x="5779408" y="3699191"/>
            <a:chExt cx="317645" cy="318757"/>
          </a:xfrm>
        </p:grpSpPr>
        <p:sp>
          <p:nvSpPr>
            <p:cNvPr id="8641" name="Google Shape;8641;p63"/>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63"/>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43" name="Google Shape;8643;p63"/>
          <p:cNvSpPr/>
          <p:nvPr/>
        </p:nvSpPr>
        <p:spPr>
          <a:xfrm>
            <a:off x="6284881" y="3676090"/>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4" name="Google Shape;8644;p63"/>
          <p:cNvGrpSpPr/>
          <p:nvPr/>
        </p:nvGrpSpPr>
        <p:grpSpPr>
          <a:xfrm>
            <a:off x="7370743" y="3662499"/>
            <a:ext cx="372073" cy="355243"/>
            <a:chOff x="7390435" y="3680868"/>
            <a:chExt cx="372073" cy="355243"/>
          </a:xfrm>
        </p:grpSpPr>
        <p:sp>
          <p:nvSpPr>
            <p:cNvPr id="8645" name="Google Shape;8645;p63"/>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63"/>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63"/>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63"/>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63"/>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63"/>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1" name="Google Shape;8651;p63"/>
          <p:cNvGrpSpPr/>
          <p:nvPr/>
        </p:nvGrpSpPr>
        <p:grpSpPr>
          <a:xfrm>
            <a:off x="1392301" y="4119346"/>
            <a:ext cx="374709" cy="374010"/>
            <a:chOff x="1421638" y="4125629"/>
            <a:chExt cx="374709" cy="374010"/>
          </a:xfrm>
        </p:grpSpPr>
        <p:sp>
          <p:nvSpPr>
            <p:cNvPr id="8652" name="Google Shape;8652;p63"/>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63"/>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4" name="Google Shape;8654;p63"/>
          <p:cNvGrpSpPr/>
          <p:nvPr/>
        </p:nvGrpSpPr>
        <p:grpSpPr>
          <a:xfrm>
            <a:off x="1943917" y="4135255"/>
            <a:ext cx="357720" cy="342192"/>
            <a:chOff x="1973254" y="4156304"/>
            <a:chExt cx="357720" cy="342192"/>
          </a:xfrm>
        </p:grpSpPr>
        <p:sp>
          <p:nvSpPr>
            <p:cNvPr id="8655" name="Google Shape;8655;p63"/>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63"/>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63"/>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63"/>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63"/>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63"/>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1" name="Google Shape;8661;p63"/>
          <p:cNvGrpSpPr/>
          <p:nvPr/>
        </p:nvGrpSpPr>
        <p:grpSpPr>
          <a:xfrm>
            <a:off x="2494422" y="4136192"/>
            <a:ext cx="341049" cy="340318"/>
            <a:chOff x="2523759" y="4135505"/>
            <a:chExt cx="341049" cy="340318"/>
          </a:xfrm>
        </p:grpSpPr>
        <p:sp>
          <p:nvSpPr>
            <p:cNvPr id="8662" name="Google Shape;8662;p63"/>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63"/>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4" name="Google Shape;8664;p63"/>
          <p:cNvGrpSpPr/>
          <p:nvPr/>
        </p:nvGrpSpPr>
        <p:grpSpPr>
          <a:xfrm>
            <a:off x="3011266" y="4131175"/>
            <a:ext cx="392079" cy="350353"/>
            <a:chOff x="3040603" y="4130360"/>
            <a:chExt cx="392079" cy="350353"/>
          </a:xfrm>
        </p:grpSpPr>
        <p:sp>
          <p:nvSpPr>
            <p:cNvPr id="8665" name="Google Shape;8665;p63"/>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63"/>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63"/>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63"/>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63"/>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63"/>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3"/>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63"/>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63"/>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63"/>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5" name="Google Shape;8675;p63"/>
          <p:cNvGrpSpPr/>
          <p:nvPr/>
        </p:nvGrpSpPr>
        <p:grpSpPr>
          <a:xfrm>
            <a:off x="3632807" y="4136192"/>
            <a:ext cx="232955" cy="340318"/>
            <a:chOff x="3662144" y="4135505"/>
            <a:chExt cx="232955" cy="340318"/>
          </a:xfrm>
        </p:grpSpPr>
        <p:sp>
          <p:nvSpPr>
            <p:cNvPr id="8676" name="Google Shape;8676;p63"/>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63"/>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63"/>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63"/>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0" name="Google Shape;8680;p63"/>
          <p:cNvGrpSpPr/>
          <p:nvPr/>
        </p:nvGrpSpPr>
        <p:grpSpPr>
          <a:xfrm>
            <a:off x="4119801" y="4122029"/>
            <a:ext cx="344065" cy="368644"/>
            <a:chOff x="4149138" y="4121151"/>
            <a:chExt cx="344065" cy="368644"/>
          </a:xfrm>
        </p:grpSpPr>
        <p:sp>
          <p:nvSpPr>
            <p:cNvPr id="8681" name="Google Shape;8681;p63"/>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63"/>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63"/>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63"/>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63"/>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63"/>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63"/>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63"/>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63"/>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63"/>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63"/>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63"/>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93" name="Google Shape;8693;p63"/>
          <p:cNvSpPr/>
          <p:nvPr/>
        </p:nvSpPr>
        <p:spPr>
          <a:xfrm>
            <a:off x="4662717" y="4136335"/>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94" name="Google Shape;8694;p63"/>
          <p:cNvGrpSpPr/>
          <p:nvPr/>
        </p:nvGrpSpPr>
        <p:grpSpPr>
          <a:xfrm>
            <a:off x="5176925" y="4174949"/>
            <a:ext cx="397763" cy="262804"/>
            <a:chOff x="5206262" y="4174817"/>
            <a:chExt cx="397763" cy="262804"/>
          </a:xfrm>
        </p:grpSpPr>
        <p:sp>
          <p:nvSpPr>
            <p:cNvPr id="8695" name="Google Shape;8695;p63"/>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63"/>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63"/>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63"/>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63"/>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63"/>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63"/>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2" name="Google Shape;8702;p63"/>
          <p:cNvGrpSpPr/>
          <p:nvPr/>
        </p:nvGrpSpPr>
        <p:grpSpPr>
          <a:xfrm>
            <a:off x="5698279" y="4161342"/>
            <a:ext cx="440505" cy="290018"/>
            <a:chOff x="5727616" y="4204699"/>
            <a:chExt cx="440505" cy="290018"/>
          </a:xfrm>
        </p:grpSpPr>
        <p:sp>
          <p:nvSpPr>
            <p:cNvPr id="8703" name="Google Shape;8703;p63"/>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63"/>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63"/>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63"/>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63"/>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63"/>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63"/>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63"/>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1" name="Google Shape;8711;p63"/>
          <p:cNvGrpSpPr/>
          <p:nvPr/>
        </p:nvGrpSpPr>
        <p:grpSpPr>
          <a:xfrm>
            <a:off x="6380726" y="4124093"/>
            <a:ext cx="159950" cy="364516"/>
            <a:chOff x="6410063" y="4135124"/>
            <a:chExt cx="159950" cy="364516"/>
          </a:xfrm>
        </p:grpSpPr>
        <p:sp>
          <p:nvSpPr>
            <p:cNvPr id="8712" name="Google Shape;8712;p63"/>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63"/>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63"/>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63"/>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6" name="Google Shape;8716;p63"/>
          <p:cNvGrpSpPr/>
          <p:nvPr/>
        </p:nvGrpSpPr>
        <p:grpSpPr>
          <a:xfrm>
            <a:off x="6641065" y="4124284"/>
            <a:ext cx="214378" cy="364135"/>
            <a:chOff x="6924652" y="4135505"/>
            <a:chExt cx="214378" cy="364135"/>
          </a:xfrm>
        </p:grpSpPr>
        <p:sp>
          <p:nvSpPr>
            <p:cNvPr id="8717" name="Google Shape;8717;p63"/>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63"/>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63"/>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63"/>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21" name="Google Shape;8721;p63"/>
          <p:cNvSpPr txBox="1"/>
          <p:nvPr/>
        </p:nvSpPr>
        <p:spPr>
          <a:xfrm>
            <a:off x="716700" y="1188000"/>
            <a:ext cx="77106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change the stroke and fill color</a:t>
            </a:r>
            <a:r>
              <a:rPr lang="en" sz="1100">
                <a:solidFill>
                  <a:schemeClr val="lt1"/>
                </a:solidFill>
              </a:rPr>
              <a:t>; just select the icon and click on the </a:t>
            </a:r>
            <a:r>
              <a:rPr lang="en" sz="1100" b="1">
                <a:solidFill>
                  <a:schemeClr val="hlink"/>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8722" name="Google Shape;8722;p63"/>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grpSp>
        <p:nvGrpSpPr>
          <p:cNvPr id="8723" name="Google Shape;8723;p63"/>
          <p:cNvGrpSpPr/>
          <p:nvPr/>
        </p:nvGrpSpPr>
        <p:grpSpPr>
          <a:xfrm>
            <a:off x="841240" y="4119220"/>
            <a:ext cx="374177" cy="374263"/>
            <a:chOff x="775325" y="4143525"/>
            <a:chExt cx="468776" cy="468884"/>
          </a:xfrm>
        </p:grpSpPr>
        <p:sp>
          <p:nvSpPr>
            <p:cNvPr id="8724" name="Google Shape;8724;p63"/>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63"/>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63"/>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63"/>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8" name="Google Shape;8728;p63"/>
          <p:cNvGrpSpPr/>
          <p:nvPr/>
        </p:nvGrpSpPr>
        <p:grpSpPr>
          <a:xfrm>
            <a:off x="7015917" y="4114633"/>
            <a:ext cx="219464" cy="383437"/>
            <a:chOff x="1426400" y="1814750"/>
            <a:chExt cx="407850" cy="712575"/>
          </a:xfrm>
        </p:grpSpPr>
        <p:sp>
          <p:nvSpPr>
            <p:cNvPr id="8729" name="Google Shape;8729;p63"/>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3"/>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63"/>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2" name="Google Shape;8732;p63"/>
          <p:cNvGrpSpPr/>
          <p:nvPr/>
        </p:nvGrpSpPr>
        <p:grpSpPr>
          <a:xfrm>
            <a:off x="7391519" y="4149408"/>
            <a:ext cx="313833" cy="313887"/>
            <a:chOff x="1910075" y="2021700"/>
            <a:chExt cx="583225" cy="583325"/>
          </a:xfrm>
        </p:grpSpPr>
        <p:sp>
          <p:nvSpPr>
            <p:cNvPr id="8733" name="Google Shape;8733;p63"/>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63"/>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63"/>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6" name="Google Shape;8736;p63"/>
          <p:cNvGrpSpPr/>
          <p:nvPr/>
        </p:nvGrpSpPr>
        <p:grpSpPr>
          <a:xfrm>
            <a:off x="7861486" y="4189187"/>
            <a:ext cx="441255" cy="234329"/>
            <a:chOff x="2749275" y="2099575"/>
            <a:chExt cx="820025" cy="435475"/>
          </a:xfrm>
        </p:grpSpPr>
        <p:sp>
          <p:nvSpPr>
            <p:cNvPr id="8737" name="Google Shape;8737;p63"/>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63"/>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63"/>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63"/>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8744"/>
        <p:cNvGrpSpPr/>
        <p:nvPr/>
      </p:nvGrpSpPr>
      <p:grpSpPr>
        <a:xfrm>
          <a:off x="0" y="0"/>
          <a:ext cx="0" cy="0"/>
          <a:chOff x="0" y="0"/>
          <a:chExt cx="0" cy="0"/>
        </a:xfrm>
      </p:grpSpPr>
      <p:grpSp>
        <p:nvGrpSpPr>
          <p:cNvPr id="8745" name="Google Shape;8745;p64"/>
          <p:cNvGrpSpPr/>
          <p:nvPr/>
        </p:nvGrpSpPr>
        <p:grpSpPr>
          <a:xfrm>
            <a:off x="1989449" y="4101269"/>
            <a:ext cx="374774" cy="346073"/>
            <a:chOff x="1989449" y="4282269"/>
            <a:chExt cx="374774" cy="346073"/>
          </a:xfrm>
        </p:grpSpPr>
        <p:sp>
          <p:nvSpPr>
            <p:cNvPr id="8746" name="Google Shape;8746;p64"/>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64"/>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64"/>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64"/>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64"/>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1" name="Google Shape;8751;p64"/>
          <p:cNvGrpSpPr/>
          <p:nvPr/>
        </p:nvGrpSpPr>
        <p:grpSpPr>
          <a:xfrm>
            <a:off x="2487439" y="4099740"/>
            <a:ext cx="198775" cy="348972"/>
            <a:chOff x="2487439" y="4280740"/>
            <a:chExt cx="198775" cy="348972"/>
          </a:xfrm>
        </p:grpSpPr>
        <p:sp>
          <p:nvSpPr>
            <p:cNvPr id="8752" name="Google Shape;8752;p64"/>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64"/>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64"/>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64"/>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6" name="Google Shape;8756;p64"/>
          <p:cNvGrpSpPr/>
          <p:nvPr/>
        </p:nvGrpSpPr>
        <p:grpSpPr>
          <a:xfrm>
            <a:off x="2810958" y="4092923"/>
            <a:ext cx="353145" cy="361873"/>
            <a:chOff x="2810958" y="4273923"/>
            <a:chExt cx="353145" cy="361873"/>
          </a:xfrm>
        </p:grpSpPr>
        <p:sp>
          <p:nvSpPr>
            <p:cNvPr id="8757" name="Google Shape;8757;p64"/>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64"/>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64"/>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64"/>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64"/>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64"/>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64"/>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4" name="Google Shape;8764;p64"/>
          <p:cNvGrpSpPr/>
          <p:nvPr/>
        </p:nvGrpSpPr>
        <p:grpSpPr>
          <a:xfrm>
            <a:off x="6275635" y="4101651"/>
            <a:ext cx="209383" cy="366778"/>
            <a:chOff x="6275635" y="4282651"/>
            <a:chExt cx="209383" cy="366778"/>
          </a:xfrm>
        </p:grpSpPr>
        <p:sp>
          <p:nvSpPr>
            <p:cNvPr id="8765" name="Google Shape;8765;p64"/>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64"/>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7" name="Google Shape;8767;p64"/>
          <p:cNvGrpSpPr/>
          <p:nvPr/>
        </p:nvGrpSpPr>
        <p:grpSpPr>
          <a:xfrm>
            <a:off x="6701186" y="4102033"/>
            <a:ext cx="280292" cy="366396"/>
            <a:chOff x="6701186" y="4283033"/>
            <a:chExt cx="280292" cy="366396"/>
          </a:xfrm>
        </p:grpSpPr>
        <p:sp>
          <p:nvSpPr>
            <p:cNvPr id="8768" name="Google Shape;8768;p64"/>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64"/>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0" name="Google Shape;8770;p64"/>
          <p:cNvGrpSpPr/>
          <p:nvPr/>
        </p:nvGrpSpPr>
        <p:grpSpPr>
          <a:xfrm>
            <a:off x="2609571" y="3643958"/>
            <a:ext cx="373627" cy="347347"/>
            <a:chOff x="2609571" y="3824958"/>
            <a:chExt cx="373627" cy="347347"/>
          </a:xfrm>
        </p:grpSpPr>
        <p:sp>
          <p:nvSpPr>
            <p:cNvPr id="8771" name="Google Shape;8771;p64"/>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64"/>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73" name="Google Shape;8773;p64"/>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74" name="Google Shape;8774;p64"/>
          <p:cNvGrpSpPr/>
          <p:nvPr/>
        </p:nvGrpSpPr>
        <p:grpSpPr>
          <a:xfrm>
            <a:off x="916127" y="3626056"/>
            <a:ext cx="221902" cy="380795"/>
            <a:chOff x="916127" y="3807056"/>
            <a:chExt cx="221902" cy="380795"/>
          </a:xfrm>
        </p:grpSpPr>
        <p:sp>
          <p:nvSpPr>
            <p:cNvPr id="8775" name="Google Shape;8775;p64"/>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64"/>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64"/>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4"/>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79" name="Google Shape;8779;p64"/>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64"/>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81" name="Google Shape;8781;p64"/>
          <p:cNvGrpSpPr/>
          <p:nvPr/>
        </p:nvGrpSpPr>
        <p:grpSpPr>
          <a:xfrm>
            <a:off x="3513010" y="3635134"/>
            <a:ext cx="362223" cy="361108"/>
            <a:chOff x="3513010" y="3816134"/>
            <a:chExt cx="362223" cy="361108"/>
          </a:xfrm>
        </p:grpSpPr>
        <p:sp>
          <p:nvSpPr>
            <p:cNvPr id="8782" name="Google Shape;8782;p64"/>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64"/>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64"/>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64"/>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6" name="Google Shape;8786;p64"/>
          <p:cNvGrpSpPr/>
          <p:nvPr/>
        </p:nvGrpSpPr>
        <p:grpSpPr>
          <a:xfrm>
            <a:off x="3950316" y="3639307"/>
            <a:ext cx="369805" cy="353782"/>
            <a:chOff x="3950316" y="3820307"/>
            <a:chExt cx="369805" cy="353782"/>
          </a:xfrm>
        </p:grpSpPr>
        <p:sp>
          <p:nvSpPr>
            <p:cNvPr id="8787" name="Google Shape;8787;p64"/>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64"/>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64"/>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4"/>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1" name="Google Shape;8791;p64"/>
          <p:cNvGrpSpPr/>
          <p:nvPr/>
        </p:nvGrpSpPr>
        <p:grpSpPr>
          <a:xfrm>
            <a:off x="1761909" y="3630961"/>
            <a:ext cx="307974" cy="371716"/>
            <a:chOff x="1761909" y="3811961"/>
            <a:chExt cx="307974" cy="371716"/>
          </a:xfrm>
        </p:grpSpPr>
        <p:sp>
          <p:nvSpPr>
            <p:cNvPr id="8792" name="Google Shape;8792;p64"/>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64"/>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64"/>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64"/>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64"/>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64"/>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64"/>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64"/>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64"/>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64"/>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2" name="Google Shape;8802;p64"/>
          <p:cNvGrpSpPr/>
          <p:nvPr/>
        </p:nvGrpSpPr>
        <p:grpSpPr>
          <a:xfrm>
            <a:off x="5373342" y="3627935"/>
            <a:ext cx="231395" cy="353145"/>
            <a:chOff x="5373342" y="3808935"/>
            <a:chExt cx="231395" cy="353145"/>
          </a:xfrm>
        </p:grpSpPr>
        <p:sp>
          <p:nvSpPr>
            <p:cNvPr id="8803" name="Google Shape;8803;p64"/>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64"/>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64"/>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64"/>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64"/>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4"/>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64"/>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64"/>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4"/>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12" name="Google Shape;8812;p64"/>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13" name="Google Shape;8813;p64"/>
          <p:cNvGrpSpPr/>
          <p:nvPr/>
        </p:nvGrpSpPr>
        <p:grpSpPr>
          <a:xfrm>
            <a:off x="5833775" y="3628445"/>
            <a:ext cx="235185" cy="352253"/>
            <a:chOff x="5833775" y="3809445"/>
            <a:chExt cx="235185" cy="352253"/>
          </a:xfrm>
        </p:grpSpPr>
        <p:sp>
          <p:nvSpPr>
            <p:cNvPr id="8814" name="Google Shape;8814;p64"/>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64"/>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64"/>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7" name="Google Shape;8817;p64"/>
          <p:cNvGrpSpPr/>
          <p:nvPr/>
        </p:nvGrpSpPr>
        <p:grpSpPr>
          <a:xfrm>
            <a:off x="4942472" y="3628318"/>
            <a:ext cx="238976" cy="352762"/>
            <a:chOff x="4942472" y="3809318"/>
            <a:chExt cx="238976" cy="352762"/>
          </a:xfrm>
        </p:grpSpPr>
        <p:sp>
          <p:nvSpPr>
            <p:cNvPr id="8818" name="Google Shape;8818;p64"/>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64"/>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64"/>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64"/>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64"/>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64"/>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64"/>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5" name="Google Shape;8825;p64"/>
          <p:cNvGrpSpPr/>
          <p:nvPr/>
        </p:nvGrpSpPr>
        <p:grpSpPr>
          <a:xfrm>
            <a:off x="6266525" y="3626788"/>
            <a:ext cx="260223" cy="353527"/>
            <a:chOff x="6266525" y="3807788"/>
            <a:chExt cx="260223" cy="353527"/>
          </a:xfrm>
        </p:grpSpPr>
        <p:sp>
          <p:nvSpPr>
            <p:cNvPr id="8826" name="Google Shape;8826;p64"/>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64"/>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64"/>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64"/>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30" name="Google Shape;8830;p64"/>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31" name="Google Shape;8831;p64"/>
          <p:cNvGrpSpPr/>
          <p:nvPr/>
        </p:nvGrpSpPr>
        <p:grpSpPr>
          <a:xfrm>
            <a:off x="7184363" y="3628604"/>
            <a:ext cx="202184" cy="352762"/>
            <a:chOff x="7184363" y="3809604"/>
            <a:chExt cx="202184" cy="352762"/>
          </a:xfrm>
        </p:grpSpPr>
        <p:sp>
          <p:nvSpPr>
            <p:cNvPr id="8832" name="Google Shape;8832;p64"/>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64"/>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4" name="Google Shape;8834;p64"/>
          <p:cNvGrpSpPr/>
          <p:nvPr/>
        </p:nvGrpSpPr>
        <p:grpSpPr>
          <a:xfrm>
            <a:off x="7571624" y="3627935"/>
            <a:ext cx="292047" cy="352762"/>
            <a:chOff x="7571624" y="3808935"/>
            <a:chExt cx="292047" cy="352762"/>
          </a:xfrm>
        </p:grpSpPr>
        <p:sp>
          <p:nvSpPr>
            <p:cNvPr id="8835" name="Google Shape;8835;p64"/>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4"/>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64"/>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64"/>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64"/>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64"/>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1" name="Google Shape;8841;p64"/>
          <p:cNvGrpSpPr/>
          <p:nvPr/>
        </p:nvGrpSpPr>
        <p:grpSpPr>
          <a:xfrm>
            <a:off x="2174559" y="3175116"/>
            <a:ext cx="364135" cy="359930"/>
            <a:chOff x="2174559" y="3356116"/>
            <a:chExt cx="364135" cy="359930"/>
          </a:xfrm>
        </p:grpSpPr>
        <p:sp>
          <p:nvSpPr>
            <p:cNvPr id="8842" name="Google Shape;8842;p64"/>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64"/>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4" name="Google Shape;8844;p64"/>
          <p:cNvGrpSpPr/>
          <p:nvPr/>
        </p:nvGrpSpPr>
        <p:grpSpPr>
          <a:xfrm>
            <a:off x="1731934" y="3174639"/>
            <a:ext cx="368371" cy="361554"/>
            <a:chOff x="1731934" y="3355639"/>
            <a:chExt cx="368371" cy="361554"/>
          </a:xfrm>
        </p:grpSpPr>
        <p:sp>
          <p:nvSpPr>
            <p:cNvPr id="8845" name="Google Shape;8845;p64"/>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64"/>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7" name="Google Shape;8847;p64"/>
          <p:cNvGrpSpPr/>
          <p:nvPr/>
        </p:nvGrpSpPr>
        <p:grpSpPr>
          <a:xfrm>
            <a:off x="3990517" y="3173173"/>
            <a:ext cx="279559" cy="363402"/>
            <a:chOff x="3990517" y="3354173"/>
            <a:chExt cx="279559" cy="363402"/>
          </a:xfrm>
        </p:grpSpPr>
        <p:sp>
          <p:nvSpPr>
            <p:cNvPr id="8848" name="Google Shape;8848;p64"/>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64"/>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64"/>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1" name="Google Shape;8851;p64"/>
          <p:cNvGrpSpPr/>
          <p:nvPr/>
        </p:nvGrpSpPr>
        <p:grpSpPr>
          <a:xfrm>
            <a:off x="3497847" y="3236374"/>
            <a:ext cx="379680" cy="237606"/>
            <a:chOff x="3497847" y="3417374"/>
            <a:chExt cx="379680" cy="237606"/>
          </a:xfrm>
        </p:grpSpPr>
        <p:sp>
          <p:nvSpPr>
            <p:cNvPr id="8852" name="Google Shape;8852;p64"/>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4"/>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64"/>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64"/>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6" name="Google Shape;8856;p64"/>
          <p:cNvGrpSpPr/>
          <p:nvPr/>
        </p:nvGrpSpPr>
        <p:grpSpPr>
          <a:xfrm>
            <a:off x="2612597" y="3186075"/>
            <a:ext cx="376271" cy="337982"/>
            <a:chOff x="2612597" y="3367075"/>
            <a:chExt cx="376271" cy="337982"/>
          </a:xfrm>
        </p:grpSpPr>
        <p:sp>
          <p:nvSpPr>
            <p:cNvPr id="8857" name="Google Shape;8857;p64"/>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4"/>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9" name="Google Shape;8859;p64"/>
          <p:cNvGrpSpPr/>
          <p:nvPr/>
        </p:nvGrpSpPr>
        <p:grpSpPr>
          <a:xfrm>
            <a:off x="3071914" y="3183431"/>
            <a:ext cx="343652" cy="342505"/>
            <a:chOff x="3071914" y="3364431"/>
            <a:chExt cx="343652" cy="342505"/>
          </a:xfrm>
        </p:grpSpPr>
        <p:sp>
          <p:nvSpPr>
            <p:cNvPr id="8860" name="Google Shape;8860;p64"/>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64"/>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4"/>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64"/>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64"/>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5" name="Google Shape;8865;p64"/>
          <p:cNvGrpSpPr/>
          <p:nvPr/>
        </p:nvGrpSpPr>
        <p:grpSpPr>
          <a:xfrm>
            <a:off x="897141" y="3178875"/>
            <a:ext cx="257962" cy="352762"/>
            <a:chOff x="897141" y="3359875"/>
            <a:chExt cx="257962" cy="352762"/>
          </a:xfrm>
        </p:grpSpPr>
        <p:sp>
          <p:nvSpPr>
            <p:cNvPr id="8866" name="Google Shape;8866;p64"/>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64"/>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64"/>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4"/>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4"/>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4"/>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64"/>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64"/>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4" name="Google Shape;8874;p64"/>
          <p:cNvGrpSpPr/>
          <p:nvPr/>
        </p:nvGrpSpPr>
        <p:grpSpPr>
          <a:xfrm>
            <a:off x="1333682" y="3163330"/>
            <a:ext cx="271213" cy="383088"/>
            <a:chOff x="1333682" y="3344330"/>
            <a:chExt cx="271213" cy="383088"/>
          </a:xfrm>
        </p:grpSpPr>
        <p:sp>
          <p:nvSpPr>
            <p:cNvPr id="8875" name="Google Shape;8875;p64"/>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64"/>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4"/>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4"/>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4"/>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4"/>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4"/>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4"/>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4"/>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4"/>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4"/>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6" name="Google Shape;8886;p64"/>
          <p:cNvGrpSpPr/>
          <p:nvPr/>
        </p:nvGrpSpPr>
        <p:grpSpPr>
          <a:xfrm>
            <a:off x="6664394" y="3165974"/>
            <a:ext cx="353113" cy="351998"/>
            <a:chOff x="6664394" y="3346974"/>
            <a:chExt cx="353113" cy="351998"/>
          </a:xfrm>
        </p:grpSpPr>
        <p:sp>
          <p:nvSpPr>
            <p:cNvPr id="8887" name="Google Shape;8887;p64"/>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4"/>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4"/>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4"/>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4"/>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2" name="Google Shape;8892;p64"/>
          <p:cNvGrpSpPr/>
          <p:nvPr/>
        </p:nvGrpSpPr>
        <p:grpSpPr>
          <a:xfrm>
            <a:off x="849741" y="1778307"/>
            <a:ext cx="399398" cy="375443"/>
            <a:chOff x="849741" y="1959307"/>
            <a:chExt cx="399398" cy="375443"/>
          </a:xfrm>
        </p:grpSpPr>
        <p:sp>
          <p:nvSpPr>
            <p:cNvPr id="8893" name="Google Shape;8893;p64"/>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4"/>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5" name="Google Shape;8895;p64"/>
          <p:cNvGrpSpPr/>
          <p:nvPr/>
        </p:nvGrpSpPr>
        <p:grpSpPr>
          <a:xfrm>
            <a:off x="1284212" y="1782766"/>
            <a:ext cx="379489" cy="366046"/>
            <a:chOff x="1284212" y="1963766"/>
            <a:chExt cx="379489" cy="366046"/>
          </a:xfrm>
        </p:grpSpPr>
        <p:sp>
          <p:nvSpPr>
            <p:cNvPr id="8896" name="Google Shape;8896;p64"/>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64"/>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8" name="Google Shape;8898;p64"/>
          <p:cNvGrpSpPr/>
          <p:nvPr/>
        </p:nvGrpSpPr>
        <p:grpSpPr>
          <a:xfrm>
            <a:off x="3037766" y="1788564"/>
            <a:ext cx="370219" cy="354928"/>
            <a:chOff x="3037766" y="1969564"/>
            <a:chExt cx="370219" cy="354928"/>
          </a:xfrm>
        </p:grpSpPr>
        <p:sp>
          <p:nvSpPr>
            <p:cNvPr id="8899" name="Google Shape;8899;p64"/>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4"/>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4"/>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4"/>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3" name="Google Shape;8903;p64"/>
          <p:cNvGrpSpPr/>
          <p:nvPr/>
        </p:nvGrpSpPr>
        <p:grpSpPr>
          <a:xfrm>
            <a:off x="3982553" y="1790730"/>
            <a:ext cx="304566" cy="350501"/>
            <a:chOff x="3982553" y="1971730"/>
            <a:chExt cx="304566" cy="350501"/>
          </a:xfrm>
        </p:grpSpPr>
        <p:sp>
          <p:nvSpPr>
            <p:cNvPr id="8904" name="Google Shape;8904;p64"/>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4"/>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6" name="Google Shape;8906;p64"/>
          <p:cNvGrpSpPr/>
          <p:nvPr/>
        </p:nvGrpSpPr>
        <p:grpSpPr>
          <a:xfrm>
            <a:off x="2567841" y="1813124"/>
            <a:ext cx="399812" cy="306477"/>
            <a:chOff x="2567841" y="1994124"/>
            <a:chExt cx="399812" cy="306477"/>
          </a:xfrm>
        </p:grpSpPr>
        <p:sp>
          <p:nvSpPr>
            <p:cNvPr id="8907" name="Google Shape;8907;p64"/>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64"/>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64"/>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0" name="Google Shape;8910;p64"/>
          <p:cNvGrpSpPr/>
          <p:nvPr/>
        </p:nvGrpSpPr>
        <p:grpSpPr>
          <a:xfrm>
            <a:off x="2212084" y="1779358"/>
            <a:ext cx="324698" cy="372863"/>
            <a:chOff x="2212084" y="1960358"/>
            <a:chExt cx="324698" cy="372863"/>
          </a:xfrm>
        </p:grpSpPr>
        <p:sp>
          <p:nvSpPr>
            <p:cNvPr id="8911" name="Google Shape;8911;p64"/>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4"/>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4"/>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4" name="Google Shape;8914;p64"/>
          <p:cNvGrpSpPr/>
          <p:nvPr/>
        </p:nvGrpSpPr>
        <p:grpSpPr>
          <a:xfrm>
            <a:off x="1805901" y="1779358"/>
            <a:ext cx="284847" cy="373627"/>
            <a:chOff x="1805901" y="1960358"/>
            <a:chExt cx="284847" cy="373627"/>
          </a:xfrm>
        </p:grpSpPr>
        <p:sp>
          <p:nvSpPr>
            <p:cNvPr id="8915" name="Google Shape;8915;p64"/>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4"/>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17" name="Google Shape;8917;p64"/>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4"/>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64"/>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20" name="Google Shape;8920;p64"/>
          <p:cNvGrpSpPr/>
          <p:nvPr/>
        </p:nvGrpSpPr>
        <p:grpSpPr>
          <a:xfrm>
            <a:off x="6656812" y="1848388"/>
            <a:ext cx="368690" cy="245793"/>
            <a:chOff x="6656812" y="2029388"/>
            <a:chExt cx="368690" cy="245793"/>
          </a:xfrm>
        </p:grpSpPr>
        <p:sp>
          <p:nvSpPr>
            <p:cNvPr id="8921" name="Google Shape;8921;p64"/>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4"/>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4"/>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4"/>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4"/>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4"/>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4"/>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4"/>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64"/>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64"/>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1" name="Google Shape;8931;p64"/>
          <p:cNvGrpSpPr/>
          <p:nvPr/>
        </p:nvGrpSpPr>
        <p:grpSpPr>
          <a:xfrm>
            <a:off x="4869651" y="1831218"/>
            <a:ext cx="376654" cy="281566"/>
            <a:chOff x="4869651" y="2012218"/>
            <a:chExt cx="376654" cy="281566"/>
          </a:xfrm>
        </p:grpSpPr>
        <p:sp>
          <p:nvSpPr>
            <p:cNvPr id="8932" name="Google Shape;8932;p64"/>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4"/>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4"/>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4"/>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6" name="Google Shape;8936;p64"/>
          <p:cNvGrpSpPr/>
          <p:nvPr/>
        </p:nvGrpSpPr>
        <p:grpSpPr>
          <a:xfrm>
            <a:off x="5306224" y="1831313"/>
            <a:ext cx="367925" cy="281694"/>
            <a:chOff x="5306224" y="2012313"/>
            <a:chExt cx="367925" cy="281694"/>
          </a:xfrm>
        </p:grpSpPr>
        <p:sp>
          <p:nvSpPr>
            <p:cNvPr id="8937" name="Google Shape;8937;p64"/>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4"/>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39" name="Google Shape;8939;p64"/>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40" name="Google Shape;8940;p64"/>
          <p:cNvGrpSpPr/>
          <p:nvPr/>
        </p:nvGrpSpPr>
        <p:grpSpPr>
          <a:xfrm>
            <a:off x="6195998" y="1802102"/>
            <a:ext cx="368308" cy="338746"/>
            <a:chOff x="6195998" y="1983102"/>
            <a:chExt cx="368308" cy="338746"/>
          </a:xfrm>
        </p:grpSpPr>
        <p:sp>
          <p:nvSpPr>
            <p:cNvPr id="8941" name="Google Shape;8941;p64"/>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64"/>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4"/>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4" name="Google Shape;8944;p64"/>
          <p:cNvGrpSpPr/>
          <p:nvPr/>
        </p:nvGrpSpPr>
        <p:grpSpPr>
          <a:xfrm>
            <a:off x="7542031" y="1830835"/>
            <a:ext cx="369072" cy="280037"/>
            <a:chOff x="7542031" y="2011835"/>
            <a:chExt cx="369072" cy="280037"/>
          </a:xfrm>
        </p:grpSpPr>
        <p:sp>
          <p:nvSpPr>
            <p:cNvPr id="8945" name="Google Shape;8945;p64"/>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4"/>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4"/>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4"/>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4"/>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4"/>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4"/>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64"/>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4"/>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4" name="Google Shape;8954;p64"/>
          <p:cNvGrpSpPr/>
          <p:nvPr/>
        </p:nvGrpSpPr>
        <p:grpSpPr>
          <a:xfrm>
            <a:off x="8010427" y="3167503"/>
            <a:ext cx="278795" cy="351615"/>
            <a:chOff x="8010427" y="3348503"/>
            <a:chExt cx="278795" cy="351615"/>
          </a:xfrm>
        </p:grpSpPr>
        <p:sp>
          <p:nvSpPr>
            <p:cNvPr id="8955" name="Google Shape;8955;p64"/>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4"/>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4"/>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4"/>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59" name="Google Shape;8959;p64"/>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60" name="Google Shape;8960;p64"/>
          <p:cNvGrpSpPr/>
          <p:nvPr/>
        </p:nvGrpSpPr>
        <p:grpSpPr>
          <a:xfrm>
            <a:off x="7141900" y="3168204"/>
            <a:ext cx="281057" cy="351010"/>
            <a:chOff x="7141900" y="3349204"/>
            <a:chExt cx="281057" cy="351010"/>
          </a:xfrm>
        </p:grpSpPr>
        <p:sp>
          <p:nvSpPr>
            <p:cNvPr id="8961" name="Google Shape;8961;p64"/>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4"/>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64"/>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4" name="Google Shape;8964;p64"/>
          <p:cNvGrpSpPr/>
          <p:nvPr/>
        </p:nvGrpSpPr>
        <p:grpSpPr>
          <a:xfrm>
            <a:off x="5314188" y="3169032"/>
            <a:ext cx="363752" cy="353113"/>
            <a:chOff x="5314188" y="3350032"/>
            <a:chExt cx="363752" cy="353113"/>
          </a:xfrm>
        </p:grpSpPr>
        <p:sp>
          <p:nvSpPr>
            <p:cNvPr id="8965" name="Google Shape;8965;p64"/>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4"/>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7" name="Google Shape;8967;p64"/>
          <p:cNvGrpSpPr/>
          <p:nvPr/>
        </p:nvGrpSpPr>
        <p:grpSpPr>
          <a:xfrm>
            <a:off x="5829984" y="3169032"/>
            <a:ext cx="220755" cy="352348"/>
            <a:chOff x="5829984" y="3350032"/>
            <a:chExt cx="220755" cy="352348"/>
          </a:xfrm>
        </p:grpSpPr>
        <p:sp>
          <p:nvSpPr>
            <p:cNvPr id="8968" name="Google Shape;8968;p64"/>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64"/>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4"/>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4"/>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2" name="Google Shape;8972;p64"/>
          <p:cNvGrpSpPr/>
          <p:nvPr/>
        </p:nvGrpSpPr>
        <p:grpSpPr>
          <a:xfrm>
            <a:off x="4882170" y="3168841"/>
            <a:ext cx="358464" cy="352316"/>
            <a:chOff x="4882170" y="3349841"/>
            <a:chExt cx="358464" cy="352316"/>
          </a:xfrm>
        </p:grpSpPr>
        <p:sp>
          <p:nvSpPr>
            <p:cNvPr id="8973" name="Google Shape;8973;p64"/>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64"/>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75" name="Google Shape;8975;p64"/>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4"/>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77" name="Google Shape;8977;p64"/>
          <p:cNvGrpSpPr/>
          <p:nvPr/>
        </p:nvGrpSpPr>
        <p:grpSpPr>
          <a:xfrm>
            <a:off x="3044965" y="2254220"/>
            <a:ext cx="400194" cy="324316"/>
            <a:chOff x="3044965" y="2435220"/>
            <a:chExt cx="400194" cy="324316"/>
          </a:xfrm>
        </p:grpSpPr>
        <p:sp>
          <p:nvSpPr>
            <p:cNvPr id="8978" name="Google Shape;8978;p64"/>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4"/>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4"/>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1" name="Google Shape;8981;p64"/>
          <p:cNvGrpSpPr/>
          <p:nvPr/>
        </p:nvGrpSpPr>
        <p:grpSpPr>
          <a:xfrm>
            <a:off x="6203579" y="3167981"/>
            <a:ext cx="351615" cy="350373"/>
            <a:chOff x="6203579" y="3348981"/>
            <a:chExt cx="351615" cy="350373"/>
          </a:xfrm>
        </p:grpSpPr>
        <p:sp>
          <p:nvSpPr>
            <p:cNvPr id="8982" name="Google Shape;8982;p64"/>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4"/>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4"/>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64"/>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64"/>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7" name="Google Shape;8987;p64"/>
          <p:cNvGrpSpPr/>
          <p:nvPr/>
        </p:nvGrpSpPr>
        <p:grpSpPr>
          <a:xfrm>
            <a:off x="4878379" y="2292892"/>
            <a:ext cx="367161" cy="287523"/>
            <a:chOff x="4878379" y="2473892"/>
            <a:chExt cx="367161" cy="287523"/>
          </a:xfrm>
        </p:grpSpPr>
        <p:sp>
          <p:nvSpPr>
            <p:cNvPr id="8988" name="Google Shape;8988;p64"/>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4"/>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4"/>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4"/>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64"/>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3" name="Google Shape;8993;p64"/>
          <p:cNvGrpSpPr/>
          <p:nvPr/>
        </p:nvGrpSpPr>
        <p:grpSpPr>
          <a:xfrm>
            <a:off x="1325719" y="2706689"/>
            <a:ext cx="290581" cy="372481"/>
            <a:chOff x="1325719" y="2887689"/>
            <a:chExt cx="290581" cy="372481"/>
          </a:xfrm>
        </p:grpSpPr>
        <p:sp>
          <p:nvSpPr>
            <p:cNvPr id="8994" name="Google Shape;8994;p64"/>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4"/>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96" name="Google Shape;8996;p64"/>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97" name="Google Shape;8997;p64"/>
          <p:cNvGrpSpPr/>
          <p:nvPr/>
        </p:nvGrpSpPr>
        <p:grpSpPr>
          <a:xfrm>
            <a:off x="3510335" y="2711499"/>
            <a:ext cx="360726" cy="361204"/>
            <a:chOff x="3510335" y="2892499"/>
            <a:chExt cx="360726" cy="361204"/>
          </a:xfrm>
        </p:grpSpPr>
        <p:sp>
          <p:nvSpPr>
            <p:cNvPr id="8998" name="Google Shape;8998;p64"/>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64"/>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4"/>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4"/>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4"/>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3" name="Google Shape;9003;p64"/>
          <p:cNvGrpSpPr/>
          <p:nvPr/>
        </p:nvGrpSpPr>
        <p:grpSpPr>
          <a:xfrm>
            <a:off x="3086313" y="2696049"/>
            <a:ext cx="320143" cy="392581"/>
            <a:chOff x="3086313" y="2877049"/>
            <a:chExt cx="320143" cy="392581"/>
          </a:xfrm>
        </p:grpSpPr>
        <p:sp>
          <p:nvSpPr>
            <p:cNvPr id="9004" name="Google Shape;9004;p64"/>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4"/>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4"/>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4"/>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4"/>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4"/>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64"/>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64"/>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4"/>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4"/>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4"/>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4"/>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16" name="Google Shape;9016;p64"/>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17" name="Google Shape;9017;p64"/>
          <p:cNvGrpSpPr/>
          <p:nvPr/>
        </p:nvGrpSpPr>
        <p:grpSpPr>
          <a:xfrm>
            <a:off x="861113" y="2704746"/>
            <a:ext cx="333809" cy="373277"/>
            <a:chOff x="861113" y="2885746"/>
            <a:chExt cx="333809" cy="373277"/>
          </a:xfrm>
        </p:grpSpPr>
        <p:sp>
          <p:nvSpPr>
            <p:cNvPr id="9018" name="Google Shape;9018;p64"/>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4"/>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4"/>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21" name="Google Shape;9021;p64"/>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4"/>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23" name="Google Shape;9023;p64"/>
          <p:cNvGrpSpPr/>
          <p:nvPr/>
        </p:nvGrpSpPr>
        <p:grpSpPr>
          <a:xfrm>
            <a:off x="1297654" y="1323481"/>
            <a:ext cx="349354" cy="362223"/>
            <a:chOff x="1297654" y="1504481"/>
            <a:chExt cx="349354" cy="362223"/>
          </a:xfrm>
        </p:grpSpPr>
        <p:sp>
          <p:nvSpPr>
            <p:cNvPr id="9024" name="Google Shape;9024;p64"/>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4"/>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4"/>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27" name="Google Shape;9027;p64"/>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28" name="Google Shape;9028;p64"/>
          <p:cNvGrpSpPr/>
          <p:nvPr/>
        </p:nvGrpSpPr>
        <p:grpSpPr>
          <a:xfrm>
            <a:off x="852385" y="1329916"/>
            <a:ext cx="353145" cy="351998"/>
            <a:chOff x="852385" y="1510916"/>
            <a:chExt cx="353145" cy="351998"/>
          </a:xfrm>
        </p:grpSpPr>
        <p:sp>
          <p:nvSpPr>
            <p:cNvPr id="9029" name="Google Shape;9029;p64"/>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64"/>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4"/>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2" name="Google Shape;9032;p64"/>
          <p:cNvGrpSpPr/>
          <p:nvPr/>
        </p:nvGrpSpPr>
        <p:grpSpPr>
          <a:xfrm>
            <a:off x="1745217" y="1334471"/>
            <a:ext cx="343269" cy="342505"/>
            <a:chOff x="1745217" y="1515471"/>
            <a:chExt cx="343269" cy="342505"/>
          </a:xfrm>
        </p:grpSpPr>
        <p:sp>
          <p:nvSpPr>
            <p:cNvPr id="9033" name="Google Shape;9033;p64"/>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4"/>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64"/>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64"/>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37" name="Google Shape;9037;p64"/>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38" name="Google Shape;9038;p64"/>
          <p:cNvGrpSpPr/>
          <p:nvPr/>
        </p:nvGrpSpPr>
        <p:grpSpPr>
          <a:xfrm>
            <a:off x="3042703" y="1348137"/>
            <a:ext cx="411535" cy="315587"/>
            <a:chOff x="3042703" y="1529137"/>
            <a:chExt cx="411535" cy="315587"/>
          </a:xfrm>
        </p:grpSpPr>
        <p:sp>
          <p:nvSpPr>
            <p:cNvPr id="9039" name="Google Shape;9039;p64"/>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4"/>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4"/>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4"/>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4"/>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64"/>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64"/>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4"/>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4"/>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4"/>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9" name="Google Shape;9049;p64"/>
          <p:cNvGrpSpPr/>
          <p:nvPr/>
        </p:nvGrpSpPr>
        <p:grpSpPr>
          <a:xfrm>
            <a:off x="2629289" y="1363682"/>
            <a:ext cx="350501" cy="284497"/>
            <a:chOff x="2629289" y="1544682"/>
            <a:chExt cx="350501" cy="284497"/>
          </a:xfrm>
        </p:grpSpPr>
        <p:sp>
          <p:nvSpPr>
            <p:cNvPr id="9050" name="Google Shape;9050;p64"/>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64"/>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4"/>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4"/>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4"/>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5" name="Google Shape;9055;p64"/>
          <p:cNvGrpSpPr/>
          <p:nvPr/>
        </p:nvGrpSpPr>
        <p:grpSpPr>
          <a:xfrm>
            <a:off x="5305077" y="1321633"/>
            <a:ext cx="367893" cy="365218"/>
            <a:chOff x="5305077" y="1502633"/>
            <a:chExt cx="367893" cy="365218"/>
          </a:xfrm>
        </p:grpSpPr>
        <p:sp>
          <p:nvSpPr>
            <p:cNvPr id="9056" name="Google Shape;9056;p64"/>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64"/>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8" name="Google Shape;9058;p64"/>
          <p:cNvGrpSpPr/>
          <p:nvPr/>
        </p:nvGrpSpPr>
        <p:grpSpPr>
          <a:xfrm>
            <a:off x="7100170" y="1319117"/>
            <a:ext cx="368308" cy="367033"/>
            <a:chOff x="7100170" y="1500117"/>
            <a:chExt cx="368308" cy="367033"/>
          </a:xfrm>
        </p:grpSpPr>
        <p:sp>
          <p:nvSpPr>
            <p:cNvPr id="9059" name="Google Shape;9059;p64"/>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64"/>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64"/>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4"/>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64"/>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64"/>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4"/>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64"/>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64"/>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4"/>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64"/>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64"/>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4"/>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72" name="Google Shape;9072;p64"/>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73" name="Google Shape;9073;p64"/>
          <p:cNvGrpSpPr/>
          <p:nvPr/>
        </p:nvGrpSpPr>
        <p:grpSpPr>
          <a:xfrm>
            <a:off x="6649231" y="1319021"/>
            <a:ext cx="390287" cy="367065"/>
            <a:chOff x="6649231" y="1500021"/>
            <a:chExt cx="390287" cy="367065"/>
          </a:xfrm>
        </p:grpSpPr>
        <p:sp>
          <p:nvSpPr>
            <p:cNvPr id="9074" name="Google Shape;9074;p64"/>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64"/>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4"/>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64"/>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4"/>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4"/>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4"/>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64"/>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64"/>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64"/>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64"/>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64"/>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6" name="Google Shape;9086;p64"/>
          <p:cNvGrpSpPr/>
          <p:nvPr/>
        </p:nvGrpSpPr>
        <p:grpSpPr>
          <a:xfrm>
            <a:off x="5746938" y="1362503"/>
            <a:ext cx="387261" cy="280356"/>
            <a:chOff x="5746938" y="1543503"/>
            <a:chExt cx="387261" cy="280356"/>
          </a:xfrm>
        </p:grpSpPr>
        <p:sp>
          <p:nvSpPr>
            <p:cNvPr id="9087" name="Google Shape;9087;p64"/>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4"/>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9" name="Google Shape;9089;p64"/>
          <p:cNvGrpSpPr/>
          <p:nvPr/>
        </p:nvGrpSpPr>
        <p:grpSpPr>
          <a:xfrm>
            <a:off x="6196730" y="1344346"/>
            <a:ext cx="369072" cy="317467"/>
            <a:chOff x="6196730" y="1525346"/>
            <a:chExt cx="369072" cy="317467"/>
          </a:xfrm>
        </p:grpSpPr>
        <p:sp>
          <p:nvSpPr>
            <p:cNvPr id="9090" name="Google Shape;9090;p64"/>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4"/>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4"/>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3" name="Google Shape;9093;p64"/>
          <p:cNvGrpSpPr/>
          <p:nvPr/>
        </p:nvGrpSpPr>
        <p:grpSpPr>
          <a:xfrm>
            <a:off x="4940592" y="1319690"/>
            <a:ext cx="246558" cy="367161"/>
            <a:chOff x="4940592" y="1500690"/>
            <a:chExt cx="246558" cy="367161"/>
          </a:xfrm>
        </p:grpSpPr>
        <p:sp>
          <p:nvSpPr>
            <p:cNvPr id="9094" name="Google Shape;9094;p64"/>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4"/>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4"/>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4"/>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8" name="Google Shape;9098;p64"/>
          <p:cNvGrpSpPr/>
          <p:nvPr/>
        </p:nvGrpSpPr>
        <p:grpSpPr>
          <a:xfrm>
            <a:off x="7964906" y="1318894"/>
            <a:ext cx="380858" cy="367575"/>
            <a:chOff x="7964906" y="1499894"/>
            <a:chExt cx="380858" cy="367575"/>
          </a:xfrm>
        </p:grpSpPr>
        <p:sp>
          <p:nvSpPr>
            <p:cNvPr id="9099" name="Google Shape;9099;p64"/>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4"/>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4"/>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02" name="Google Shape;9102;p64"/>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03" name="Google Shape;9103;p64"/>
          <p:cNvGrpSpPr/>
          <p:nvPr/>
        </p:nvGrpSpPr>
        <p:grpSpPr>
          <a:xfrm>
            <a:off x="8007400" y="2721278"/>
            <a:ext cx="285230" cy="355597"/>
            <a:chOff x="8007400" y="2902278"/>
            <a:chExt cx="285230" cy="355597"/>
          </a:xfrm>
        </p:grpSpPr>
        <p:sp>
          <p:nvSpPr>
            <p:cNvPr id="9104" name="Google Shape;9104;p64"/>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64"/>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6" name="Google Shape;9106;p64"/>
          <p:cNvGrpSpPr/>
          <p:nvPr/>
        </p:nvGrpSpPr>
        <p:grpSpPr>
          <a:xfrm>
            <a:off x="6219124" y="2721788"/>
            <a:ext cx="318231" cy="355470"/>
            <a:chOff x="6219124" y="2902788"/>
            <a:chExt cx="318231" cy="355470"/>
          </a:xfrm>
        </p:grpSpPr>
        <p:sp>
          <p:nvSpPr>
            <p:cNvPr id="9107" name="Google Shape;9107;p64"/>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64"/>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4"/>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0" name="Google Shape;9110;p64"/>
          <p:cNvGrpSpPr/>
          <p:nvPr/>
        </p:nvGrpSpPr>
        <p:grpSpPr>
          <a:xfrm>
            <a:off x="4969421" y="2721852"/>
            <a:ext cx="185109" cy="355406"/>
            <a:chOff x="4969421" y="2902852"/>
            <a:chExt cx="185109" cy="355406"/>
          </a:xfrm>
        </p:grpSpPr>
        <p:sp>
          <p:nvSpPr>
            <p:cNvPr id="9111" name="Google Shape;9111;p64"/>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64"/>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64"/>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64"/>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4"/>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4"/>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17" name="Google Shape;9117;p64"/>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4"/>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19" name="Google Shape;9119;p64"/>
          <p:cNvGrpSpPr/>
          <p:nvPr/>
        </p:nvGrpSpPr>
        <p:grpSpPr>
          <a:xfrm>
            <a:off x="6685259" y="2721852"/>
            <a:ext cx="311414" cy="355406"/>
            <a:chOff x="6685259" y="2902852"/>
            <a:chExt cx="311414" cy="355406"/>
          </a:xfrm>
        </p:grpSpPr>
        <p:sp>
          <p:nvSpPr>
            <p:cNvPr id="9120" name="Google Shape;9120;p64"/>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64"/>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64"/>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3" name="Google Shape;9123;p64"/>
          <p:cNvGrpSpPr/>
          <p:nvPr/>
        </p:nvGrpSpPr>
        <p:grpSpPr>
          <a:xfrm>
            <a:off x="5309250" y="2722170"/>
            <a:ext cx="359579" cy="355852"/>
            <a:chOff x="5309250" y="2903170"/>
            <a:chExt cx="359579" cy="355852"/>
          </a:xfrm>
        </p:grpSpPr>
        <p:sp>
          <p:nvSpPr>
            <p:cNvPr id="9124" name="Google Shape;9124;p64"/>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4"/>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4"/>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7" name="Google Shape;9127;p64"/>
          <p:cNvGrpSpPr/>
          <p:nvPr/>
        </p:nvGrpSpPr>
        <p:grpSpPr>
          <a:xfrm>
            <a:off x="2199565" y="2240172"/>
            <a:ext cx="312179" cy="353431"/>
            <a:chOff x="2199565" y="2421172"/>
            <a:chExt cx="312179" cy="353431"/>
          </a:xfrm>
        </p:grpSpPr>
        <p:sp>
          <p:nvSpPr>
            <p:cNvPr id="9128" name="Google Shape;9128;p64"/>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64"/>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0" name="Google Shape;9130;p64"/>
          <p:cNvGrpSpPr/>
          <p:nvPr/>
        </p:nvGrpSpPr>
        <p:grpSpPr>
          <a:xfrm>
            <a:off x="1750887" y="2244727"/>
            <a:ext cx="320143" cy="343269"/>
            <a:chOff x="1750887" y="2425727"/>
            <a:chExt cx="320143" cy="343269"/>
          </a:xfrm>
        </p:grpSpPr>
        <p:sp>
          <p:nvSpPr>
            <p:cNvPr id="9131" name="Google Shape;9131;p64"/>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4"/>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3" name="Google Shape;9133;p64"/>
          <p:cNvGrpSpPr/>
          <p:nvPr/>
        </p:nvGrpSpPr>
        <p:grpSpPr>
          <a:xfrm>
            <a:off x="1298037" y="2244727"/>
            <a:ext cx="338364" cy="342887"/>
            <a:chOff x="1298037" y="2425727"/>
            <a:chExt cx="338364" cy="342887"/>
          </a:xfrm>
        </p:grpSpPr>
        <p:sp>
          <p:nvSpPr>
            <p:cNvPr id="9134" name="Google Shape;9134;p64"/>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4"/>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4"/>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64"/>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38" name="Google Shape;9138;p64"/>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39" name="Google Shape;9139;p64"/>
          <p:cNvGrpSpPr/>
          <p:nvPr/>
        </p:nvGrpSpPr>
        <p:grpSpPr>
          <a:xfrm>
            <a:off x="3974207" y="2248009"/>
            <a:ext cx="320143" cy="338491"/>
            <a:chOff x="3974207" y="2429009"/>
            <a:chExt cx="320143" cy="338491"/>
          </a:xfrm>
        </p:grpSpPr>
        <p:sp>
          <p:nvSpPr>
            <p:cNvPr id="9140" name="Google Shape;9140;p64"/>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4"/>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2" name="Google Shape;9142;p64"/>
          <p:cNvGrpSpPr/>
          <p:nvPr/>
        </p:nvGrpSpPr>
        <p:grpSpPr>
          <a:xfrm>
            <a:off x="2623237" y="2250047"/>
            <a:ext cx="355024" cy="332630"/>
            <a:chOff x="2623237" y="2431047"/>
            <a:chExt cx="355024" cy="332630"/>
          </a:xfrm>
        </p:grpSpPr>
        <p:sp>
          <p:nvSpPr>
            <p:cNvPr id="9143" name="Google Shape;9143;p64"/>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4"/>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4"/>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4"/>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7" name="Google Shape;9147;p64"/>
          <p:cNvGrpSpPr/>
          <p:nvPr/>
        </p:nvGrpSpPr>
        <p:grpSpPr>
          <a:xfrm>
            <a:off x="6657194" y="2253073"/>
            <a:ext cx="375507" cy="367925"/>
            <a:chOff x="6657194" y="2434073"/>
            <a:chExt cx="375507" cy="367925"/>
          </a:xfrm>
        </p:grpSpPr>
        <p:sp>
          <p:nvSpPr>
            <p:cNvPr id="9148" name="Google Shape;9148;p64"/>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4"/>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4"/>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1" name="Google Shape;9151;p64"/>
          <p:cNvGrpSpPr/>
          <p:nvPr/>
        </p:nvGrpSpPr>
        <p:grpSpPr>
          <a:xfrm>
            <a:off x="7101317" y="2260655"/>
            <a:ext cx="367925" cy="352380"/>
            <a:chOff x="7101317" y="2441655"/>
            <a:chExt cx="367925" cy="352380"/>
          </a:xfrm>
        </p:grpSpPr>
        <p:sp>
          <p:nvSpPr>
            <p:cNvPr id="9152" name="Google Shape;9152;p64"/>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64"/>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4" name="Google Shape;9154;p64"/>
          <p:cNvGrpSpPr/>
          <p:nvPr/>
        </p:nvGrpSpPr>
        <p:grpSpPr>
          <a:xfrm>
            <a:off x="5756399" y="2253456"/>
            <a:ext cx="367925" cy="367161"/>
            <a:chOff x="5756399" y="2434456"/>
            <a:chExt cx="367925" cy="367161"/>
          </a:xfrm>
        </p:grpSpPr>
        <p:sp>
          <p:nvSpPr>
            <p:cNvPr id="9155" name="Google Shape;9155;p64"/>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64"/>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64"/>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4"/>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4"/>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4"/>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4"/>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62" name="Google Shape;9162;p64"/>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4"/>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64" name="Google Shape;9164;p64"/>
          <p:cNvGrpSpPr/>
          <p:nvPr/>
        </p:nvGrpSpPr>
        <p:grpSpPr>
          <a:xfrm>
            <a:off x="7964906" y="2253073"/>
            <a:ext cx="373627" cy="367925"/>
            <a:chOff x="7964906" y="2434073"/>
            <a:chExt cx="373627" cy="367925"/>
          </a:xfrm>
        </p:grpSpPr>
        <p:sp>
          <p:nvSpPr>
            <p:cNvPr id="9165" name="Google Shape;9165;p64"/>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4"/>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7" name="Google Shape;9167;p64"/>
          <p:cNvGrpSpPr/>
          <p:nvPr/>
        </p:nvGrpSpPr>
        <p:grpSpPr>
          <a:xfrm>
            <a:off x="6194086" y="2256737"/>
            <a:ext cx="369837" cy="360471"/>
            <a:chOff x="6194086" y="2437737"/>
            <a:chExt cx="369837" cy="360471"/>
          </a:xfrm>
        </p:grpSpPr>
        <p:sp>
          <p:nvSpPr>
            <p:cNvPr id="9168" name="Google Shape;9168;p64"/>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4"/>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70" name="Google Shape;9170;p64"/>
          <p:cNvSpPr txBox="1"/>
          <p:nvPr/>
        </p:nvSpPr>
        <p:spPr>
          <a:xfrm>
            <a:off x="849675"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9171" name="Google Shape;9171;p64"/>
          <p:cNvSpPr txBox="1"/>
          <p:nvPr/>
        </p:nvSpPr>
        <p:spPr>
          <a:xfrm>
            <a:off x="4858400"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175"/>
        <p:cNvGrpSpPr/>
        <p:nvPr/>
      </p:nvGrpSpPr>
      <p:grpSpPr>
        <a:xfrm>
          <a:off x="0" y="0"/>
          <a:ext cx="0" cy="0"/>
          <a:chOff x="0" y="0"/>
          <a:chExt cx="0" cy="0"/>
        </a:xfrm>
      </p:grpSpPr>
      <p:grpSp>
        <p:nvGrpSpPr>
          <p:cNvPr id="9176" name="Google Shape;9176;p65"/>
          <p:cNvGrpSpPr/>
          <p:nvPr/>
        </p:nvGrpSpPr>
        <p:grpSpPr>
          <a:xfrm>
            <a:off x="3122257" y="1334344"/>
            <a:ext cx="294850" cy="349434"/>
            <a:chOff x="3122257" y="1508594"/>
            <a:chExt cx="294850" cy="349434"/>
          </a:xfrm>
        </p:grpSpPr>
        <p:sp>
          <p:nvSpPr>
            <p:cNvPr id="9177" name="Google Shape;9177;p65"/>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65"/>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65"/>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65"/>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5"/>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2" name="Google Shape;9182;p65"/>
          <p:cNvGrpSpPr/>
          <p:nvPr/>
        </p:nvGrpSpPr>
        <p:grpSpPr>
          <a:xfrm>
            <a:off x="910723" y="1333962"/>
            <a:ext cx="251660" cy="350166"/>
            <a:chOff x="910723" y="1508212"/>
            <a:chExt cx="251660" cy="350166"/>
          </a:xfrm>
        </p:grpSpPr>
        <p:sp>
          <p:nvSpPr>
            <p:cNvPr id="9183" name="Google Shape;9183;p65"/>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5"/>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5"/>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5"/>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5"/>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5"/>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5"/>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5"/>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5"/>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5"/>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65"/>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65"/>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5"/>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65"/>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5"/>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5"/>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65"/>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0" name="Google Shape;9200;p65"/>
          <p:cNvGrpSpPr/>
          <p:nvPr/>
        </p:nvGrpSpPr>
        <p:grpSpPr>
          <a:xfrm>
            <a:off x="1308631" y="1333580"/>
            <a:ext cx="350166" cy="350198"/>
            <a:chOff x="1308631" y="1507830"/>
            <a:chExt cx="350166" cy="350198"/>
          </a:xfrm>
        </p:grpSpPr>
        <p:sp>
          <p:nvSpPr>
            <p:cNvPr id="9201" name="Google Shape;9201;p65"/>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5"/>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5"/>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65"/>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5" name="Google Shape;9205;p65"/>
          <p:cNvGrpSpPr/>
          <p:nvPr/>
        </p:nvGrpSpPr>
        <p:grpSpPr>
          <a:xfrm>
            <a:off x="1756921" y="1335489"/>
            <a:ext cx="345997" cy="345997"/>
            <a:chOff x="1756921" y="1509739"/>
            <a:chExt cx="345997" cy="345997"/>
          </a:xfrm>
        </p:grpSpPr>
        <p:sp>
          <p:nvSpPr>
            <p:cNvPr id="9206" name="Google Shape;9206;p65"/>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65"/>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65"/>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5"/>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65"/>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65"/>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5"/>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65"/>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5"/>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5"/>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5"/>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5"/>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5"/>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5"/>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5"/>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65"/>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65"/>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3" name="Google Shape;9223;p65"/>
          <p:cNvGrpSpPr/>
          <p:nvPr/>
        </p:nvGrpSpPr>
        <p:grpSpPr>
          <a:xfrm>
            <a:off x="2216956" y="1336253"/>
            <a:ext cx="318721" cy="345615"/>
            <a:chOff x="2216956" y="1510503"/>
            <a:chExt cx="318721" cy="345615"/>
          </a:xfrm>
        </p:grpSpPr>
        <p:sp>
          <p:nvSpPr>
            <p:cNvPr id="9224" name="Google Shape;9224;p65"/>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65"/>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65"/>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65"/>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5"/>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9" name="Google Shape;9229;p65"/>
          <p:cNvGrpSpPr/>
          <p:nvPr/>
        </p:nvGrpSpPr>
        <p:grpSpPr>
          <a:xfrm>
            <a:off x="3988156" y="1394211"/>
            <a:ext cx="349052" cy="230049"/>
            <a:chOff x="3988156" y="1568461"/>
            <a:chExt cx="349052" cy="230049"/>
          </a:xfrm>
        </p:grpSpPr>
        <p:sp>
          <p:nvSpPr>
            <p:cNvPr id="9230" name="Google Shape;9230;p65"/>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5"/>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5"/>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65"/>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65"/>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5"/>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5"/>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7" name="Google Shape;9237;p65"/>
          <p:cNvGrpSpPr/>
          <p:nvPr/>
        </p:nvGrpSpPr>
        <p:grpSpPr>
          <a:xfrm>
            <a:off x="2633037" y="1325623"/>
            <a:ext cx="379002" cy="366112"/>
            <a:chOff x="2633037" y="1499873"/>
            <a:chExt cx="379002" cy="366112"/>
          </a:xfrm>
        </p:grpSpPr>
        <p:sp>
          <p:nvSpPr>
            <p:cNvPr id="9238" name="Google Shape;9238;p65"/>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65"/>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5"/>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5"/>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65"/>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65"/>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4" name="Google Shape;9244;p65"/>
          <p:cNvGrpSpPr/>
          <p:nvPr/>
        </p:nvGrpSpPr>
        <p:grpSpPr>
          <a:xfrm>
            <a:off x="6675256" y="1341919"/>
            <a:ext cx="327823" cy="357009"/>
            <a:chOff x="6675256" y="1516169"/>
            <a:chExt cx="327823" cy="357009"/>
          </a:xfrm>
        </p:grpSpPr>
        <p:sp>
          <p:nvSpPr>
            <p:cNvPr id="9245" name="Google Shape;9245;p65"/>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5"/>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65"/>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65"/>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65"/>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65"/>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5"/>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65"/>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65"/>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4" name="Google Shape;9254;p65"/>
          <p:cNvGrpSpPr/>
          <p:nvPr/>
        </p:nvGrpSpPr>
        <p:grpSpPr>
          <a:xfrm>
            <a:off x="8020159" y="1342301"/>
            <a:ext cx="300897" cy="356627"/>
            <a:chOff x="8020159" y="1516551"/>
            <a:chExt cx="300897" cy="356627"/>
          </a:xfrm>
        </p:grpSpPr>
        <p:sp>
          <p:nvSpPr>
            <p:cNvPr id="9255" name="Google Shape;9255;p65"/>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65"/>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5"/>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5"/>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5"/>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0" name="Google Shape;9260;p65"/>
          <p:cNvGrpSpPr/>
          <p:nvPr/>
        </p:nvGrpSpPr>
        <p:grpSpPr>
          <a:xfrm>
            <a:off x="5377363" y="1341919"/>
            <a:ext cx="257357" cy="356627"/>
            <a:chOff x="5377363" y="1516169"/>
            <a:chExt cx="257357" cy="356627"/>
          </a:xfrm>
        </p:grpSpPr>
        <p:sp>
          <p:nvSpPr>
            <p:cNvPr id="9261" name="Google Shape;9261;p65"/>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5"/>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5"/>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65"/>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65"/>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65"/>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65"/>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65"/>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5"/>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5"/>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65"/>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65"/>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5"/>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65"/>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65"/>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5"/>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5"/>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65"/>
          <p:cNvGrpSpPr/>
          <p:nvPr/>
        </p:nvGrpSpPr>
        <p:grpSpPr>
          <a:xfrm>
            <a:off x="4880567" y="1361620"/>
            <a:ext cx="356245" cy="317607"/>
            <a:chOff x="4880567" y="1535870"/>
            <a:chExt cx="356245" cy="317607"/>
          </a:xfrm>
        </p:grpSpPr>
        <p:sp>
          <p:nvSpPr>
            <p:cNvPr id="9279" name="Google Shape;9279;p65"/>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5"/>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65"/>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65"/>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65"/>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4" name="Google Shape;9284;p65"/>
          <p:cNvGrpSpPr/>
          <p:nvPr/>
        </p:nvGrpSpPr>
        <p:grpSpPr>
          <a:xfrm>
            <a:off x="5771483" y="1341537"/>
            <a:ext cx="357359" cy="357391"/>
            <a:chOff x="5771483" y="1515787"/>
            <a:chExt cx="357359" cy="357391"/>
          </a:xfrm>
        </p:grpSpPr>
        <p:sp>
          <p:nvSpPr>
            <p:cNvPr id="9285" name="Google Shape;9285;p65"/>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5"/>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5"/>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5"/>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9" name="Google Shape;9289;p65"/>
          <p:cNvGrpSpPr/>
          <p:nvPr/>
        </p:nvGrpSpPr>
        <p:grpSpPr>
          <a:xfrm>
            <a:off x="7121669" y="1359360"/>
            <a:ext cx="321362" cy="321362"/>
            <a:chOff x="7121669" y="1533610"/>
            <a:chExt cx="321362" cy="321362"/>
          </a:xfrm>
        </p:grpSpPr>
        <p:sp>
          <p:nvSpPr>
            <p:cNvPr id="9290" name="Google Shape;9290;p65"/>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5"/>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5"/>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5"/>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4" name="Google Shape;9294;p65"/>
          <p:cNvGrpSpPr/>
          <p:nvPr/>
        </p:nvGrpSpPr>
        <p:grpSpPr>
          <a:xfrm>
            <a:off x="7562766" y="1340614"/>
            <a:ext cx="327059" cy="360192"/>
            <a:chOff x="7562766" y="1514864"/>
            <a:chExt cx="327059" cy="360192"/>
          </a:xfrm>
        </p:grpSpPr>
        <p:sp>
          <p:nvSpPr>
            <p:cNvPr id="9295" name="Google Shape;9295;p65"/>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5"/>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5"/>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5"/>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9" name="Google Shape;9299;p65"/>
          <p:cNvGrpSpPr/>
          <p:nvPr/>
        </p:nvGrpSpPr>
        <p:grpSpPr>
          <a:xfrm>
            <a:off x="6221229" y="1324423"/>
            <a:ext cx="361636" cy="362183"/>
            <a:chOff x="6259175" y="1559008"/>
            <a:chExt cx="271743" cy="272093"/>
          </a:xfrm>
        </p:grpSpPr>
        <p:sp>
          <p:nvSpPr>
            <p:cNvPr id="9300" name="Google Shape;9300;p65"/>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5"/>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5"/>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5"/>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5"/>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65"/>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65"/>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5"/>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5"/>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65"/>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65"/>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5"/>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5"/>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5"/>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65"/>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65"/>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65"/>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7" name="Google Shape;9317;p65"/>
          <p:cNvGrpSpPr/>
          <p:nvPr/>
        </p:nvGrpSpPr>
        <p:grpSpPr>
          <a:xfrm>
            <a:off x="6671087" y="1835054"/>
            <a:ext cx="332757" cy="281833"/>
            <a:chOff x="6671087" y="2009304"/>
            <a:chExt cx="332757" cy="281833"/>
          </a:xfrm>
        </p:grpSpPr>
        <p:sp>
          <p:nvSpPr>
            <p:cNvPr id="9318" name="Google Shape;9318;p65"/>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5"/>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0" name="Google Shape;9320;p65"/>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21" name="Google Shape;9321;p65"/>
          <p:cNvGrpSpPr/>
          <p:nvPr/>
        </p:nvGrpSpPr>
        <p:grpSpPr>
          <a:xfrm>
            <a:off x="2201806" y="1802335"/>
            <a:ext cx="349784" cy="349434"/>
            <a:chOff x="2201806" y="1976585"/>
            <a:chExt cx="349784" cy="349434"/>
          </a:xfrm>
        </p:grpSpPr>
        <p:sp>
          <p:nvSpPr>
            <p:cNvPr id="9322" name="Google Shape;9322;p65"/>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65"/>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65"/>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65"/>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6" name="Google Shape;9326;p65"/>
          <p:cNvGrpSpPr/>
          <p:nvPr/>
        </p:nvGrpSpPr>
        <p:grpSpPr>
          <a:xfrm>
            <a:off x="3094217" y="1802335"/>
            <a:ext cx="350198" cy="350548"/>
            <a:chOff x="3094217" y="1976585"/>
            <a:chExt cx="350198" cy="350548"/>
          </a:xfrm>
        </p:grpSpPr>
        <p:sp>
          <p:nvSpPr>
            <p:cNvPr id="9327" name="Google Shape;9327;p65"/>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5"/>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5"/>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65"/>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65"/>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5"/>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5"/>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5"/>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65"/>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65"/>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65"/>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65"/>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5"/>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40" name="Google Shape;9340;p65"/>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41" name="Google Shape;9341;p65"/>
          <p:cNvGrpSpPr/>
          <p:nvPr/>
        </p:nvGrpSpPr>
        <p:grpSpPr>
          <a:xfrm>
            <a:off x="3979435" y="1802335"/>
            <a:ext cx="345265" cy="349848"/>
            <a:chOff x="3979435" y="1976585"/>
            <a:chExt cx="345265" cy="349848"/>
          </a:xfrm>
        </p:grpSpPr>
        <p:sp>
          <p:nvSpPr>
            <p:cNvPr id="9342" name="Google Shape;9342;p65"/>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65"/>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65"/>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65"/>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65"/>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65"/>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5"/>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5"/>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65"/>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65"/>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65"/>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65"/>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65"/>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65"/>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65"/>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65"/>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65"/>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9" name="Google Shape;9359;p65"/>
          <p:cNvGrpSpPr/>
          <p:nvPr/>
        </p:nvGrpSpPr>
        <p:grpSpPr>
          <a:xfrm>
            <a:off x="3541011" y="1334344"/>
            <a:ext cx="350166" cy="349434"/>
            <a:chOff x="3541011" y="1508594"/>
            <a:chExt cx="350166" cy="349434"/>
          </a:xfrm>
        </p:grpSpPr>
        <p:sp>
          <p:nvSpPr>
            <p:cNvPr id="9360" name="Google Shape;9360;p65"/>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65"/>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65"/>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65"/>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65"/>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65"/>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65"/>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5"/>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5"/>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65"/>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65"/>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65"/>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65"/>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3" name="Google Shape;9373;p65"/>
          <p:cNvGrpSpPr/>
          <p:nvPr/>
        </p:nvGrpSpPr>
        <p:grpSpPr>
          <a:xfrm>
            <a:off x="3576626" y="1801571"/>
            <a:ext cx="284251" cy="351694"/>
            <a:chOff x="3576626" y="1975821"/>
            <a:chExt cx="284251" cy="351694"/>
          </a:xfrm>
        </p:grpSpPr>
        <p:sp>
          <p:nvSpPr>
            <p:cNvPr id="9374" name="Google Shape;9374;p65"/>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65"/>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5"/>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7" name="Google Shape;9377;p65"/>
          <p:cNvGrpSpPr/>
          <p:nvPr/>
        </p:nvGrpSpPr>
        <p:grpSpPr>
          <a:xfrm>
            <a:off x="2722090" y="2715912"/>
            <a:ext cx="238770" cy="371841"/>
            <a:chOff x="2722090" y="2890162"/>
            <a:chExt cx="238770" cy="371841"/>
          </a:xfrm>
        </p:grpSpPr>
        <p:sp>
          <p:nvSpPr>
            <p:cNvPr id="9378" name="Google Shape;9378;p65"/>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65"/>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65"/>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81" name="Google Shape;9381;p65"/>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82" name="Google Shape;9382;p65"/>
          <p:cNvGrpSpPr/>
          <p:nvPr/>
        </p:nvGrpSpPr>
        <p:grpSpPr>
          <a:xfrm>
            <a:off x="6216367" y="1795906"/>
            <a:ext cx="361147" cy="361147"/>
            <a:chOff x="6216367" y="1970156"/>
            <a:chExt cx="361147" cy="361147"/>
          </a:xfrm>
        </p:grpSpPr>
        <p:sp>
          <p:nvSpPr>
            <p:cNvPr id="9383" name="Google Shape;9383;p65"/>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65"/>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65"/>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65"/>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7" name="Google Shape;9387;p65"/>
          <p:cNvGrpSpPr/>
          <p:nvPr/>
        </p:nvGrpSpPr>
        <p:grpSpPr>
          <a:xfrm>
            <a:off x="1289311" y="2751972"/>
            <a:ext cx="408156" cy="299783"/>
            <a:chOff x="1289311" y="2926222"/>
            <a:chExt cx="408156" cy="299783"/>
          </a:xfrm>
        </p:grpSpPr>
        <p:sp>
          <p:nvSpPr>
            <p:cNvPr id="9388" name="Google Shape;9388;p65"/>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65"/>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0" name="Google Shape;9390;p65"/>
          <p:cNvGrpSpPr/>
          <p:nvPr/>
        </p:nvGrpSpPr>
        <p:grpSpPr>
          <a:xfrm>
            <a:off x="7978465" y="1795142"/>
            <a:ext cx="361147" cy="360797"/>
            <a:chOff x="7978465" y="1969392"/>
            <a:chExt cx="361147" cy="360797"/>
          </a:xfrm>
        </p:grpSpPr>
        <p:sp>
          <p:nvSpPr>
            <p:cNvPr id="9391" name="Google Shape;9391;p65"/>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65"/>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5"/>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65"/>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65"/>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65"/>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65"/>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65"/>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5"/>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00" name="Google Shape;9400;p65"/>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01" name="Google Shape;9401;p65"/>
          <p:cNvGrpSpPr/>
          <p:nvPr/>
        </p:nvGrpSpPr>
        <p:grpSpPr>
          <a:xfrm>
            <a:off x="854261" y="2734563"/>
            <a:ext cx="377474" cy="335748"/>
            <a:chOff x="854261" y="2908813"/>
            <a:chExt cx="377474" cy="335748"/>
          </a:xfrm>
        </p:grpSpPr>
        <p:sp>
          <p:nvSpPr>
            <p:cNvPr id="9402" name="Google Shape;9402;p65"/>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5"/>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5"/>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5"/>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5"/>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7" name="Google Shape;9407;p65"/>
          <p:cNvGrpSpPr/>
          <p:nvPr/>
        </p:nvGrpSpPr>
        <p:grpSpPr>
          <a:xfrm>
            <a:off x="1749728" y="2720527"/>
            <a:ext cx="386927" cy="363438"/>
            <a:chOff x="1749728" y="2894777"/>
            <a:chExt cx="386927" cy="363438"/>
          </a:xfrm>
        </p:grpSpPr>
        <p:sp>
          <p:nvSpPr>
            <p:cNvPr id="9408" name="Google Shape;9408;p65"/>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65"/>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65"/>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65"/>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65"/>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5"/>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5"/>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5" name="Google Shape;9415;p65"/>
          <p:cNvGrpSpPr/>
          <p:nvPr/>
        </p:nvGrpSpPr>
        <p:grpSpPr>
          <a:xfrm>
            <a:off x="7098912" y="1795142"/>
            <a:ext cx="359651" cy="361560"/>
            <a:chOff x="7098912" y="1969392"/>
            <a:chExt cx="359651" cy="361560"/>
          </a:xfrm>
        </p:grpSpPr>
        <p:sp>
          <p:nvSpPr>
            <p:cNvPr id="9416" name="Google Shape;9416;p65"/>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65"/>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65"/>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5"/>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5"/>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5"/>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65"/>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65"/>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5"/>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65"/>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5"/>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65"/>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65"/>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9" name="Google Shape;9429;p65"/>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30" name="Google Shape;9430;p65"/>
          <p:cNvGrpSpPr/>
          <p:nvPr/>
        </p:nvGrpSpPr>
        <p:grpSpPr>
          <a:xfrm>
            <a:off x="5352728" y="1815989"/>
            <a:ext cx="327091" cy="322508"/>
            <a:chOff x="5352728" y="1990239"/>
            <a:chExt cx="327091" cy="322508"/>
          </a:xfrm>
        </p:grpSpPr>
        <p:sp>
          <p:nvSpPr>
            <p:cNvPr id="9431" name="Google Shape;9431;p65"/>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5"/>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65"/>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4" name="Google Shape;9434;p65"/>
          <p:cNvGrpSpPr/>
          <p:nvPr/>
        </p:nvGrpSpPr>
        <p:grpSpPr>
          <a:xfrm>
            <a:off x="7538896" y="1795906"/>
            <a:ext cx="361147" cy="361529"/>
            <a:chOff x="7538896" y="1970156"/>
            <a:chExt cx="361147" cy="361529"/>
          </a:xfrm>
        </p:grpSpPr>
        <p:sp>
          <p:nvSpPr>
            <p:cNvPr id="9435" name="Google Shape;9435;p65"/>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5"/>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65"/>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5"/>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65"/>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65"/>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1" name="Google Shape;9441;p65"/>
          <p:cNvGrpSpPr/>
          <p:nvPr/>
        </p:nvGrpSpPr>
        <p:grpSpPr>
          <a:xfrm>
            <a:off x="4896099" y="1796670"/>
            <a:ext cx="358155" cy="358123"/>
            <a:chOff x="4896099" y="1970920"/>
            <a:chExt cx="358155" cy="358123"/>
          </a:xfrm>
        </p:grpSpPr>
        <p:sp>
          <p:nvSpPr>
            <p:cNvPr id="9442" name="Google Shape;9442;p65"/>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65"/>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65"/>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5" name="Google Shape;9445;p65"/>
          <p:cNvGrpSpPr/>
          <p:nvPr/>
        </p:nvGrpSpPr>
        <p:grpSpPr>
          <a:xfrm>
            <a:off x="4048787" y="2802769"/>
            <a:ext cx="283488" cy="198604"/>
            <a:chOff x="4048787" y="2977019"/>
            <a:chExt cx="283488" cy="198604"/>
          </a:xfrm>
        </p:grpSpPr>
        <p:sp>
          <p:nvSpPr>
            <p:cNvPr id="9446" name="Google Shape;9446;p65"/>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65"/>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65"/>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5"/>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65"/>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65"/>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2" name="Google Shape;9452;p65"/>
          <p:cNvGrpSpPr/>
          <p:nvPr/>
        </p:nvGrpSpPr>
        <p:grpSpPr>
          <a:xfrm>
            <a:off x="4054103" y="2255941"/>
            <a:ext cx="218687" cy="349052"/>
            <a:chOff x="4054103" y="2430191"/>
            <a:chExt cx="218687" cy="349052"/>
          </a:xfrm>
        </p:grpSpPr>
        <p:sp>
          <p:nvSpPr>
            <p:cNvPr id="9453" name="Google Shape;9453;p65"/>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65"/>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5" name="Google Shape;9455;p65"/>
          <p:cNvGrpSpPr/>
          <p:nvPr/>
        </p:nvGrpSpPr>
        <p:grpSpPr>
          <a:xfrm>
            <a:off x="2185128" y="2253299"/>
            <a:ext cx="382758" cy="356595"/>
            <a:chOff x="2185128" y="2427549"/>
            <a:chExt cx="382758" cy="356595"/>
          </a:xfrm>
        </p:grpSpPr>
        <p:sp>
          <p:nvSpPr>
            <p:cNvPr id="9456" name="Google Shape;9456;p65"/>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65"/>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65"/>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65"/>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0" name="Google Shape;9460;p65"/>
          <p:cNvGrpSpPr/>
          <p:nvPr/>
        </p:nvGrpSpPr>
        <p:grpSpPr>
          <a:xfrm>
            <a:off x="2656907" y="2265043"/>
            <a:ext cx="332757" cy="332343"/>
            <a:chOff x="2656907" y="2439293"/>
            <a:chExt cx="332757" cy="332343"/>
          </a:xfrm>
        </p:grpSpPr>
        <p:sp>
          <p:nvSpPr>
            <p:cNvPr id="9461" name="Google Shape;9461;p65"/>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65"/>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65"/>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65"/>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65"/>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65"/>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5"/>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8" name="Google Shape;9468;p65"/>
          <p:cNvGrpSpPr/>
          <p:nvPr/>
        </p:nvGrpSpPr>
        <p:grpSpPr>
          <a:xfrm>
            <a:off x="1731523" y="2248366"/>
            <a:ext cx="399435" cy="365698"/>
            <a:chOff x="1731523" y="2422616"/>
            <a:chExt cx="399435" cy="365698"/>
          </a:xfrm>
        </p:grpSpPr>
        <p:sp>
          <p:nvSpPr>
            <p:cNvPr id="9469" name="Google Shape;9469;p65"/>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65"/>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65"/>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2" name="Google Shape;9472;p65"/>
          <p:cNvGrpSpPr/>
          <p:nvPr/>
        </p:nvGrpSpPr>
        <p:grpSpPr>
          <a:xfrm>
            <a:off x="3097241" y="2259314"/>
            <a:ext cx="344883" cy="343387"/>
            <a:chOff x="3097241" y="2433564"/>
            <a:chExt cx="344883" cy="343387"/>
          </a:xfrm>
        </p:grpSpPr>
        <p:sp>
          <p:nvSpPr>
            <p:cNvPr id="9473" name="Google Shape;9473;p65"/>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65"/>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65"/>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65"/>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65"/>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65"/>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65"/>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65"/>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65"/>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2" name="Google Shape;9482;p65"/>
          <p:cNvGrpSpPr/>
          <p:nvPr/>
        </p:nvGrpSpPr>
        <p:grpSpPr>
          <a:xfrm>
            <a:off x="1278299" y="2265043"/>
            <a:ext cx="410829" cy="332343"/>
            <a:chOff x="1278299" y="2439293"/>
            <a:chExt cx="410829" cy="332343"/>
          </a:xfrm>
        </p:grpSpPr>
        <p:sp>
          <p:nvSpPr>
            <p:cNvPr id="9483" name="Google Shape;9483;p65"/>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65"/>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65"/>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65"/>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65"/>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65"/>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5"/>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65"/>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1" name="Google Shape;9491;p65"/>
          <p:cNvGrpSpPr/>
          <p:nvPr/>
        </p:nvGrpSpPr>
        <p:grpSpPr>
          <a:xfrm>
            <a:off x="2661459" y="1840751"/>
            <a:ext cx="322508" cy="273494"/>
            <a:chOff x="2661459" y="2015001"/>
            <a:chExt cx="322508" cy="273494"/>
          </a:xfrm>
        </p:grpSpPr>
        <p:sp>
          <p:nvSpPr>
            <p:cNvPr id="9492" name="Google Shape;9492;p65"/>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65"/>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4" name="Google Shape;9494;p65"/>
          <p:cNvGrpSpPr/>
          <p:nvPr/>
        </p:nvGrpSpPr>
        <p:grpSpPr>
          <a:xfrm>
            <a:off x="870939" y="2265043"/>
            <a:ext cx="331993" cy="331993"/>
            <a:chOff x="870939" y="2439293"/>
            <a:chExt cx="331993" cy="331993"/>
          </a:xfrm>
        </p:grpSpPr>
        <p:sp>
          <p:nvSpPr>
            <p:cNvPr id="9495" name="Google Shape;9495;p65"/>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65"/>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65"/>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65"/>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65"/>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65"/>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65"/>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65"/>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65"/>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65"/>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65"/>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65"/>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65"/>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65"/>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65"/>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5"/>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65"/>
          <p:cNvGrpSpPr/>
          <p:nvPr/>
        </p:nvGrpSpPr>
        <p:grpSpPr>
          <a:xfrm>
            <a:off x="6644957" y="2282103"/>
            <a:ext cx="371395" cy="278904"/>
            <a:chOff x="6644957" y="2456353"/>
            <a:chExt cx="371395" cy="278904"/>
          </a:xfrm>
        </p:grpSpPr>
        <p:sp>
          <p:nvSpPr>
            <p:cNvPr id="9512" name="Google Shape;9512;p65"/>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65"/>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65"/>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65"/>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65"/>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7" name="Google Shape;9517;p65"/>
          <p:cNvGrpSpPr/>
          <p:nvPr/>
        </p:nvGrpSpPr>
        <p:grpSpPr>
          <a:xfrm>
            <a:off x="5388757" y="2240409"/>
            <a:ext cx="260349" cy="362292"/>
            <a:chOff x="5388757" y="2414659"/>
            <a:chExt cx="260349" cy="362292"/>
          </a:xfrm>
        </p:grpSpPr>
        <p:sp>
          <p:nvSpPr>
            <p:cNvPr id="9518" name="Google Shape;9518;p65"/>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65"/>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65"/>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65"/>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65"/>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65"/>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65"/>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65"/>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65"/>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65"/>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65"/>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5"/>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5"/>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65"/>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65"/>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65"/>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65"/>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65"/>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5"/>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65"/>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8" name="Google Shape;9538;p65"/>
          <p:cNvGrpSpPr/>
          <p:nvPr/>
        </p:nvGrpSpPr>
        <p:grpSpPr>
          <a:xfrm>
            <a:off x="3567142" y="2731507"/>
            <a:ext cx="348288" cy="340331"/>
            <a:chOff x="3567142" y="2905757"/>
            <a:chExt cx="348288" cy="340331"/>
          </a:xfrm>
        </p:grpSpPr>
        <p:sp>
          <p:nvSpPr>
            <p:cNvPr id="9539" name="Google Shape;9539;p65"/>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65"/>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65"/>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65"/>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5"/>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4" name="Google Shape;9544;p65"/>
          <p:cNvGrpSpPr/>
          <p:nvPr/>
        </p:nvGrpSpPr>
        <p:grpSpPr>
          <a:xfrm>
            <a:off x="870939" y="1801571"/>
            <a:ext cx="332375" cy="350071"/>
            <a:chOff x="870939" y="1975821"/>
            <a:chExt cx="332375" cy="350071"/>
          </a:xfrm>
        </p:grpSpPr>
        <p:sp>
          <p:nvSpPr>
            <p:cNvPr id="9545" name="Google Shape;9545;p65"/>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65"/>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65"/>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5"/>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9" name="Google Shape;9549;p65"/>
          <p:cNvGrpSpPr/>
          <p:nvPr/>
        </p:nvGrpSpPr>
        <p:grpSpPr>
          <a:xfrm>
            <a:off x="7967103" y="2240791"/>
            <a:ext cx="355863" cy="361911"/>
            <a:chOff x="7967103" y="2415041"/>
            <a:chExt cx="355863" cy="361911"/>
          </a:xfrm>
        </p:grpSpPr>
        <p:sp>
          <p:nvSpPr>
            <p:cNvPr id="9550" name="Google Shape;9550;p65"/>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65"/>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5"/>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5"/>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5"/>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5"/>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5"/>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65"/>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65"/>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65"/>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5"/>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1" name="Google Shape;9561;p65"/>
          <p:cNvGrpSpPr/>
          <p:nvPr/>
        </p:nvGrpSpPr>
        <p:grpSpPr>
          <a:xfrm>
            <a:off x="7529411" y="2240409"/>
            <a:ext cx="355863" cy="362292"/>
            <a:chOff x="7529411" y="2414659"/>
            <a:chExt cx="355863" cy="362292"/>
          </a:xfrm>
        </p:grpSpPr>
        <p:sp>
          <p:nvSpPr>
            <p:cNvPr id="9562" name="Google Shape;9562;p65"/>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65"/>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5"/>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5"/>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5"/>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65"/>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65"/>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5"/>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65"/>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5"/>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5"/>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5"/>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4" name="Google Shape;9574;p65"/>
          <p:cNvGrpSpPr/>
          <p:nvPr/>
        </p:nvGrpSpPr>
        <p:grpSpPr>
          <a:xfrm>
            <a:off x="5733194" y="2257468"/>
            <a:ext cx="446826" cy="327059"/>
            <a:chOff x="5733194" y="2431718"/>
            <a:chExt cx="446826" cy="327059"/>
          </a:xfrm>
        </p:grpSpPr>
        <p:sp>
          <p:nvSpPr>
            <p:cNvPr id="9575" name="Google Shape;9575;p65"/>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65"/>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65"/>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8" name="Google Shape;9578;p65"/>
          <p:cNvGrpSpPr/>
          <p:nvPr/>
        </p:nvGrpSpPr>
        <p:grpSpPr>
          <a:xfrm>
            <a:off x="4876780" y="2243814"/>
            <a:ext cx="407774" cy="356627"/>
            <a:chOff x="4876780" y="2418064"/>
            <a:chExt cx="407774" cy="356627"/>
          </a:xfrm>
        </p:grpSpPr>
        <p:sp>
          <p:nvSpPr>
            <p:cNvPr id="9579" name="Google Shape;9579;p65"/>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5"/>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5"/>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5"/>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65"/>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65"/>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5"/>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5"/>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7" name="Google Shape;9587;p65"/>
          <p:cNvGrpSpPr/>
          <p:nvPr/>
        </p:nvGrpSpPr>
        <p:grpSpPr>
          <a:xfrm>
            <a:off x="7070872" y="2236621"/>
            <a:ext cx="398321" cy="371013"/>
            <a:chOff x="7070872" y="2410871"/>
            <a:chExt cx="398321" cy="371013"/>
          </a:xfrm>
        </p:grpSpPr>
        <p:sp>
          <p:nvSpPr>
            <p:cNvPr id="9588" name="Google Shape;9588;p65"/>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5"/>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5"/>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5"/>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92" name="Google Shape;9592;p65"/>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93" name="Google Shape;9593;p65"/>
          <p:cNvGrpSpPr/>
          <p:nvPr/>
        </p:nvGrpSpPr>
        <p:grpSpPr>
          <a:xfrm>
            <a:off x="5318259" y="2807861"/>
            <a:ext cx="371013" cy="220787"/>
            <a:chOff x="5318259" y="2982111"/>
            <a:chExt cx="371013" cy="220787"/>
          </a:xfrm>
        </p:grpSpPr>
        <p:sp>
          <p:nvSpPr>
            <p:cNvPr id="9594" name="Google Shape;9594;p65"/>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5"/>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5"/>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5"/>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65"/>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65"/>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5"/>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5"/>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2" name="Google Shape;9602;p65"/>
          <p:cNvGrpSpPr/>
          <p:nvPr/>
        </p:nvGrpSpPr>
        <p:grpSpPr>
          <a:xfrm>
            <a:off x="7073928" y="2731507"/>
            <a:ext cx="371395" cy="371809"/>
            <a:chOff x="7073928" y="2905757"/>
            <a:chExt cx="371395" cy="371809"/>
          </a:xfrm>
        </p:grpSpPr>
        <p:sp>
          <p:nvSpPr>
            <p:cNvPr id="9603" name="Google Shape;9603;p65"/>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5"/>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5"/>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6" name="Google Shape;9606;p65"/>
          <p:cNvGrpSpPr/>
          <p:nvPr/>
        </p:nvGrpSpPr>
        <p:grpSpPr>
          <a:xfrm>
            <a:off x="6188327" y="2781158"/>
            <a:ext cx="371395" cy="272857"/>
            <a:chOff x="6188327" y="2955408"/>
            <a:chExt cx="371395" cy="272857"/>
          </a:xfrm>
        </p:grpSpPr>
        <p:sp>
          <p:nvSpPr>
            <p:cNvPr id="9607" name="Google Shape;9607;p65"/>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5"/>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9" name="Google Shape;9609;p65"/>
          <p:cNvGrpSpPr/>
          <p:nvPr/>
        </p:nvGrpSpPr>
        <p:grpSpPr>
          <a:xfrm>
            <a:off x="7521454" y="2731889"/>
            <a:ext cx="359651" cy="371013"/>
            <a:chOff x="7521454" y="2906139"/>
            <a:chExt cx="359651" cy="371013"/>
          </a:xfrm>
        </p:grpSpPr>
        <p:sp>
          <p:nvSpPr>
            <p:cNvPr id="9610" name="Google Shape;9610;p65"/>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5"/>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65"/>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65"/>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5"/>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5" name="Google Shape;9615;p65"/>
          <p:cNvGrpSpPr/>
          <p:nvPr/>
        </p:nvGrpSpPr>
        <p:grpSpPr>
          <a:xfrm>
            <a:off x="5782845" y="2732271"/>
            <a:ext cx="301661" cy="371013"/>
            <a:chOff x="5782845" y="2906521"/>
            <a:chExt cx="301661" cy="371013"/>
          </a:xfrm>
        </p:grpSpPr>
        <p:sp>
          <p:nvSpPr>
            <p:cNvPr id="9616" name="Google Shape;9616;p65"/>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5"/>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65"/>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9" name="Google Shape;9619;p65"/>
          <p:cNvGrpSpPr/>
          <p:nvPr/>
        </p:nvGrpSpPr>
        <p:grpSpPr>
          <a:xfrm>
            <a:off x="3539102" y="2253299"/>
            <a:ext cx="355099" cy="355481"/>
            <a:chOff x="3539102" y="2427549"/>
            <a:chExt cx="355099" cy="355481"/>
          </a:xfrm>
        </p:grpSpPr>
        <p:sp>
          <p:nvSpPr>
            <p:cNvPr id="9620" name="Google Shape;9620;p65"/>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5"/>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2" name="Google Shape;9622;p65"/>
          <p:cNvGrpSpPr/>
          <p:nvPr/>
        </p:nvGrpSpPr>
        <p:grpSpPr>
          <a:xfrm>
            <a:off x="6630539" y="2743252"/>
            <a:ext cx="371777" cy="349434"/>
            <a:chOff x="6630539" y="2917502"/>
            <a:chExt cx="371777" cy="349434"/>
          </a:xfrm>
        </p:grpSpPr>
        <p:sp>
          <p:nvSpPr>
            <p:cNvPr id="9623" name="Google Shape;9623;p65"/>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65"/>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5"/>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5"/>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5"/>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5"/>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65"/>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0" name="Google Shape;9630;p65"/>
          <p:cNvGrpSpPr/>
          <p:nvPr/>
        </p:nvGrpSpPr>
        <p:grpSpPr>
          <a:xfrm>
            <a:off x="2171474" y="3194979"/>
            <a:ext cx="408156" cy="343737"/>
            <a:chOff x="2171474" y="3369229"/>
            <a:chExt cx="408156" cy="343737"/>
          </a:xfrm>
        </p:grpSpPr>
        <p:sp>
          <p:nvSpPr>
            <p:cNvPr id="9631" name="Google Shape;9631;p65"/>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5"/>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65"/>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65"/>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5" name="Google Shape;9635;p65"/>
          <p:cNvGrpSpPr/>
          <p:nvPr/>
        </p:nvGrpSpPr>
        <p:grpSpPr>
          <a:xfrm>
            <a:off x="4891198" y="2750858"/>
            <a:ext cx="334634" cy="334634"/>
            <a:chOff x="4891198" y="2925108"/>
            <a:chExt cx="334634" cy="334634"/>
          </a:xfrm>
        </p:grpSpPr>
        <p:sp>
          <p:nvSpPr>
            <p:cNvPr id="9636" name="Google Shape;9636;p65"/>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65"/>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5"/>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5"/>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5"/>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5"/>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5"/>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5"/>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4" name="Google Shape;9644;p65"/>
          <p:cNvGrpSpPr/>
          <p:nvPr/>
        </p:nvGrpSpPr>
        <p:grpSpPr>
          <a:xfrm>
            <a:off x="7976174" y="2750858"/>
            <a:ext cx="334666" cy="334634"/>
            <a:chOff x="7976174" y="2925108"/>
            <a:chExt cx="334666" cy="334634"/>
          </a:xfrm>
        </p:grpSpPr>
        <p:sp>
          <p:nvSpPr>
            <p:cNvPr id="9645" name="Google Shape;9645;p65"/>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5"/>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5"/>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65"/>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65"/>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5"/>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65"/>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65"/>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5"/>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4" name="Google Shape;9654;p65"/>
          <p:cNvGrpSpPr/>
          <p:nvPr/>
        </p:nvGrpSpPr>
        <p:grpSpPr>
          <a:xfrm>
            <a:off x="3091957" y="3199881"/>
            <a:ext cx="354717" cy="332757"/>
            <a:chOff x="3091957" y="3374131"/>
            <a:chExt cx="354717" cy="332757"/>
          </a:xfrm>
        </p:grpSpPr>
        <p:sp>
          <p:nvSpPr>
            <p:cNvPr id="9655" name="Google Shape;9655;p65"/>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65"/>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5"/>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65"/>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65"/>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65"/>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1" name="Google Shape;9661;p65"/>
          <p:cNvGrpSpPr/>
          <p:nvPr/>
        </p:nvGrpSpPr>
        <p:grpSpPr>
          <a:xfrm>
            <a:off x="3988156" y="3205960"/>
            <a:ext cx="353954" cy="318880"/>
            <a:chOff x="3988156" y="3380210"/>
            <a:chExt cx="353954" cy="318880"/>
          </a:xfrm>
        </p:grpSpPr>
        <p:sp>
          <p:nvSpPr>
            <p:cNvPr id="9662" name="Google Shape;9662;p65"/>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65"/>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65"/>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5"/>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5"/>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7" name="Google Shape;9667;p65"/>
          <p:cNvGrpSpPr/>
          <p:nvPr/>
        </p:nvGrpSpPr>
        <p:grpSpPr>
          <a:xfrm>
            <a:off x="3541011" y="3193070"/>
            <a:ext cx="348257" cy="346188"/>
            <a:chOff x="3541011" y="3367320"/>
            <a:chExt cx="348257" cy="346188"/>
          </a:xfrm>
        </p:grpSpPr>
        <p:sp>
          <p:nvSpPr>
            <p:cNvPr id="9668" name="Google Shape;9668;p65"/>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5"/>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5"/>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5"/>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65"/>
          <p:cNvGrpSpPr/>
          <p:nvPr/>
        </p:nvGrpSpPr>
        <p:grpSpPr>
          <a:xfrm>
            <a:off x="1314678" y="3183967"/>
            <a:ext cx="334666" cy="365348"/>
            <a:chOff x="1314678" y="3358217"/>
            <a:chExt cx="334666" cy="365348"/>
          </a:xfrm>
        </p:grpSpPr>
        <p:sp>
          <p:nvSpPr>
            <p:cNvPr id="9673" name="Google Shape;9673;p65"/>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5"/>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65"/>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65"/>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65"/>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8" name="Google Shape;9678;p65"/>
          <p:cNvGrpSpPr/>
          <p:nvPr/>
        </p:nvGrpSpPr>
        <p:grpSpPr>
          <a:xfrm>
            <a:off x="1748582" y="3198385"/>
            <a:ext cx="359269" cy="335780"/>
            <a:chOff x="1748582" y="3372635"/>
            <a:chExt cx="359269" cy="335780"/>
          </a:xfrm>
        </p:grpSpPr>
        <p:sp>
          <p:nvSpPr>
            <p:cNvPr id="9679" name="Google Shape;9679;p65"/>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0" name="Google Shape;9680;p65"/>
            <p:cNvGrpSpPr/>
            <p:nvPr/>
          </p:nvGrpSpPr>
          <p:grpSpPr>
            <a:xfrm>
              <a:off x="1748582" y="3372635"/>
              <a:ext cx="333520" cy="335780"/>
              <a:chOff x="1748582" y="3372635"/>
              <a:chExt cx="333520" cy="335780"/>
            </a:xfrm>
          </p:grpSpPr>
          <p:sp>
            <p:nvSpPr>
              <p:cNvPr id="9681" name="Google Shape;9681;p65"/>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5"/>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5"/>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84" name="Google Shape;9684;p65"/>
          <p:cNvGrpSpPr/>
          <p:nvPr/>
        </p:nvGrpSpPr>
        <p:grpSpPr>
          <a:xfrm>
            <a:off x="2640993" y="3183585"/>
            <a:ext cx="365348" cy="364966"/>
            <a:chOff x="2640993" y="3357835"/>
            <a:chExt cx="365348" cy="364966"/>
          </a:xfrm>
        </p:grpSpPr>
        <p:sp>
          <p:nvSpPr>
            <p:cNvPr id="9685" name="Google Shape;9685;p65"/>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5"/>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5"/>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5"/>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5"/>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5"/>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65"/>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5"/>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5"/>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5"/>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5" name="Google Shape;9695;p65"/>
          <p:cNvGrpSpPr/>
          <p:nvPr/>
        </p:nvGrpSpPr>
        <p:grpSpPr>
          <a:xfrm>
            <a:off x="4886264" y="3191924"/>
            <a:ext cx="350548" cy="350198"/>
            <a:chOff x="4886264" y="3366174"/>
            <a:chExt cx="350548" cy="350198"/>
          </a:xfrm>
        </p:grpSpPr>
        <p:sp>
          <p:nvSpPr>
            <p:cNvPr id="9696" name="Google Shape;9696;p65"/>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65"/>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5"/>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5"/>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5"/>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5"/>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5"/>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5"/>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5"/>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5"/>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5"/>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5"/>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5"/>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9" name="Google Shape;9709;p65"/>
          <p:cNvGrpSpPr/>
          <p:nvPr/>
        </p:nvGrpSpPr>
        <p:grpSpPr>
          <a:xfrm>
            <a:off x="5331913" y="3239697"/>
            <a:ext cx="347143" cy="254684"/>
            <a:chOff x="5331913" y="3413947"/>
            <a:chExt cx="347143" cy="254684"/>
          </a:xfrm>
        </p:grpSpPr>
        <p:sp>
          <p:nvSpPr>
            <p:cNvPr id="9710" name="Google Shape;9710;p65"/>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5"/>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5"/>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65"/>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5"/>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5"/>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6" name="Google Shape;9716;p65"/>
          <p:cNvGrpSpPr/>
          <p:nvPr/>
        </p:nvGrpSpPr>
        <p:grpSpPr>
          <a:xfrm>
            <a:off x="5776798" y="3235528"/>
            <a:ext cx="346379" cy="264518"/>
            <a:chOff x="5776798" y="3409778"/>
            <a:chExt cx="346379" cy="264518"/>
          </a:xfrm>
        </p:grpSpPr>
        <p:sp>
          <p:nvSpPr>
            <p:cNvPr id="9717" name="Google Shape;9717;p65"/>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5"/>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5"/>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5"/>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5"/>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5"/>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3" name="Google Shape;9723;p65"/>
          <p:cNvGrpSpPr/>
          <p:nvPr/>
        </p:nvGrpSpPr>
        <p:grpSpPr>
          <a:xfrm>
            <a:off x="7108015" y="3222255"/>
            <a:ext cx="344883" cy="290299"/>
            <a:chOff x="7108015" y="3396505"/>
            <a:chExt cx="344883" cy="290299"/>
          </a:xfrm>
        </p:grpSpPr>
        <p:sp>
          <p:nvSpPr>
            <p:cNvPr id="9724" name="Google Shape;9724;p65"/>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5"/>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5"/>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5"/>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8" name="Google Shape;9728;p65"/>
          <p:cNvGrpSpPr/>
          <p:nvPr/>
        </p:nvGrpSpPr>
        <p:grpSpPr>
          <a:xfrm>
            <a:off x="7551754" y="3216558"/>
            <a:ext cx="344883" cy="301311"/>
            <a:chOff x="7551754" y="3390808"/>
            <a:chExt cx="344883" cy="301311"/>
          </a:xfrm>
        </p:grpSpPr>
        <p:sp>
          <p:nvSpPr>
            <p:cNvPr id="9729" name="Google Shape;9729;p65"/>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5"/>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5"/>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5"/>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65"/>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65"/>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5"/>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5"/>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5"/>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5"/>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5"/>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0" name="Google Shape;9740;p65"/>
          <p:cNvGrpSpPr/>
          <p:nvPr/>
        </p:nvGrpSpPr>
        <p:grpSpPr>
          <a:xfrm>
            <a:off x="6707084" y="3213153"/>
            <a:ext cx="261145" cy="308504"/>
            <a:chOff x="6707084" y="3387403"/>
            <a:chExt cx="261145" cy="308504"/>
          </a:xfrm>
        </p:grpSpPr>
        <p:sp>
          <p:nvSpPr>
            <p:cNvPr id="9741" name="Google Shape;9741;p65"/>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5"/>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5"/>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5"/>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5" name="Google Shape;9745;p65"/>
          <p:cNvGrpSpPr/>
          <p:nvPr/>
        </p:nvGrpSpPr>
        <p:grpSpPr>
          <a:xfrm>
            <a:off x="848978" y="4123387"/>
            <a:ext cx="377824" cy="324418"/>
            <a:chOff x="848978" y="4297637"/>
            <a:chExt cx="377824" cy="324418"/>
          </a:xfrm>
        </p:grpSpPr>
        <p:sp>
          <p:nvSpPr>
            <p:cNvPr id="9746" name="Google Shape;9746;p65"/>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5"/>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8" name="Google Shape;9748;p65"/>
          <p:cNvGrpSpPr/>
          <p:nvPr/>
        </p:nvGrpSpPr>
        <p:grpSpPr>
          <a:xfrm>
            <a:off x="1754279" y="4112343"/>
            <a:ext cx="351439" cy="345965"/>
            <a:chOff x="1754279" y="4286593"/>
            <a:chExt cx="351439" cy="345965"/>
          </a:xfrm>
        </p:grpSpPr>
        <p:sp>
          <p:nvSpPr>
            <p:cNvPr id="9749" name="Google Shape;9749;p65"/>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5"/>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5"/>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65"/>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65"/>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4" name="Google Shape;9754;p65"/>
          <p:cNvGrpSpPr/>
          <p:nvPr/>
        </p:nvGrpSpPr>
        <p:grpSpPr>
          <a:xfrm>
            <a:off x="3996113" y="4116926"/>
            <a:ext cx="336512" cy="335048"/>
            <a:chOff x="3996113" y="4291176"/>
            <a:chExt cx="336512" cy="335048"/>
          </a:xfrm>
        </p:grpSpPr>
        <p:sp>
          <p:nvSpPr>
            <p:cNvPr id="9755" name="Google Shape;9755;p65"/>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5"/>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5"/>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58" name="Google Shape;9758;p65"/>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59" name="Google Shape;9759;p65"/>
          <p:cNvGrpSpPr/>
          <p:nvPr/>
        </p:nvGrpSpPr>
        <p:grpSpPr>
          <a:xfrm>
            <a:off x="2179081" y="4111261"/>
            <a:ext cx="397525" cy="348670"/>
            <a:chOff x="2179081" y="4285511"/>
            <a:chExt cx="397525" cy="348670"/>
          </a:xfrm>
        </p:grpSpPr>
        <p:sp>
          <p:nvSpPr>
            <p:cNvPr id="9760" name="Google Shape;9760;p65"/>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65"/>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2" name="Google Shape;9762;p65"/>
          <p:cNvGrpSpPr/>
          <p:nvPr/>
        </p:nvGrpSpPr>
        <p:grpSpPr>
          <a:xfrm>
            <a:off x="3584201" y="4120746"/>
            <a:ext cx="267574" cy="329415"/>
            <a:chOff x="3584201" y="4294996"/>
            <a:chExt cx="267574" cy="329415"/>
          </a:xfrm>
        </p:grpSpPr>
        <p:sp>
          <p:nvSpPr>
            <p:cNvPr id="9763" name="Google Shape;9763;p65"/>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65"/>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5"/>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5"/>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7" name="Google Shape;9767;p65"/>
          <p:cNvGrpSpPr/>
          <p:nvPr/>
        </p:nvGrpSpPr>
        <p:grpSpPr>
          <a:xfrm>
            <a:off x="3082855" y="4121478"/>
            <a:ext cx="375946" cy="327823"/>
            <a:chOff x="3082855" y="4295728"/>
            <a:chExt cx="375946" cy="327823"/>
          </a:xfrm>
        </p:grpSpPr>
        <p:sp>
          <p:nvSpPr>
            <p:cNvPr id="9768" name="Google Shape;9768;p65"/>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5"/>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65"/>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65"/>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5"/>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5"/>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65"/>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5"/>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65"/>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65"/>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5"/>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65"/>
          <p:cNvGrpSpPr/>
          <p:nvPr/>
        </p:nvGrpSpPr>
        <p:grpSpPr>
          <a:xfrm>
            <a:off x="2749016" y="4116926"/>
            <a:ext cx="150831" cy="336926"/>
            <a:chOff x="2749016" y="4291176"/>
            <a:chExt cx="150831" cy="336926"/>
          </a:xfrm>
        </p:grpSpPr>
        <p:sp>
          <p:nvSpPr>
            <p:cNvPr id="9780" name="Google Shape;9780;p65"/>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5"/>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5"/>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65"/>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4" name="Google Shape;9784;p65"/>
          <p:cNvGrpSpPr/>
          <p:nvPr/>
        </p:nvGrpSpPr>
        <p:grpSpPr>
          <a:xfrm>
            <a:off x="7127716" y="4105182"/>
            <a:ext cx="248254" cy="361942"/>
            <a:chOff x="7127716" y="4279432"/>
            <a:chExt cx="248254" cy="361942"/>
          </a:xfrm>
        </p:grpSpPr>
        <p:sp>
          <p:nvSpPr>
            <p:cNvPr id="9785" name="Google Shape;9785;p65"/>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5"/>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5"/>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65"/>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65"/>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5"/>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65"/>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65"/>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65"/>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4" name="Google Shape;9794;p65"/>
          <p:cNvGrpSpPr/>
          <p:nvPr/>
        </p:nvGrpSpPr>
        <p:grpSpPr>
          <a:xfrm>
            <a:off x="7565408" y="4105182"/>
            <a:ext cx="248255" cy="361942"/>
            <a:chOff x="7565408" y="4279432"/>
            <a:chExt cx="248255" cy="361942"/>
          </a:xfrm>
        </p:grpSpPr>
        <p:sp>
          <p:nvSpPr>
            <p:cNvPr id="9795" name="Google Shape;9795;p65"/>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65"/>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5"/>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5"/>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65"/>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5"/>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65"/>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65"/>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3" name="Google Shape;9803;p65"/>
          <p:cNvGrpSpPr/>
          <p:nvPr/>
        </p:nvGrpSpPr>
        <p:grpSpPr>
          <a:xfrm>
            <a:off x="6264109" y="4105182"/>
            <a:ext cx="225498" cy="361560"/>
            <a:chOff x="6264109" y="4279432"/>
            <a:chExt cx="225498" cy="361560"/>
          </a:xfrm>
        </p:grpSpPr>
        <p:sp>
          <p:nvSpPr>
            <p:cNvPr id="9804" name="Google Shape;9804;p65"/>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5"/>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6" name="Google Shape;9806;p65"/>
          <p:cNvGrpSpPr/>
          <p:nvPr/>
        </p:nvGrpSpPr>
        <p:grpSpPr>
          <a:xfrm>
            <a:off x="7929578" y="4110115"/>
            <a:ext cx="395266" cy="351312"/>
            <a:chOff x="7929578" y="4284365"/>
            <a:chExt cx="395266" cy="351312"/>
          </a:xfrm>
        </p:grpSpPr>
        <p:sp>
          <p:nvSpPr>
            <p:cNvPr id="9807" name="Google Shape;9807;p65"/>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65"/>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5"/>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5"/>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1" name="Google Shape;9811;p65"/>
          <p:cNvGrpSpPr/>
          <p:nvPr/>
        </p:nvGrpSpPr>
        <p:grpSpPr>
          <a:xfrm>
            <a:off x="6595502" y="4149527"/>
            <a:ext cx="426315" cy="332826"/>
            <a:chOff x="6639652" y="4323777"/>
            <a:chExt cx="426315" cy="332826"/>
          </a:xfrm>
        </p:grpSpPr>
        <p:sp>
          <p:nvSpPr>
            <p:cNvPr id="9812" name="Google Shape;9812;p65"/>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5"/>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65"/>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5"/>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5"/>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65"/>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65"/>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5"/>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5"/>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5"/>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2" name="Google Shape;9822;p65"/>
          <p:cNvGrpSpPr/>
          <p:nvPr/>
        </p:nvGrpSpPr>
        <p:grpSpPr>
          <a:xfrm>
            <a:off x="5357662" y="4123387"/>
            <a:ext cx="287275" cy="326296"/>
            <a:chOff x="5357662" y="4297637"/>
            <a:chExt cx="287275" cy="326296"/>
          </a:xfrm>
        </p:grpSpPr>
        <p:sp>
          <p:nvSpPr>
            <p:cNvPr id="9823" name="Google Shape;9823;p65"/>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5"/>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65"/>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65"/>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5"/>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8" name="Google Shape;9828;p65"/>
          <p:cNvGrpSpPr/>
          <p:nvPr/>
        </p:nvGrpSpPr>
        <p:grpSpPr>
          <a:xfrm>
            <a:off x="5774124" y="4120300"/>
            <a:ext cx="331611" cy="331674"/>
            <a:chOff x="5774124" y="4294550"/>
            <a:chExt cx="331611" cy="331674"/>
          </a:xfrm>
        </p:grpSpPr>
        <p:sp>
          <p:nvSpPr>
            <p:cNvPr id="9829" name="Google Shape;9829;p65"/>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65"/>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1" name="Google Shape;9831;p65"/>
          <p:cNvGrpSpPr/>
          <p:nvPr/>
        </p:nvGrpSpPr>
        <p:grpSpPr>
          <a:xfrm>
            <a:off x="4890434" y="4113139"/>
            <a:ext cx="345997" cy="346029"/>
            <a:chOff x="4890434" y="4287389"/>
            <a:chExt cx="345997" cy="346029"/>
          </a:xfrm>
        </p:grpSpPr>
        <p:sp>
          <p:nvSpPr>
            <p:cNvPr id="9832" name="Google Shape;9832;p65"/>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65"/>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5"/>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65"/>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5"/>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5"/>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5"/>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9" name="Google Shape;9839;p65"/>
          <p:cNvGrpSpPr/>
          <p:nvPr/>
        </p:nvGrpSpPr>
        <p:grpSpPr>
          <a:xfrm>
            <a:off x="2165809" y="3636809"/>
            <a:ext cx="422542" cy="342973"/>
            <a:chOff x="2165809" y="3811059"/>
            <a:chExt cx="422542" cy="342973"/>
          </a:xfrm>
        </p:grpSpPr>
        <p:sp>
          <p:nvSpPr>
            <p:cNvPr id="9840" name="Google Shape;9840;p65"/>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5"/>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5"/>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5"/>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5"/>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65"/>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65"/>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65"/>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65"/>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65"/>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65"/>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65"/>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65"/>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65"/>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5"/>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65"/>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65"/>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5"/>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58" name="Google Shape;9858;p65"/>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59" name="Google Shape;9859;p65"/>
          <p:cNvGrpSpPr/>
          <p:nvPr/>
        </p:nvGrpSpPr>
        <p:grpSpPr>
          <a:xfrm>
            <a:off x="903530" y="3631875"/>
            <a:ext cx="264550" cy="353222"/>
            <a:chOff x="903530" y="3806125"/>
            <a:chExt cx="264550" cy="353222"/>
          </a:xfrm>
        </p:grpSpPr>
        <p:sp>
          <p:nvSpPr>
            <p:cNvPr id="9860" name="Google Shape;9860;p65"/>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5"/>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65"/>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65"/>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4" name="Google Shape;9864;p65"/>
          <p:cNvGrpSpPr/>
          <p:nvPr/>
        </p:nvGrpSpPr>
        <p:grpSpPr>
          <a:xfrm>
            <a:off x="850092" y="3178684"/>
            <a:ext cx="369517" cy="375660"/>
            <a:chOff x="850092" y="3352934"/>
            <a:chExt cx="369517" cy="375660"/>
          </a:xfrm>
        </p:grpSpPr>
        <p:sp>
          <p:nvSpPr>
            <p:cNvPr id="9865" name="Google Shape;9865;p65"/>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65"/>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5"/>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65"/>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65"/>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0" name="Google Shape;9870;p65"/>
          <p:cNvGrpSpPr/>
          <p:nvPr/>
        </p:nvGrpSpPr>
        <p:grpSpPr>
          <a:xfrm>
            <a:off x="2611458" y="3642124"/>
            <a:ext cx="426329" cy="332375"/>
            <a:chOff x="2611458" y="3816374"/>
            <a:chExt cx="426329" cy="332375"/>
          </a:xfrm>
        </p:grpSpPr>
        <p:sp>
          <p:nvSpPr>
            <p:cNvPr id="9871" name="Google Shape;9871;p65"/>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65"/>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65"/>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65"/>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5"/>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5"/>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65"/>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65"/>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5"/>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5"/>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81" name="Google Shape;9881;p65"/>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82" name="Google Shape;9882;p65"/>
          <p:cNvGrpSpPr/>
          <p:nvPr/>
        </p:nvGrpSpPr>
        <p:grpSpPr>
          <a:xfrm>
            <a:off x="4019984" y="3631143"/>
            <a:ext cx="293704" cy="353954"/>
            <a:chOff x="4019984" y="3805393"/>
            <a:chExt cx="293704" cy="353954"/>
          </a:xfrm>
        </p:grpSpPr>
        <p:sp>
          <p:nvSpPr>
            <p:cNvPr id="9883" name="Google Shape;9883;p65"/>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65"/>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5" name="Google Shape;9885;p65"/>
          <p:cNvGrpSpPr/>
          <p:nvPr/>
        </p:nvGrpSpPr>
        <p:grpSpPr>
          <a:xfrm>
            <a:off x="8006505" y="3215794"/>
            <a:ext cx="323654" cy="303189"/>
            <a:chOff x="8006505" y="3390044"/>
            <a:chExt cx="323654" cy="303189"/>
          </a:xfrm>
        </p:grpSpPr>
        <p:sp>
          <p:nvSpPr>
            <p:cNvPr id="9886" name="Google Shape;9886;p65"/>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65"/>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65"/>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5"/>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65"/>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65"/>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2" name="Google Shape;9892;p65"/>
          <p:cNvGrpSpPr/>
          <p:nvPr/>
        </p:nvGrpSpPr>
        <p:grpSpPr>
          <a:xfrm>
            <a:off x="1299146" y="3632257"/>
            <a:ext cx="367990" cy="351312"/>
            <a:chOff x="1299146" y="3806507"/>
            <a:chExt cx="367990" cy="351312"/>
          </a:xfrm>
        </p:grpSpPr>
        <p:sp>
          <p:nvSpPr>
            <p:cNvPr id="9893" name="Google Shape;9893;p65"/>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65"/>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5" name="Google Shape;9895;p65"/>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96" name="Google Shape;9896;p65"/>
          <p:cNvGrpSpPr/>
          <p:nvPr/>
        </p:nvGrpSpPr>
        <p:grpSpPr>
          <a:xfrm>
            <a:off x="7550258" y="3658420"/>
            <a:ext cx="371395" cy="301279"/>
            <a:chOff x="7550258" y="3832670"/>
            <a:chExt cx="371395" cy="301279"/>
          </a:xfrm>
        </p:grpSpPr>
        <p:sp>
          <p:nvSpPr>
            <p:cNvPr id="9897" name="Google Shape;9897;p65"/>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65"/>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5"/>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5"/>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65"/>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65"/>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5"/>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5"/>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65"/>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65"/>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5"/>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5"/>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5"/>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5"/>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65"/>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65"/>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65"/>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5"/>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15" name="Google Shape;9915;p65"/>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16" name="Google Shape;9916;p65"/>
          <p:cNvGrpSpPr/>
          <p:nvPr/>
        </p:nvGrpSpPr>
        <p:grpSpPr>
          <a:xfrm>
            <a:off x="6659725" y="3633785"/>
            <a:ext cx="367608" cy="350548"/>
            <a:chOff x="6659725" y="3808035"/>
            <a:chExt cx="367608" cy="350548"/>
          </a:xfrm>
        </p:grpSpPr>
        <p:sp>
          <p:nvSpPr>
            <p:cNvPr id="9917" name="Google Shape;9917;p65"/>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5"/>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9" name="Google Shape;9919;p65"/>
          <p:cNvGrpSpPr/>
          <p:nvPr/>
        </p:nvGrpSpPr>
        <p:grpSpPr>
          <a:xfrm>
            <a:off x="6219391" y="3642506"/>
            <a:ext cx="356627" cy="334252"/>
            <a:chOff x="6219391" y="3816756"/>
            <a:chExt cx="356627" cy="334252"/>
          </a:xfrm>
        </p:grpSpPr>
        <p:sp>
          <p:nvSpPr>
            <p:cNvPr id="9920" name="Google Shape;9920;p65"/>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5"/>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65"/>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65"/>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4" name="Google Shape;9924;p65"/>
          <p:cNvGrpSpPr/>
          <p:nvPr/>
        </p:nvGrpSpPr>
        <p:grpSpPr>
          <a:xfrm>
            <a:off x="5778676" y="3652722"/>
            <a:ext cx="349052" cy="313055"/>
            <a:chOff x="5778676" y="3826972"/>
            <a:chExt cx="349052" cy="313055"/>
          </a:xfrm>
        </p:grpSpPr>
        <p:sp>
          <p:nvSpPr>
            <p:cNvPr id="9925" name="Google Shape;9925;p65"/>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65"/>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65"/>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5"/>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5"/>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0" name="Google Shape;9930;p65"/>
          <p:cNvGrpSpPr/>
          <p:nvPr/>
        </p:nvGrpSpPr>
        <p:grpSpPr>
          <a:xfrm>
            <a:off x="5355784" y="3660297"/>
            <a:ext cx="299019" cy="297905"/>
            <a:chOff x="5355784" y="3834547"/>
            <a:chExt cx="299019" cy="297905"/>
          </a:xfrm>
        </p:grpSpPr>
        <p:sp>
          <p:nvSpPr>
            <p:cNvPr id="9931" name="Google Shape;9931;p65"/>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5"/>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65"/>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65"/>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5" name="Google Shape;9935;p65"/>
          <p:cNvGrpSpPr/>
          <p:nvPr/>
        </p:nvGrpSpPr>
        <p:grpSpPr>
          <a:xfrm>
            <a:off x="8036455" y="3633021"/>
            <a:ext cx="292176" cy="353985"/>
            <a:chOff x="8036455" y="3807271"/>
            <a:chExt cx="292176" cy="353985"/>
          </a:xfrm>
        </p:grpSpPr>
        <p:sp>
          <p:nvSpPr>
            <p:cNvPr id="9936" name="Google Shape;9936;p65"/>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65"/>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38" name="Google Shape;9938;p65"/>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9939" name="Google Shape;9939;p65"/>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grpSp>
        <p:nvGrpSpPr>
          <p:cNvPr id="9940" name="Google Shape;9940;p65"/>
          <p:cNvGrpSpPr/>
          <p:nvPr/>
        </p:nvGrpSpPr>
        <p:grpSpPr>
          <a:xfrm>
            <a:off x="4874902" y="3634549"/>
            <a:ext cx="345615" cy="350835"/>
            <a:chOff x="4874902" y="3808799"/>
            <a:chExt cx="345615" cy="350835"/>
          </a:xfrm>
        </p:grpSpPr>
        <p:sp>
          <p:nvSpPr>
            <p:cNvPr id="9941" name="Google Shape;9941;p65"/>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65"/>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65"/>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5"/>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5"/>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65"/>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5"/>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5"/>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65"/>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65"/>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5"/>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5"/>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5"/>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5"/>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5"/>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5"/>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65"/>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8" name="Google Shape;9958;p65"/>
          <p:cNvGrpSpPr/>
          <p:nvPr/>
        </p:nvGrpSpPr>
        <p:grpSpPr>
          <a:xfrm>
            <a:off x="3095745" y="3631143"/>
            <a:ext cx="352840" cy="354717"/>
            <a:chOff x="3095745" y="3805393"/>
            <a:chExt cx="352840" cy="354717"/>
          </a:xfrm>
        </p:grpSpPr>
        <p:sp>
          <p:nvSpPr>
            <p:cNvPr id="9959" name="Google Shape;9959;p65"/>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65"/>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5"/>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65"/>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65"/>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5"/>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68"/>
        <p:cNvGrpSpPr/>
        <p:nvPr/>
      </p:nvGrpSpPr>
      <p:grpSpPr>
        <a:xfrm>
          <a:off x="0" y="0"/>
          <a:ext cx="0" cy="0"/>
          <a:chOff x="0" y="0"/>
          <a:chExt cx="0" cy="0"/>
        </a:xfrm>
      </p:grpSpPr>
      <p:grpSp>
        <p:nvGrpSpPr>
          <p:cNvPr id="9969" name="Google Shape;9969;p66"/>
          <p:cNvGrpSpPr/>
          <p:nvPr/>
        </p:nvGrpSpPr>
        <p:grpSpPr>
          <a:xfrm>
            <a:off x="2733780" y="4039081"/>
            <a:ext cx="342144" cy="362704"/>
            <a:chOff x="2704005" y="4258781"/>
            <a:chExt cx="342144" cy="362704"/>
          </a:xfrm>
        </p:grpSpPr>
        <p:sp>
          <p:nvSpPr>
            <p:cNvPr id="9970" name="Google Shape;9970;p66"/>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6"/>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66"/>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6"/>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6"/>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6"/>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66"/>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66"/>
          <p:cNvGrpSpPr/>
          <p:nvPr/>
        </p:nvGrpSpPr>
        <p:grpSpPr>
          <a:xfrm>
            <a:off x="2157462" y="4083096"/>
            <a:ext cx="347435" cy="363370"/>
            <a:chOff x="2157462" y="4258496"/>
            <a:chExt cx="347435" cy="363370"/>
          </a:xfrm>
        </p:grpSpPr>
        <p:sp>
          <p:nvSpPr>
            <p:cNvPr id="9978" name="Google Shape;9978;p66"/>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6"/>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6"/>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1" name="Google Shape;9981;p66"/>
          <p:cNvGrpSpPr/>
          <p:nvPr/>
        </p:nvGrpSpPr>
        <p:grpSpPr>
          <a:xfrm>
            <a:off x="4010963" y="3588381"/>
            <a:ext cx="343665" cy="363211"/>
            <a:chOff x="4010963" y="3763781"/>
            <a:chExt cx="343665" cy="363211"/>
          </a:xfrm>
        </p:grpSpPr>
        <p:sp>
          <p:nvSpPr>
            <p:cNvPr id="9982" name="Google Shape;9982;p66"/>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6"/>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6"/>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66"/>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6"/>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7" name="Google Shape;9987;p66"/>
          <p:cNvGrpSpPr/>
          <p:nvPr/>
        </p:nvGrpSpPr>
        <p:grpSpPr>
          <a:xfrm>
            <a:off x="2214042" y="3635109"/>
            <a:ext cx="368153" cy="311193"/>
            <a:chOff x="2214042" y="3810509"/>
            <a:chExt cx="368153" cy="311193"/>
          </a:xfrm>
        </p:grpSpPr>
        <p:sp>
          <p:nvSpPr>
            <p:cNvPr id="9988" name="Google Shape;9988;p66"/>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6"/>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0" name="Google Shape;9990;p66"/>
          <p:cNvGrpSpPr/>
          <p:nvPr/>
        </p:nvGrpSpPr>
        <p:grpSpPr>
          <a:xfrm>
            <a:off x="1797413" y="3606819"/>
            <a:ext cx="367805" cy="367773"/>
            <a:chOff x="1768938" y="3782219"/>
            <a:chExt cx="367805" cy="367773"/>
          </a:xfrm>
        </p:grpSpPr>
        <p:sp>
          <p:nvSpPr>
            <p:cNvPr id="9991" name="Google Shape;9991;p66"/>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6"/>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6"/>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6"/>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66"/>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6" name="Google Shape;9996;p66"/>
          <p:cNvGrpSpPr/>
          <p:nvPr/>
        </p:nvGrpSpPr>
        <p:grpSpPr>
          <a:xfrm>
            <a:off x="2681385" y="3623039"/>
            <a:ext cx="325544" cy="327413"/>
            <a:chOff x="2681385" y="3798439"/>
            <a:chExt cx="325544" cy="327413"/>
          </a:xfrm>
        </p:grpSpPr>
        <p:sp>
          <p:nvSpPr>
            <p:cNvPr id="9997" name="Google Shape;9997;p66"/>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66"/>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66"/>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66"/>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66"/>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66"/>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6"/>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4" name="Google Shape;10004;p66"/>
          <p:cNvGrpSpPr/>
          <p:nvPr/>
        </p:nvGrpSpPr>
        <p:grpSpPr>
          <a:xfrm>
            <a:off x="6243928" y="4088102"/>
            <a:ext cx="274254" cy="350824"/>
            <a:chOff x="6243928" y="4263502"/>
            <a:chExt cx="274254" cy="350824"/>
          </a:xfrm>
        </p:grpSpPr>
        <p:sp>
          <p:nvSpPr>
            <p:cNvPr id="10005" name="Google Shape;10005;p66"/>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6"/>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6"/>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6"/>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66"/>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66"/>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6"/>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6"/>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3" name="Google Shape;10013;p66"/>
          <p:cNvGrpSpPr/>
          <p:nvPr/>
        </p:nvGrpSpPr>
        <p:grpSpPr>
          <a:xfrm>
            <a:off x="3560600" y="3587938"/>
            <a:ext cx="352345" cy="363655"/>
            <a:chOff x="3560600" y="3763338"/>
            <a:chExt cx="352345" cy="363655"/>
          </a:xfrm>
        </p:grpSpPr>
        <p:sp>
          <p:nvSpPr>
            <p:cNvPr id="10014" name="Google Shape;10014;p66"/>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6"/>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66"/>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7" name="Google Shape;10017;p66"/>
          <p:cNvGrpSpPr/>
          <p:nvPr/>
        </p:nvGrpSpPr>
        <p:grpSpPr>
          <a:xfrm>
            <a:off x="5790556" y="4085852"/>
            <a:ext cx="279513" cy="356083"/>
            <a:chOff x="5790556" y="4261252"/>
            <a:chExt cx="279513" cy="356083"/>
          </a:xfrm>
        </p:grpSpPr>
        <p:sp>
          <p:nvSpPr>
            <p:cNvPr id="10018" name="Google Shape;10018;p66"/>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6"/>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6"/>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66"/>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6"/>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6"/>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66"/>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5" name="Google Shape;10025;p66"/>
          <p:cNvGrpSpPr/>
          <p:nvPr/>
        </p:nvGrpSpPr>
        <p:grpSpPr>
          <a:xfrm>
            <a:off x="5341333" y="4085852"/>
            <a:ext cx="278752" cy="356463"/>
            <a:chOff x="5341333" y="4261252"/>
            <a:chExt cx="278752" cy="356463"/>
          </a:xfrm>
        </p:grpSpPr>
        <p:sp>
          <p:nvSpPr>
            <p:cNvPr id="10026" name="Google Shape;10026;p66"/>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6"/>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6"/>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6"/>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6"/>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66"/>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6"/>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33" name="Google Shape;10033;p66"/>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34" name="Google Shape;10034;p66"/>
          <p:cNvGrpSpPr/>
          <p:nvPr/>
        </p:nvGrpSpPr>
        <p:grpSpPr>
          <a:xfrm>
            <a:off x="3103646" y="3590676"/>
            <a:ext cx="360233" cy="362451"/>
            <a:chOff x="3107608" y="3763401"/>
            <a:chExt cx="360233" cy="362451"/>
          </a:xfrm>
        </p:grpSpPr>
        <p:sp>
          <p:nvSpPr>
            <p:cNvPr id="10035" name="Google Shape;10035;p66"/>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6"/>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66"/>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8" name="Google Shape;10038;p66"/>
          <p:cNvGrpSpPr/>
          <p:nvPr/>
        </p:nvGrpSpPr>
        <p:grpSpPr>
          <a:xfrm>
            <a:off x="889343" y="3625827"/>
            <a:ext cx="351585" cy="339705"/>
            <a:chOff x="889343" y="3801227"/>
            <a:chExt cx="351585" cy="339705"/>
          </a:xfrm>
        </p:grpSpPr>
        <p:sp>
          <p:nvSpPr>
            <p:cNvPr id="10039" name="Google Shape;10039;p66"/>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66"/>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66"/>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6"/>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6"/>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4" name="Google Shape;10044;p66"/>
          <p:cNvGrpSpPr/>
          <p:nvPr/>
        </p:nvGrpSpPr>
        <p:grpSpPr>
          <a:xfrm>
            <a:off x="4896609" y="4085472"/>
            <a:ext cx="278784" cy="355323"/>
            <a:chOff x="4896609" y="4260872"/>
            <a:chExt cx="278784" cy="355323"/>
          </a:xfrm>
        </p:grpSpPr>
        <p:sp>
          <p:nvSpPr>
            <p:cNvPr id="10045" name="Google Shape;10045;p66"/>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66"/>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6"/>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6"/>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66"/>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66"/>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1" name="Google Shape;10051;p66"/>
          <p:cNvGrpSpPr/>
          <p:nvPr/>
        </p:nvGrpSpPr>
        <p:grpSpPr>
          <a:xfrm>
            <a:off x="7598438" y="4090731"/>
            <a:ext cx="260283" cy="345914"/>
            <a:chOff x="7598438" y="4266131"/>
            <a:chExt cx="260283" cy="345914"/>
          </a:xfrm>
        </p:grpSpPr>
        <p:sp>
          <p:nvSpPr>
            <p:cNvPr id="10052" name="Google Shape;10052;p66"/>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66"/>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6"/>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66"/>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66"/>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66"/>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6"/>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9" name="Google Shape;10059;p66"/>
          <p:cNvGrpSpPr/>
          <p:nvPr/>
        </p:nvGrpSpPr>
        <p:grpSpPr>
          <a:xfrm>
            <a:off x="1767069" y="3184746"/>
            <a:ext cx="286324" cy="348163"/>
            <a:chOff x="1767069" y="3360146"/>
            <a:chExt cx="286324" cy="348163"/>
          </a:xfrm>
        </p:grpSpPr>
        <p:sp>
          <p:nvSpPr>
            <p:cNvPr id="10060" name="Google Shape;10060;p66"/>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6"/>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6"/>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6"/>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66"/>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66"/>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6"/>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7" name="Google Shape;10067;p66"/>
          <p:cNvGrpSpPr/>
          <p:nvPr/>
        </p:nvGrpSpPr>
        <p:grpSpPr>
          <a:xfrm>
            <a:off x="7149944" y="4090731"/>
            <a:ext cx="260283" cy="345914"/>
            <a:chOff x="7149944" y="4266131"/>
            <a:chExt cx="260283" cy="345914"/>
          </a:xfrm>
        </p:grpSpPr>
        <p:sp>
          <p:nvSpPr>
            <p:cNvPr id="10068" name="Google Shape;10068;p66"/>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66"/>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66"/>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6"/>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66"/>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66"/>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4" name="Google Shape;10074;p66"/>
          <p:cNvGrpSpPr/>
          <p:nvPr/>
        </p:nvGrpSpPr>
        <p:grpSpPr>
          <a:xfrm>
            <a:off x="6695051" y="4083951"/>
            <a:ext cx="270104" cy="360233"/>
            <a:chOff x="6695051" y="4259351"/>
            <a:chExt cx="270104" cy="360233"/>
          </a:xfrm>
        </p:grpSpPr>
        <p:sp>
          <p:nvSpPr>
            <p:cNvPr id="10075" name="Google Shape;10075;p66"/>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66"/>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66"/>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6"/>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9" name="Google Shape;10079;p66"/>
          <p:cNvGrpSpPr/>
          <p:nvPr/>
        </p:nvGrpSpPr>
        <p:grpSpPr>
          <a:xfrm>
            <a:off x="8047661" y="4082051"/>
            <a:ext cx="277263" cy="362514"/>
            <a:chOff x="8047661" y="4257451"/>
            <a:chExt cx="277263" cy="362514"/>
          </a:xfrm>
        </p:grpSpPr>
        <p:sp>
          <p:nvSpPr>
            <p:cNvPr id="10080" name="Google Shape;10080;p66"/>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6"/>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6"/>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6"/>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66"/>
          <p:cNvGrpSpPr/>
          <p:nvPr/>
        </p:nvGrpSpPr>
        <p:grpSpPr>
          <a:xfrm>
            <a:off x="6248078" y="3609068"/>
            <a:ext cx="277263" cy="356115"/>
            <a:chOff x="6248078" y="3784468"/>
            <a:chExt cx="277263" cy="356115"/>
          </a:xfrm>
        </p:grpSpPr>
        <p:sp>
          <p:nvSpPr>
            <p:cNvPr id="10085" name="Google Shape;10085;p66"/>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66"/>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6"/>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66"/>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66"/>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66"/>
          <p:cNvGrpSpPr/>
          <p:nvPr/>
        </p:nvGrpSpPr>
        <p:grpSpPr>
          <a:xfrm>
            <a:off x="5800725" y="3610589"/>
            <a:ext cx="277644" cy="354594"/>
            <a:chOff x="5800725" y="3785989"/>
            <a:chExt cx="277644" cy="354594"/>
          </a:xfrm>
        </p:grpSpPr>
        <p:sp>
          <p:nvSpPr>
            <p:cNvPr id="10091" name="Google Shape;10091;p66"/>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6"/>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66"/>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66"/>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6"/>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66"/>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66"/>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8" name="Google Shape;10098;p66"/>
          <p:cNvGrpSpPr/>
          <p:nvPr/>
        </p:nvGrpSpPr>
        <p:grpSpPr>
          <a:xfrm>
            <a:off x="2206122" y="3185348"/>
            <a:ext cx="308183" cy="347561"/>
            <a:chOff x="2206122" y="3360748"/>
            <a:chExt cx="308183" cy="347561"/>
          </a:xfrm>
        </p:grpSpPr>
        <p:sp>
          <p:nvSpPr>
            <p:cNvPr id="10099" name="Google Shape;10099;p66"/>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6"/>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6"/>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66"/>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6"/>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4" name="Google Shape;10104;p66"/>
          <p:cNvGrpSpPr/>
          <p:nvPr/>
        </p:nvGrpSpPr>
        <p:grpSpPr>
          <a:xfrm>
            <a:off x="5353403" y="3610209"/>
            <a:ext cx="277992" cy="354974"/>
            <a:chOff x="5353403" y="3785609"/>
            <a:chExt cx="277992" cy="354974"/>
          </a:xfrm>
        </p:grpSpPr>
        <p:sp>
          <p:nvSpPr>
            <p:cNvPr id="10105" name="Google Shape;10105;p66"/>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66"/>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6"/>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66"/>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66"/>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6"/>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1" name="Google Shape;10111;p66"/>
          <p:cNvGrpSpPr/>
          <p:nvPr/>
        </p:nvGrpSpPr>
        <p:grpSpPr>
          <a:xfrm>
            <a:off x="4896229" y="3610589"/>
            <a:ext cx="278784" cy="354594"/>
            <a:chOff x="4896229" y="3785989"/>
            <a:chExt cx="278784" cy="354594"/>
          </a:xfrm>
        </p:grpSpPr>
        <p:sp>
          <p:nvSpPr>
            <p:cNvPr id="10112" name="Google Shape;10112;p66"/>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66"/>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66"/>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6"/>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6"/>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6"/>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8" name="Google Shape;10118;p66"/>
          <p:cNvGrpSpPr/>
          <p:nvPr/>
        </p:nvGrpSpPr>
        <p:grpSpPr>
          <a:xfrm>
            <a:off x="7592387" y="3612458"/>
            <a:ext cx="273874" cy="351204"/>
            <a:chOff x="7592387" y="3787858"/>
            <a:chExt cx="273874" cy="351204"/>
          </a:xfrm>
        </p:grpSpPr>
        <p:sp>
          <p:nvSpPr>
            <p:cNvPr id="10119" name="Google Shape;10119;p66"/>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66"/>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6"/>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6"/>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3" name="Google Shape;10123;p66"/>
          <p:cNvGrpSpPr/>
          <p:nvPr/>
        </p:nvGrpSpPr>
        <p:grpSpPr>
          <a:xfrm>
            <a:off x="7145794" y="3612458"/>
            <a:ext cx="274254" cy="350444"/>
            <a:chOff x="7145794" y="3787858"/>
            <a:chExt cx="274254" cy="350444"/>
          </a:xfrm>
        </p:grpSpPr>
        <p:sp>
          <p:nvSpPr>
            <p:cNvPr id="10124" name="Google Shape;10124;p66"/>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66"/>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6"/>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66"/>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66"/>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66"/>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0" name="Google Shape;10130;p66"/>
          <p:cNvGrpSpPr/>
          <p:nvPr/>
        </p:nvGrpSpPr>
        <p:grpSpPr>
          <a:xfrm>
            <a:off x="8054060" y="3611698"/>
            <a:ext cx="266334" cy="353834"/>
            <a:chOff x="8054060" y="3787098"/>
            <a:chExt cx="266334" cy="353834"/>
          </a:xfrm>
        </p:grpSpPr>
        <p:sp>
          <p:nvSpPr>
            <p:cNvPr id="10131" name="Google Shape;10131;p66"/>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66"/>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66"/>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6"/>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5" name="Google Shape;10135;p66"/>
          <p:cNvGrpSpPr/>
          <p:nvPr/>
        </p:nvGrpSpPr>
        <p:grpSpPr>
          <a:xfrm>
            <a:off x="6702211" y="3607199"/>
            <a:ext cx="270104" cy="361754"/>
            <a:chOff x="6702211" y="3782599"/>
            <a:chExt cx="270104" cy="361754"/>
          </a:xfrm>
        </p:grpSpPr>
        <p:sp>
          <p:nvSpPr>
            <p:cNvPr id="10136" name="Google Shape;10136;p66"/>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66"/>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6"/>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6"/>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6"/>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1" name="Google Shape;10141;p66"/>
          <p:cNvGrpSpPr/>
          <p:nvPr/>
        </p:nvGrpSpPr>
        <p:grpSpPr>
          <a:xfrm>
            <a:off x="3516886" y="3263327"/>
            <a:ext cx="391854" cy="269922"/>
            <a:chOff x="3516850" y="3406526"/>
            <a:chExt cx="369674" cy="254644"/>
          </a:xfrm>
        </p:grpSpPr>
        <p:sp>
          <p:nvSpPr>
            <p:cNvPr id="10142" name="Google Shape;10142;p66"/>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6"/>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66"/>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66"/>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6" name="Google Shape;10146;p66"/>
          <p:cNvGrpSpPr/>
          <p:nvPr/>
        </p:nvGrpSpPr>
        <p:grpSpPr>
          <a:xfrm>
            <a:off x="1310655" y="3185127"/>
            <a:ext cx="306314" cy="347403"/>
            <a:chOff x="1310655" y="3360527"/>
            <a:chExt cx="306314" cy="347403"/>
          </a:xfrm>
        </p:grpSpPr>
        <p:sp>
          <p:nvSpPr>
            <p:cNvPr id="10147" name="Google Shape;10147;p66"/>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6"/>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66"/>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66"/>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6"/>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2" name="Google Shape;10152;p66"/>
          <p:cNvGrpSpPr/>
          <p:nvPr/>
        </p:nvGrpSpPr>
        <p:grpSpPr>
          <a:xfrm>
            <a:off x="3119678" y="3184746"/>
            <a:ext cx="269343" cy="348543"/>
            <a:chOff x="3119678" y="3360146"/>
            <a:chExt cx="269343" cy="348543"/>
          </a:xfrm>
        </p:grpSpPr>
        <p:sp>
          <p:nvSpPr>
            <p:cNvPr id="10153" name="Google Shape;10153;p66"/>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66"/>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66"/>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6"/>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66"/>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6"/>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6"/>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0" name="Google Shape;10160;p66"/>
          <p:cNvGrpSpPr/>
          <p:nvPr/>
        </p:nvGrpSpPr>
        <p:grpSpPr>
          <a:xfrm>
            <a:off x="3967213" y="3181547"/>
            <a:ext cx="368185" cy="354753"/>
            <a:chOff x="3967213" y="3356947"/>
            <a:chExt cx="368185" cy="354753"/>
          </a:xfrm>
        </p:grpSpPr>
        <p:sp>
          <p:nvSpPr>
            <p:cNvPr id="10161" name="Google Shape;10161;p66"/>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66"/>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66"/>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6"/>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6"/>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6" name="Google Shape;10166;p66"/>
          <p:cNvGrpSpPr/>
          <p:nvPr/>
        </p:nvGrpSpPr>
        <p:grpSpPr>
          <a:xfrm>
            <a:off x="871254" y="3184746"/>
            <a:ext cx="285183" cy="347023"/>
            <a:chOff x="871254" y="3360146"/>
            <a:chExt cx="285183" cy="347023"/>
          </a:xfrm>
        </p:grpSpPr>
        <p:sp>
          <p:nvSpPr>
            <p:cNvPr id="10167" name="Google Shape;10167;p66"/>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66"/>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6"/>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6"/>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1" name="Google Shape;10171;p66"/>
          <p:cNvGrpSpPr/>
          <p:nvPr/>
        </p:nvGrpSpPr>
        <p:grpSpPr>
          <a:xfrm>
            <a:off x="2665165" y="3184746"/>
            <a:ext cx="281794" cy="349684"/>
            <a:chOff x="2665165" y="3360146"/>
            <a:chExt cx="281794" cy="349684"/>
          </a:xfrm>
        </p:grpSpPr>
        <p:sp>
          <p:nvSpPr>
            <p:cNvPr id="10172" name="Google Shape;10172;p66"/>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6"/>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6"/>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6"/>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6"/>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7" name="Google Shape;10177;p66"/>
          <p:cNvGrpSpPr/>
          <p:nvPr/>
        </p:nvGrpSpPr>
        <p:grpSpPr>
          <a:xfrm>
            <a:off x="7156344" y="3172296"/>
            <a:ext cx="264465" cy="353074"/>
            <a:chOff x="7156344" y="3347696"/>
            <a:chExt cx="264465" cy="353074"/>
          </a:xfrm>
        </p:grpSpPr>
        <p:sp>
          <p:nvSpPr>
            <p:cNvPr id="10178" name="Google Shape;10178;p66"/>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6"/>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6"/>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6"/>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6"/>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3" name="Google Shape;10183;p66"/>
          <p:cNvGrpSpPr/>
          <p:nvPr/>
        </p:nvGrpSpPr>
        <p:grpSpPr>
          <a:xfrm>
            <a:off x="6703732" y="3171536"/>
            <a:ext cx="264813" cy="352693"/>
            <a:chOff x="6703732" y="3346936"/>
            <a:chExt cx="264813" cy="352693"/>
          </a:xfrm>
        </p:grpSpPr>
        <p:sp>
          <p:nvSpPr>
            <p:cNvPr id="10184" name="Google Shape;10184;p66"/>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66"/>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6"/>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6"/>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66"/>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9" name="Google Shape;10189;p66"/>
          <p:cNvGrpSpPr/>
          <p:nvPr/>
        </p:nvGrpSpPr>
        <p:grpSpPr>
          <a:xfrm>
            <a:off x="6252228" y="3171536"/>
            <a:ext cx="265193" cy="352693"/>
            <a:chOff x="6252228" y="3346936"/>
            <a:chExt cx="265193" cy="352693"/>
          </a:xfrm>
        </p:grpSpPr>
        <p:sp>
          <p:nvSpPr>
            <p:cNvPr id="10190" name="Google Shape;10190;p66"/>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6"/>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66"/>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3" name="Google Shape;10193;p66"/>
          <p:cNvGrpSpPr/>
          <p:nvPr/>
        </p:nvGrpSpPr>
        <p:grpSpPr>
          <a:xfrm>
            <a:off x="5801105" y="3172296"/>
            <a:ext cx="264813" cy="351933"/>
            <a:chOff x="5801105" y="3347696"/>
            <a:chExt cx="264813" cy="351933"/>
          </a:xfrm>
        </p:grpSpPr>
        <p:sp>
          <p:nvSpPr>
            <p:cNvPr id="10194" name="Google Shape;10194;p66"/>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66"/>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66"/>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6"/>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8" name="Google Shape;10198;p66"/>
          <p:cNvGrpSpPr/>
          <p:nvPr/>
        </p:nvGrpSpPr>
        <p:grpSpPr>
          <a:xfrm>
            <a:off x="5349253" y="3171536"/>
            <a:ext cx="265922" cy="352693"/>
            <a:chOff x="5349253" y="3346936"/>
            <a:chExt cx="265922" cy="352693"/>
          </a:xfrm>
        </p:grpSpPr>
        <p:sp>
          <p:nvSpPr>
            <p:cNvPr id="10199" name="Google Shape;10199;p66"/>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6"/>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66"/>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6"/>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6"/>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6"/>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5" name="Google Shape;10205;p66"/>
          <p:cNvGrpSpPr/>
          <p:nvPr/>
        </p:nvGrpSpPr>
        <p:grpSpPr>
          <a:xfrm>
            <a:off x="4907159" y="3171536"/>
            <a:ext cx="264845" cy="354214"/>
            <a:chOff x="4907159" y="3346936"/>
            <a:chExt cx="264845" cy="354214"/>
          </a:xfrm>
        </p:grpSpPr>
        <p:sp>
          <p:nvSpPr>
            <p:cNvPr id="10206" name="Google Shape;10206;p66"/>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66"/>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8" name="Google Shape;10208;p66"/>
          <p:cNvGrpSpPr/>
          <p:nvPr/>
        </p:nvGrpSpPr>
        <p:grpSpPr>
          <a:xfrm>
            <a:off x="8048421" y="3159086"/>
            <a:ext cx="276503" cy="369674"/>
            <a:chOff x="8048421" y="3334486"/>
            <a:chExt cx="276503" cy="369674"/>
          </a:xfrm>
        </p:grpSpPr>
        <p:sp>
          <p:nvSpPr>
            <p:cNvPr id="10209" name="Google Shape;10209;p66"/>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66"/>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66"/>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6"/>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6"/>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66"/>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5" name="Google Shape;10215;p66"/>
          <p:cNvGrpSpPr/>
          <p:nvPr/>
        </p:nvGrpSpPr>
        <p:grpSpPr>
          <a:xfrm>
            <a:off x="7575787" y="3154555"/>
            <a:ext cx="295384" cy="376834"/>
            <a:chOff x="7575787" y="3329955"/>
            <a:chExt cx="295384" cy="376834"/>
          </a:xfrm>
        </p:grpSpPr>
        <p:sp>
          <p:nvSpPr>
            <p:cNvPr id="10216" name="Google Shape;10216;p66"/>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6"/>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66"/>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6"/>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6"/>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6"/>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2" name="Google Shape;10222;p66"/>
          <p:cNvGrpSpPr/>
          <p:nvPr/>
        </p:nvGrpSpPr>
        <p:grpSpPr>
          <a:xfrm>
            <a:off x="864062" y="2709103"/>
            <a:ext cx="264084" cy="347783"/>
            <a:chOff x="864062" y="2884503"/>
            <a:chExt cx="264084" cy="347783"/>
          </a:xfrm>
        </p:grpSpPr>
        <p:sp>
          <p:nvSpPr>
            <p:cNvPr id="10223" name="Google Shape;10223;p66"/>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6"/>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66"/>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6"/>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6"/>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6"/>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6"/>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6"/>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66"/>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6"/>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3" name="Google Shape;10233;p66"/>
          <p:cNvGrpSpPr/>
          <p:nvPr/>
        </p:nvGrpSpPr>
        <p:grpSpPr>
          <a:xfrm>
            <a:off x="3978523" y="2709261"/>
            <a:ext cx="348955" cy="346516"/>
            <a:chOff x="3978523" y="2884661"/>
            <a:chExt cx="348955" cy="346516"/>
          </a:xfrm>
        </p:grpSpPr>
        <p:sp>
          <p:nvSpPr>
            <p:cNvPr id="10234" name="Google Shape;10234;p66"/>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6"/>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6"/>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6"/>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66"/>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6"/>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6"/>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66"/>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66"/>
          <p:cNvGrpSpPr/>
          <p:nvPr/>
        </p:nvGrpSpPr>
        <p:grpSpPr>
          <a:xfrm>
            <a:off x="3556255" y="2709863"/>
            <a:ext cx="347435" cy="345534"/>
            <a:chOff x="3527780" y="2885263"/>
            <a:chExt cx="347435" cy="345534"/>
          </a:xfrm>
        </p:grpSpPr>
        <p:sp>
          <p:nvSpPr>
            <p:cNvPr id="10243" name="Google Shape;10243;p66"/>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6"/>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6"/>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6"/>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6"/>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6"/>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6"/>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6"/>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6"/>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6"/>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66"/>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6"/>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6"/>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6"/>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6"/>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66"/>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6"/>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6"/>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66"/>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6"/>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6"/>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66"/>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66"/>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6" name="Google Shape;10266;p66"/>
          <p:cNvGrpSpPr/>
          <p:nvPr/>
        </p:nvGrpSpPr>
        <p:grpSpPr>
          <a:xfrm>
            <a:off x="2239671" y="2709103"/>
            <a:ext cx="218053" cy="348543"/>
            <a:chOff x="2239671" y="2884503"/>
            <a:chExt cx="218053" cy="348543"/>
          </a:xfrm>
        </p:grpSpPr>
        <p:sp>
          <p:nvSpPr>
            <p:cNvPr id="10267" name="Google Shape;10267;p66"/>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66"/>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66"/>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6"/>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6"/>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2" name="Google Shape;10272;p66"/>
          <p:cNvGrpSpPr/>
          <p:nvPr/>
        </p:nvGrpSpPr>
        <p:grpSpPr>
          <a:xfrm>
            <a:off x="2691555" y="2709103"/>
            <a:ext cx="215044" cy="348924"/>
            <a:chOff x="2691555" y="2884503"/>
            <a:chExt cx="215044" cy="348924"/>
          </a:xfrm>
        </p:grpSpPr>
        <p:sp>
          <p:nvSpPr>
            <p:cNvPr id="10273" name="Google Shape;10273;p66"/>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6"/>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6"/>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66"/>
          <p:cNvGrpSpPr/>
          <p:nvPr/>
        </p:nvGrpSpPr>
        <p:grpSpPr>
          <a:xfrm>
            <a:off x="1770459" y="2709103"/>
            <a:ext cx="254644" cy="348828"/>
            <a:chOff x="1770459" y="2884503"/>
            <a:chExt cx="254644" cy="348828"/>
          </a:xfrm>
        </p:grpSpPr>
        <p:sp>
          <p:nvSpPr>
            <p:cNvPr id="10277" name="Google Shape;10277;p66"/>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6"/>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6"/>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6"/>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6"/>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6"/>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6"/>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6"/>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5" name="Google Shape;10285;p66"/>
          <p:cNvGrpSpPr/>
          <p:nvPr/>
        </p:nvGrpSpPr>
        <p:grpSpPr>
          <a:xfrm>
            <a:off x="1317466" y="2709483"/>
            <a:ext cx="258382" cy="348543"/>
            <a:chOff x="1317466" y="2884883"/>
            <a:chExt cx="258382" cy="348543"/>
          </a:xfrm>
        </p:grpSpPr>
        <p:sp>
          <p:nvSpPr>
            <p:cNvPr id="10286" name="Google Shape;10286;p66"/>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66"/>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6"/>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6"/>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6"/>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6"/>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66"/>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66"/>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4" name="Google Shape;10294;p66"/>
          <p:cNvGrpSpPr/>
          <p:nvPr/>
        </p:nvGrpSpPr>
        <p:grpSpPr>
          <a:xfrm>
            <a:off x="3121167" y="2709483"/>
            <a:ext cx="258414" cy="348543"/>
            <a:chOff x="3121167" y="2884883"/>
            <a:chExt cx="258414" cy="348543"/>
          </a:xfrm>
        </p:grpSpPr>
        <p:sp>
          <p:nvSpPr>
            <p:cNvPr id="10295" name="Google Shape;10295;p66"/>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6"/>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6"/>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6"/>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6"/>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6"/>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6"/>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6"/>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3" name="Google Shape;10303;p66"/>
          <p:cNvGrpSpPr/>
          <p:nvPr/>
        </p:nvGrpSpPr>
        <p:grpSpPr>
          <a:xfrm>
            <a:off x="4899999" y="2706695"/>
            <a:ext cx="271244" cy="346801"/>
            <a:chOff x="4899999" y="2882095"/>
            <a:chExt cx="271244" cy="346801"/>
          </a:xfrm>
        </p:grpSpPr>
        <p:sp>
          <p:nvSpPr>
            <p:cNvPr id="10304" name="Google Shape;10304;p66"/>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6"/>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6"/>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6"/>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66"/>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6"/>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6"/>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6"/>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6"/>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6"/>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4" name="Google Shape;10314;p66"/>
          <p:cNvGrpSpPr/>
          <p:nvPr/>
        </p:nvGrpSpPr>
        <p:grpSpPr>
          <a:xfrm>
            <a:off x="7162775" y="2705713"/>
            <a:ext cx="259523" cy="346294"/>
            <a:chOff x="7162775" y="2881113"/>
            <a:chExt cx="259523" cy="346294"/>
          </a:xfrm>
        </p:grpSpPr>
        <p:sp>
          <p:nvSpPr>
            <p:cNvPr id="10315" name="Google Shape;10315;p66"/>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6"/>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6"/>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6"/>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66"/>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6"/>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1" name="Google Shape;10321;p66"/>
          <p:cNvGrpSpPr/>
          <p:nvPr/>
        </p:nvGrpSpPr>
        <p:grpSpPr>
          <a:xfrm>
            <a:off x="6709751" y="2706442"/>
            <a:ext cx="261075" cy="347815"/>
            <a:chOff x="6709751" y="2881842"/>
            <a:chExt cx="261075" cy="347815"/>
          </a:xfrm>
        </p:grpSpPr>
        <p:sp>
          <p:nvSpPr>
            <p:cNvPr id="10322" name="Google Shape;10322;p66"/>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6"/>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6"/>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6"/>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6"/>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66"/>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8" name="Google Shape;10328;p66"/>
          <p:cNvGrpSpPr/>
          <p:nvPr/>
        </p:nvGrpSpPr>
        <p:grpSpPr>
          <a:xfrm>
            <a:off x="5807156" y="2705713"/>
            <a:ext cx="261043" cy="348163"/>
            <a:chOff x="5807156" y="2881113"/>
            <a:chExt cx="261043" cy="348163"/>
          </a:xfrm>
        </p:grpSpPr>
        <p:sp>
          <p:nvSpPr>
            <p:cNvPr id="10329" name="Google Shape;10329;p66"/>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6"/>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6"/>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6"/>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6"/>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4" name="Google Shape;10334;p66"/>
          <p:cNvGrpSpPr/>
          <p:nvPr/>
        </p:nvGrpSpPr>
        <p:grpSpPr>
          <a:xfrm>
            <a:off x="5355653" y="2706093"/>
            <a:ext cx="262184" cy="346643"/>
            <a:chOff x="5355653" y="2881493"/>
            <a:chExt cx="262184" cy="346643"/>
          </a:xfrm>
        </p:grpSpPr>
        <p:sp>
          <p:nvSpPr>
            <p:cNvPr id="10335" name="Google Shape;10335;p66"/>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6"/>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6"/>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6"/>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66"/>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0" name="Google Shape;10340;p66"/>
          <p:cNvGrpSpPr/>
          <p:nvPr/>
        </p:nvGrpSpPr>
        <p:grpSpPr>
          <a:xfrm>
            <a:off x="8055961" y="2706442"/>
            <a:ext cx="260283" cy="345914"/>
            <a:chOff x="8055961" y="2881842"/>
            <a:chExt cx="260283" cy="345914"/>
          </a:xfrm>
        </p:grpSpPr>
        <p:sp>
          <p:nvSpPr>
            <p:cNvPr id="10341" name="Google Shape;10341;p66"/>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6"/>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66"/>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66"/>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5" name="Google Shape;10345;p66"/>
          <p:cNvGrpSpPr/>
          <p:nvPr/>
        </p:nvGrpSpPr>
        <p:grpSpPr>
          <a:xfrm>
            <a:off x="7609368" y="2718512"/>
            <a:ext cx="264813" cy="353105"/>
            <a:chOff x="7609368" y="2893912"/>
            <a:chExt cx="264813" cy="353105"/>
          </a:xfrm>
        </p:grpSpPr>
        <p:sp>
          <p:nvSpPr>
            <p:cNvPr id="10346" name="Google Shape;10346;p66"/>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6"/>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6"/>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66"/>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66"/>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6"/>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2" name="Google Shape;10352;p66"/>
          <p:cNvGrpSpPr/>
          <p:nvPr/>
        </p:nvGrpSpPr>
        <p:grpSpPr>
          <a:xfrm>
            <a:off x="6248458" y="2694372"/>
            <a:ext cx="270864" cy="360645"/>
            <a:chOff x="6248458" y="2869772"/>
            <a:chExt cx="270864" cy="360645"/>
          </a:xfrm>
        </p:grpSpPr>
        <p:sp>
          <p:nvSpPr>
            <p:cNvPr id="10353" name="Google Shape;10353;p66"/>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6"/>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6"/>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6"/>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6"/>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8" name="Google Shape;10358;p66"/>
          <p:cNvGrpSpPr/>
          <p:nvPr/>
        </p:nvGrpSpPr>
        <p:grpSpPr>
          <a:xfrm>
            <a:off x="3075928" y="2270398"/>
            <a:ext cx="363243" cy="300675"/>
            <a:chOff x="3075928" y="2445798"/>
            <a:chExt cx="363243" cy="300675"/>
          </a:xfrm>
        </p:grpSpPr>
        <p:sp>
          <p:nvSpPr>
            <p:cNvPr id="10359" name="Google Shape;10359;p66"/>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6"/>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6"/>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6"/>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6"/>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6"/>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6"/>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6"/>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6"/>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6"/>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66"/>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0" name="Google Shape;10370;p66"/>
          <p:cNvGrpSpPr/>
          <p:nvPr/>
        </p:nvGrpSpPr>
        <p:grpSpPr>
          <a:xfrm>
            <a:off x="2633105" y="2256459"/>
            <a:ext cx="363243" cy="328585"/>
            <a:chOff x="2633105" y="2431859"/>
            <a:chExt cx="363243" cy="328585"/>
          </a:xfrm>
        </p:grpSpPr>
        <p:sp>
          <p:nvSpPr>
            <p:cNvPr id="10371" name="Google Shape;10371;p66"/>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6"/>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6"/>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66"/>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66"/>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6"/>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6"/>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66"/>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9" name="Google Shape;10379;p66"/>
          <p:cNvGrpSpPr/>
          <p:nvPr/>
        </p:nvGrpSpPr>
        <p:grpSpPr>
          <a:xfrm>
            <a:off x="2189142" y="2245910"/>
            <a:ext cx="365904" cy="350064"/>
            <a:chOff x="2189142" y="2421310"/>
            <a:chExt cx="365904" cy="350064"/>
          </a:xfrm>
        </p:grpSpPr>
        <p:sp>
          <p:nvSpPr>
            <p:cNvPr id="10380" name="Google Shape;10380;p66"/>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6"/>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6"/>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6"/>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6"/>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6"/>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66"/>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6"/>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6"/>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9" name="Google Shape;10389;p66"/>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90" name="Google Shape;10390;p66"/>
          <p:cNvGrpSpPr/>
          <p:nvPr/>
        </p:nvGrpSpPr>
        <p:grpSpPr>
          <a:xfrm>
            <a:off x="3961923" y="2310917"/>
            <a:ext cx="364415" cy="220936"/>
            <a:chOff x="3961923" y="2486317"/>
            <a:chExt cx="364415" cy="220936"/>
          </a:xfrm>
        </p:grpSpPr>
        <p:sp>
          <p:nvSpPr>
            <p:cNvPr id="10391" name="Google Shape;10391;p66"/>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66"/>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6"/>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6"/>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95" name="Google Shape;10395;p66"/>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96" name="Google Shape;10396;p66"/>
          <p:cNvGrpSpPr/>
          <p:nvPr/>
        </p:nvGrpSpPr>
        <p:grpSpPr>
          <a:xfrm>
            <a:off x="1303876" y="2243977"/>
            <a:ext cx="363275" cy="354626"/>
            <a:chOff x="1303876" y="2419377"/>
            <a:chExt cx="363275" cy="354626"/>
          </a:xfrm>
        </p:grpSpPr>
        <p:sp>
          <p:nvSpPr>
            <p:cNvPr id="10397" name="Google Shape;10397;p66"/>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66"/>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66"/>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6"/>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66"/>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66"/>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6"/>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66"/>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5" name="Google Shape;10405;p66"/>
          <p:cNvGrpSpPr/>
          <p:nvPr/>
        </p:nvGrpSpPr>
        <p:grpSpPr>
          <a:xfrm>
            <a:off x="861053" y="2239510"/>
            <a:ext cx="362134" cy="363623"/>
            <a:chOff x="861053" y="2414910"/>
            <a:chExt cx="362134" cy="363623"/>
          </a:xfrm>
        </p:grpSpPr>
        <p:sp>
          <p:nvSpPr>
            <p:cNvPr id="10406" name="Google Shape;10406;p66"/>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6"/>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6"/>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66"/>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66"/>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1" name="Google Shape;10411;p66"/>
          <p:cNvGrpSpPr/>
          <p:nvPr/>
        </p:nvGrpSpPr>
        <p:grpSpPr>
          <a:xfrm>
            <a:off x="7594288" y="2239859"/>
            <a:ext cx="279513" cy="355735"/>
            <a:chOff x="7594288" y="2415259"/>
            <a:chExt cx="279513" cy="355735"/>
          </a:xfrm>
        </p:grpSpPr>
        <p:sp>
          <p:nvSpPr>
            <p:cNvPr id="10412" name="Google Shape;10412;p66"/>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6"/>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66"/>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66"/>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6"/>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66"/>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8" name="Google Shape;10418;p66"/>
          <p:cNvGrpSpPr/>
          <p:nvPr/>
        </p:nvGrpSpPr>
        <p:grpSpPr>
          <a:xfrm>
            <a:off x="7145794" y="2240239"/>
            <a:ext cx="278784" cy="355735"/>
            <a:chOff x="7145794" y="2415639"/>
            <a:chExt cx="278784" cy="355735"/>
          </a:xfrm>
        </p:grpSpPr>
        <p:sp>
          <p:nvSpPr>
            <p:cNvPr id="10419" name="Google Shape;10419;p66"/>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6"/>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6"/>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66"/>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66"/>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6"/>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6"/>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6"/>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66"/>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66"/>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9" name="Google Shape;10429;p66"/>
          <p:cNvGrpSpPr/>
          <p:nvPr/>
        </p:nvGrpSpPr>
        <p:grpSpPr>
          <a:xfrm>
            <a:off x="6698441" y="2239130"/>
            <a:ext cx="277644" cy="357984"/>
            <a:chOff x="6698441" y="2414530"/>
            <a:chExt cx="277644" cy="357984"/>
          </a:xfrm>
        </p:grpSpPr>
        <p:sp>
          <p:nvSpPr>
            <p:cNvPr id="10430" name="Google Shape;10430;p66"/>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6"/>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6"/>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66"/>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6"/>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6"/>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6" name="Google Shape;10436;p66"/>
          <p:cNvGrpSpPr/>
          <p:nvPr/>
        </p:nvGrpSpPr>
        <p:grpSpPr>
          <a:xfrm>
            <a:off x="4897750" y="2240239"/>
            <a:ext cx="279513" cy="357255"/>
            <a:chOff x="4897750" y="2415639"/>
            <a:chExt cx="279513" cy="357255"/>
          </a:xfrm>
        </p:grpSpPr>
        <p:sp>
          <p:nvSpPr>
            <p:cNvPr id="10437" name="Google Shape;10437;p66"/>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6"/>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6"/>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6"/>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6"/>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6"/>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66"/>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6"/>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5" name="Google Shape;10445;p66"/>
          <p:cNvGrpSpPr/>
          <p:nvPr/>
        </p:nvGrpSpPr>
        <p:grpSpPr>
          <a:xfrm>
            <a:off x="5812066" y="2240619"/>
            <a:ext cx="264813" cy="353454"/>
            <a:chOff x="5812066" y="2416019"/>
            <a:chExt cx="264813" cy="353454"/>
          </a:xfrm>
        </p:grpSpPr>
        <p:sp>
          <p:nvSpPr>
            <p:cNvPr id="10446" name="Google Shape;10446;p66"/>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66"/>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6"/>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6"/>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6"/>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6"/>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6"/>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66"/>
          <p:cNvGrpSpPr/>
          <p:nvPr/>
        </p:nvGrpSpPr>
        <p:grpSpPr>
          <a:xfrm>
            <a:off x="8054820" y="2240999"/>
            <a:ext cx="264433" cy="353454"/>
            <a:chOff x="8054820" y="2416399"/>
            <a:chExt cx="264433" cy="353454"/>
          </a:xfrm>
        </p:grpSpPr>
        <p:sp>
          <p:nvSpPr>
            <p:cNvPr id="10454" name="Google Shape;10454;p66"/>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6"/>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6"/>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6"/>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66"/>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66"/>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0" name="Google Shape;10460;p66"/>
          <p:cNvGrpSpPr/>
          <p:nvPr/>
        </p:nvGrpSpPr>
        <p:grpSpPr>
          <a:xfrm>
            <a:off x="5356413" y="2237990"/>
            <a:ext cx="271212" cy="361374"/>
            <a:chOff x="5356413" y="2413390"/>
            <a:chExt cx="271212" cy="361374"/>
          </a:xfrm>
        </p:grpSpPr>
        <p:sp>
          <p:nvSpPr>
            <p:cNvPr id="10461" name="Google Shape;10461;p66"/>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6"/>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66"/>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66"/>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6"/>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6" name="Google Shape;10466;p66"/>
          <p:cNvGrpSpPr/>
          <p:nvPr/>
        </p:nvGrpSpPr>
        <p:grpSpPr>
          <a:xfrm>
            <a:off x="6255238" y="2236849"/>
            <a:ext cx="271244" cy="360994"/>
            <a:chOff x="6255238" y="2412249"/>
            <a:chExt cx="271244" cy="360994"/>
          </a:xfrm>
        </p:grpSpPr>
        <p:sp>
          <p:nvSpPr>
            <p:cNvPr id="10467" name="Google Shape;10467;p66"/>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66"/>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6"/>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6"/>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6"/>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6"/>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3" name="Google Shape;10473;p66"/>
          <p:cNvGrpSpPr/>
          <p:nvPr/>
        </p:nvGrpSpPr>
        <p:grpSpPr>
          <a:xfrm>
            <a:off x="2185372" y="1782399"/>
            <a:ext cx="366664" cy="366981"/>
            <a:chOff x="2185372" y="1957799"/>
            <a:chExt cx="366664" cy="366981"/>
          </a:xfrm>
        </p:grpSpPr>
        <p:sp>
          <p:nvSpPr>
            <p:cNvPr id="10474" name="Google Shape;10474;p66"/>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6"/>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6"/>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6"/>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6"/>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6"/>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6"/>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6"/>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2" name="Google Shape;10482;p66"/>
          <p:cNvGrpSpPr/>
          <p:nvPr/>
        </p:nvGrpSpPr>
        <p:grpSpPr>
          <a:xfrm>
            <a:off x="1737258" y="1812971"/>
            <a:ext cx="370814" cy="307359"/>
            <a:chOff x="1737258" y="1988371"/>
            <a:chExt cx="370814" cy="307359"/>
          </a:xfrm>
        </p:grpSpPr>
        <p:sp>
          <p:nvSpPr>
            <p:cNvPr id="10483" name="Google Shape;10483;p66"/>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6"/>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6"/>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6"/>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7" name="Google Shape;10487;p66"/>
          <p:cNvGrpSpPr/>
          <p:nvPr/>
        </p:nvGrpSpPr>
        <p:grpSpPr>
          <a:xfrm>
            <a:off x="848983" y="1814111"/>
            <a:ext cx="369294" cy="304350"/>
            <a:chOff x="848983" y="1989511"/>
            <a:chExt cx="369294" cy="304350"/>
          </a:xfrm>
        </p:grpSpPr>
        <p:sp>
          <p:nvSpPr>
            <p:cNvPr id="10488" name="Google Shape;10488;p66"/>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6"/>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6"/>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6"/>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6"/>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3" name="Google Shape;10493;p66"/>
          <p:cNvGrpSpPr/>
          <p:nvPr/>
        </p:nvGrpSpPr>
        <p:grpSpPr>
          <a:xfrm>
            <a:off x="3074027" y="1808377"/>
            <a:ext cx="380604" cy="313854"/>
            <a:chOff x="3074027" y="1983777"/>
            <a:chExt cx="380604" cy="313854"/>
          </a:xfrm>
        </p:grpSpPr>
        <p:sp>
          <p:nvSpPr>
            <p:cNvPr id="10494" name="Google Shape;10494;p66"/>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6"/>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6"/>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6"/>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6"/>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66"/>
          <p:cNvGrpSpPr/>
          <p:nvPr/>
        </p:nvGrpSpPr>
        <p:grpSpPr>
          <a:xfrm>
            <a:off x="3522521" y="1800457"/>
            <a:ext cx="367013" cy="331278"/>
            <a:chOff x="3522521" y="1975857"/>
            <a:chExt cx="367013" cy="331278"/>
          </a:xfrm>
        </p:grpSpPr>
        <p:sp>
          <p:nvSpPr>
            <p:cNvPr id="10500" name="Google Shape;10500;p66"/>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6"/>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6"/>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6"/>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6"/>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6"/>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6"/>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7" name="Google Shape;10507;p66"/>
          <p:cNvGrpSpPr/>
          <p:nvPr/>
        </p:nvGrpSpPr>
        <p:grpSpPr>
          <a:xfrm>
            <a:off x="2630824" y="1801566"/>
            <a:ext cx="368185" cy="330454"/>
            <a:chOff x="2630824" y="1976966"/>
            <a:chExt cx="368185" cy="330454"/>
          </a:xfrm>
        </p:grpSpPr>
        <p:sp>
          <p:nvSpPr>
            <p:cNvPr id="10508" name="Google Shape;10508;p66"/>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6"/>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6"/>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6"/>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6"/>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6"/>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6"/>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6"/>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6" name="Google Shape;10516;p66"/>
          <p:cNvGrpSpPr/>
          <p:nvPr/>
        </p:nvGrpSpPr>
        <p:grpSpPr>
          <a:xfrm>
            <a:off x="1293706" y="1791016"/>
            <a:ext cx="369294" cy="350444"/>
            <a:chOff x="1293706" y="1966416"/>
            <a:chExt cx="369294" cy="350444"/>
          </a:xfrm>
        </p:grpSpPr>
        <p:sp>
          <p:nvSpPr>
            <p:cNvPr id="10517" name="Google Shape;10517;p66"/>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6"/>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6"/>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6"/>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6"/>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6"/>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6"/>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6"/>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5" name="Google Shape;10525;p66"/>
          <p:cNvGrpSpPr/>
          <p:nvPr/>
        </p:nvGrpSpPr>
        <p:grpSpPr>
          <a:xfrm>
            <a:off x="3967213" y="1800077"/>
            <a:ext cx="368185" cy="331816"/>
            <a:chOff x="3967213" y="1975477"/>
            <a:chExt cx="368185" cy="331816"/>
          </a:xfrm>
        </p:grpSpPr>
        <p:sp>
          <p:nvSpPr>
            <p:cNvPr id="10526" name="Google Shape;10526;p66"/>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66"/>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6"/>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9" name="Google Shape;10529;p66"/>
          <p:cNvGrpSpPr/>
          <p:nvPr/>
        </p:nvGrpSpPr>
        <p:grpSpPr>
          <a:xfrm>
            <a:off x="8047661" y="1793646"/>
            <a:ext cx="279132" cy="356875"/>
            <a:chOff x="8047661" y="1969046"/>
            <a:chExt cx="279132" cy="356875"/>
          </a:xfrm>
        </p:grpSpPr>
        <p:sp>
          <p:nvSpPr>
            <p:cNvPr id="10530" name="Google Shape;10530;p66"/>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6"/>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6"/>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6"/>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4" name="Google Shape;10534;p66"/>
          <p:cNvGrpSpPr/>
          <p:nvPr/>
        </p:nvGrpSpPr>
        <p:grpSpPr>
          <a:xfrm>
            <a:off x="7596157" y="1792759"/>
            <a:ext cx="279544" cy="358142"/>
            <a:chOff x="7596157" y="1968159"/>
            <a:chExt cx="279544" cy="358142"/>
          </a:xfrm>
        </p:grpSpPr>
        <p:sp>
          <p:nvSpPr>
            <p:cNvPr id="10535" name="Google Shape;10535;p66"/>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6"/>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6"/>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6"/>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6"/>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6"/>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1" name="Google Shape;10541;p66"/>
          <p:cNvGrpSpPr/>
          <p:nvPr/>
        </p:nvGrpSpPr>
        <p:grpSpPr>
          <a:xfrm>
            <a:off x="7147315" y="1793646"/>
            <a:ext cx="279513" cy="357636"/>
            <a:chOff x="7147315" y="1969046"/>
            <a:chExt cx="279513" cy="357636"/>
          </a:xfrm>
        </p:grpSpPr>
        <p:sp>
          <p:nvSpPr>
            <p:cNvPr id="10542" name="Google Shape;10542;p66"/>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6"/>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6"/>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6"/>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6"/>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6"/>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6"/>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9" name="Google Shape;10549;p66"/>
          <p:cNvGrpSpPr/>
          <p:nvPr/>
        </p:nvGrpSpPr>
        <p:grpSpPr>
          <a:xfrm>
            <a:off x="6697681" y="1792917"/>
            <a:ext cx="280305" cy="359093"/>
            <a:chOff x="6697681" y="1968317"/>
            <a:chExt cx="280305" cy="359093"/>
          </a:xfrm>
        </p:grpSpPr>
        <p:sp>
          <p:nvSpPr>
            <p:cNvPr id="10550" name="Google Shape;10550;p66"/>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66"/>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6"/>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6"/>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6"/>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6"/>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6"/>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7" name="Google Shape;10557;p66"/>
          <p:cNvGrpSpPr/>
          <p:nvPr/>
        </p:nvGrpSpPr>
        <p:grpSpPr>
          <a:xfrm>
            <a:off x="6248839" y="1792537"/>
            <a:ext cx="280273" cy="358744"/>
            <a:chOff x="6248839" y="1967937"/>
            <a:chExt cx="280273" cy="358744"/>
          </a:xfrm>
        </p:grpSpPr>
        <p:sp>
          <p:nvSpPr>
            <p:cNvPr id="10558" name="Google Shape;10558;p66"/>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6"/>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6"/>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6"/>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6"/>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6"/>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4" name="Google Shape;10564;p66"/>
          <p:cNvGrpSpPr/>
          <p:nvPr/>
        </p:nvGrpSpPr>
        <p:grpSpPr>
          <a:xfrm>
            <a:off x="5801485" y="1793646"/>
            <a:ext cx="279164" cy="357794"/>
            <a:chOff x="5801485" y="1969046"/>
            <a:chExt cx="279164" cy="357794"/>
          </a:xfrm>
        </p:grpSpPr>
        <p:sp>
          <p:nvSpPr>
            <p:cNvPr id="10565" name="Google Shape;10565;p66"/>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6"/>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6"/>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6"/>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66"/>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6"/>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6"/>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6"/>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66"/>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6"/>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6"/>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6"/>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6"/>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66"/>
          <p:cNvGrpSpPr/>
          <p:nvPr/>
        </p:nvGrpSpPr>
        <p:grpSpPr>
          <a:xfrm>
            <a:off x="5352643" y="1793646"/>
            <a:ext cx="278404" cy="358364"/>
            <a:chOff x="5352643" y="1969046"/>
            <a:chExt cx="278404" cy="358364"/>
          </a:xfrm>
        </p:grpSpPr>
        <p:sp>
          <p:nvSpPr>
            <p:cNvPr id="10579" name="Google Shape;10579;p66"/>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6"/>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6"/>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66"/>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3" name="Google Shape;10583;p66"/>
          <p:cNvGrpSpPr/>
          <p:nvPr/>
        </p:nvGrpSpPr>
        <p:grpSpPr>
          <a:xfrm>
            <a:off x="4897750" y="1792917"/>
            <a:ext cx="279132" cy="358364"/>
            <a:chOff x="4897750" y="1968317"/>
            <a:chExt cx="279132" cy="358364"/>
          </a:xfrm>
        </p:grpSpPr>
        <p:sp>
          <p:nvSpPr>
            <p:cNvPr id="10584" name="Google Shape;10584;p66"/>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6"/>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6"/>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6"/>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6"/>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6"/>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6"/>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6"/>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6"/>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6"/>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6"/>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66"/>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6"/>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97" name="Google Shape;10597;p66"/>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98" name="Google Shape;10598;p66"/>
          <p:cNvGrpSpPr/>
          <p:nvPr/>
        </p:nvGrpSpPr>
        <p:grpSpPr>
          <a:xfrm>
            <a:off x="1767449" y="1337644"/>
            <a:ext cx="324403" cy="347783"/>
            <a:chOff x="1767449" y="1513044"/>
            <a:chExt cx="324403" cy="347783"/>
          </a:xfrm>
        </p:grpSpPr>
        <p:sp>
          <p:nvSpPr>
            <p:cNvPr id="10599" name="Google Shape;10599;p66"/>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6"/>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6"/>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66"/>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66"/>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6"/>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6"/>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6"/>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66"/>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8" name="Google Shape;10608;p66"/>
          <p:cNvGrpSpPr/>
          <p:nvPr/>
        </p:nvGrpSpPr>
        <p:grpSpPr>
          <a:xfrm>
            <a:off x="4007193" y="1337327"/>
            <a:ext cx="320633" cy="348100"/>
            <a:chOff x="4007193" y="1512727"/>
            <a:chExt cx="320633" cy="348100"/>
          </a:xfrm>
        </p:grpSpPr>
        <p:sp>
          <p:nvSpPr>
            <p:cNvPr id="10609" name="Google Shape;10609;p66"/>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6"/>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66"/>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66"/>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6"/>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4" name="Google Shape;10614;p66"/>
          <p:cNvGrpSpPr/>
          <p:nvPr/>
        </p:nvGrpSpPr>
        <p:grpSpPr>
          <a:xfrm>
            <a:off x="3530425" y="1333347"/>
            <a:ext cx="368175" cy="344594"/>
            <a:chOff x="3530425" y="1508747"/>
            <a:chExt cx="368175" cy="344594"/>
          </a:xfrm>
        </p:grpSpPr>
        <p:sp>
          <p:nvSpPr>
            <p:cNvPr id="10615" name="Google Shape;10615;p66"/>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6"/>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66"/>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66"/>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9" name="Google Shape;10619;p66"/>
          <p:cNvGrpSpPr/>
          <p:nvPr/>
        </p:nvGrpSpPr>
        <p:grpSpPr>
          <a:xfrm>
            <a:off x="3127598" y="1337834"/>
            <a:ext cx="289714" cy="347593"/>
            <a:chOff x="3127598" y="1513234"/>
            <a:chExt cx="289714" cy="347593"/>
          </a:xfrm>
        </p:grpSpPr>
        <p:sp>
          <p:nvSpPr>
            <p:cNvPr id="10620" name="Google Shape;10620;p66"/>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66"/>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66"/>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66"/>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66"/>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5" name="Google Shape;10625;p66"/>
          <p:cNvGrpSpPr/>
          <p:nvPr/>
        </p:nvGrpSpPr>
        <p:grpSpPr>
          <a:xfrm>
            <a:off x="2662884" y="1337644"/>
            <a:ext cx="322914" cy="348543"/>
            <a:chOff x="2662884" y="1513044"/>
            <a:chExt cx="322914" cy="348543"/>
          </a:xfrm>
        </p:grpSpPr>
        <p:sp>
          <p:nvSpPr>
            <p:cNvPr id="10626" name="Google Shape;10626;p66"/>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66"/>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66"/>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66"/>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6"/>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66"/>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66"/>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6"/>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66"/>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66"/>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6" name="Google Shape;10636;p66"/>
          <p:cNvGrpSpPr/>
          <p:nvPr/>
        </p:nvGrpSpPr>
        <p:grpSpPr>
          <a:xfrm>
            <a:off x="2232511" y="1337359"/>
            <a:ext cx="299534" cy="348068"/>
            <a:chOff x="2232511" y="1512759"/>
            <a:chExt cx="299534" cy="348068"/>
          </a:xfrm>
        </p:grpSpPr>
        <p:sp>
          <p:nvSpPr>
            <p:cNvPr id="10637" name="Google Shape;10637;p66"/>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6"/>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6"/>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6"/>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66"/>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66"/>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6"/>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66"/>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6"/>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6"/>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6"/>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8" name="Google Shape;10648;p66"/>
          <p:cNvGrpSpPr/>
          <p:nvPr/>
        </p:nvGrpSpPr>
        <p:grpSpPr>
          <a:xfrm>
            <a:off x="1331406" y="1337961"/>
            <a:ext cx="301784" cy="348607"/>
            <a:chOff x="1331406" y="1513361"/>
            <a:chExt cx="301784" cy="348607"/>
          </a:xfrm>
        </p:grpSpPr>
        <p:sp>
          <p:nvSpPr>
            <p:cNvPr id="10649" name="Google Shape;10649;p66"/>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66"/>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66"/>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6"/>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3" name="Google Shape;10653;p66"/>
          <p:cNvGrpSpPr/>
          <p:nvPr/>
        </p:nvGrpSpPr>
        <p:grpSpPr>
          <a:xfrm>
            <a:off x="7144274" y="1324814"/>
            <a:ext cx="282174" cy="355735"/>
            <a:chOff x="7144274" y="1500214"/>
            <a:chExt cx="282174" cy="355735"/>
          </a:xfrm>
        </p:grpSpPr>
        <p:sp>
          <p:nvSpPr>
            <p:cNvPr id="10654" name="Google Shape;10654;p66"/>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6"/>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66"/>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66"/>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66"/>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6"/>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0" name="Google Shape;10660;p66"/>
          <p:cNvGrpSpPr/>
          <p:nvPr/>
        </p:nvGrpSpPr>
        <p:grpSpPr>
          <a:xfrm>
            <a:off x="6685262" y="1324814"/>
            <a:ext cx="289682" cy="354594"/>
            <a:chOff x="6685262" y="1500214"/>
            <a:chExt cx="289682" cy="354594"/>
          </a:xfrm>
        </p:grpSpPr>
        <p:sp>
          <p:nvSpPr>
            <p:cNvPr id="10661" name="Google Shape;10661;p66"/>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6"/>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66"/>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66"/>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5" name="Google Shape;10665;p66"/>
          <p:cNvGrpSpPr/>
          <p:nvPr/>
        </p:nvGrpSpPr>
        <p:grpSpPr>
          <a:xfrm>
            <a:off x="6200938" y="1325194"/>
            <a:ext cx="322154" cy="355355"/>
            <a:chOff x="6200938" y="1500594"/>
            <a:chExt cx="322154" cy="355355"/>
          </a:xfrm>
        </p:grpSpPr>
        <p:sp>
          <p:nvSpPr>
            <p:cNvPr id="10666" name="Google Shape;10666;p66"/>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6"/>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6"/>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6"/>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6"/>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1" name="Google Shape;10671;p66"/>
          <p:cNvGrpSpPr/>
          <p:nvPr/>
        </p:nvGrpSpPr>
        <p:grpSpPr>
          <a:xfrm>
            <a:off x="5289631" y="1324814"/>
            <a:ext cx="332355" cy="354974"/>
            <a:chOff x="5289631" y="1500214"/>
            <a:chExt cx="332355" cy="354974"/>
          </a:xfrm>
        </p:grpSpPr>
        <p:sp>
          <p:nvSpPr>
            <p:cNvPr id="10672" name="Google Shape;10672;p66"/>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6"/>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6"/>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66"/>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66"/>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6"/>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8" name="Google Shape;10678;p66"/>
          <p:cNvGrpSpPr/>
          <p:nvPr/>
        </p:nvGrpSpPr>
        <p:grpSpPr>
          <a:xfrm>
            <a:off x="5748295" y="1324433"/>
            <a:ext cx="323294" cy="356115"/>
            <a:chOff x="5748295" y="1499833"/>
            <a:chExt cx="323294" cy="356115"/>
          </a:xfrm>
        </p:grpSpPr>
        <p:sp>
          <p:nvSpPr>
            <p:cNvPr id="10679" name="Google Shape;10679;p66"/>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6"/>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6"/>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66"/>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66"/>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6"/>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6"/>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6" name="Google Shape;10686;p66"/>
          <p:cNvGrpSpPr/>
          <p:nvPr/>
        </p:nvGrpSpPr>
        <p:grpSpPr>
          <a:xfrm>
            <a:off x="8047661" y="1325637"/>
            <a:ext cx="278404" cy="355260"/>
            <a:chOff x="8047661" y="1501037"/>
            <a:chExt cx="278404" cy="355260"/>
          </a:xfrm>
        </p:grpSpPr>
        <p:sp>
          <p:nvSpPr>
            <p:cNvPr id="10687" name="Google Shape;10687;p66"/>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6"/>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6"/>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6"/>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1" name="Google Shape;10691;p66"/>
          <p:cNvGrpSpPr/>
          <p:nvPr/>
        </p:nvGrpSpPr>
        <p:grpSpPr>
          <a:xfrm>
            <a:off x="4903389" y="1324814"/>
            <a:ext cx="267854" cy="355735"/>
            <a:chOff x="4903389" y="1500214"/>
            <a:chExt cx="267854" cy="355735"/>
          </a:xfrm>
        </p:grpSpPr>
        <p:sp>
          <p:nvSpPr>
            <p:cNvPr id="10692" name="Google Shape;10692;p66"/>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6"/>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6"/>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6"/>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66"/>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66"/>
          <p:cNvGrpSpPr/>
          <p:nvPr/>
        </p:nvGrpSpPr>
        <p:grpSpPr>
          <a:xfrm>
            <a:off x="7613518" y="1325954"/>
            <a:ext cx="264433" cy="353074"/>
            <a:chOff x="7613518" y="1501354"/>
            <a:chExt cx="264433" cy="353074"/>
          </a:xfrm>
        </p:grpSpPr>
        <p:sp>
          <p:nvSpPr>
            <p:cNvPr id="10698" name="Google Shape;10698;p66"/>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6"/>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6"/>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66"/>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66"/>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6"/>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04" name="Google Shape;10704;p66"/>
          <p:cNvSpPr txBox="1"/>
          <p:nvPr/>
        </p:nvSpPr>
        <p:spPr>
          <a:xfrm>
            <a:off x="849675"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0705" name="Google Shape;10705;p66"/>
          <p:cNvSpPr txBox="1"/>
          <p:nvPr/>
        </p:nvSpPr>
        <p:spPr>
          <a:xfrm>
            <a:off x="4858400"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09"/>
        <p:cNvGrpSpPr/>
        <p:nvPr/>
      </p:nvGrpSpPr>
      <p:grpSpPr>
        <a:xfrm>
          <a:off x="0" y="0"/>
          <a:ext cx="0" cy="0"/>
          <a:chOff x="0" y="0"/>
          <a:chExt cx="0" cy="0"/>
        </a:xfrm>
      </p:grpSpPr>
      <p:grpSp>
        <p:nvGrpSpPr>
          <p:cNvPr id="10710" name="Google Shape;10710;p67"/>
          <p:cNvGrpSpPr/>
          <p:nvPr/>
        </p:nvGrpSpPr>
        <p:grpSpPr>
          <a:xfrm>
            <a:off x="1757085" y="1325225"/>
            <a:ext cx="371069" cy="359396"/>
            <a:chOff x="1757085" y="1500675"/>
            <a:chExt cx="371069" cy="359396"/>
          </a:xfrm>
        </p:grpSpPr>
        <p:sp>
          <p:nvSpPr>
            <p:cNvPr id="10711" name="Google Shape;10711;p67"/>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7"/>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67"/>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7"/>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6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6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7"/>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7"/>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67"/>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6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7"/>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67"/>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7"/>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6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6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7"/>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7"/>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7"/>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7"/>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67"/>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7"/>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7"/>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0" name="Google Shape;10740;p67"/>
          <p:cNvGrpSpPr/>
          <p:nvPr/>
        </p:nvGrpSpPr>
        <p:grpSpPr>
          <a:xfrm>
            <a:off x="2774209" y="1779241"/>
            <a:ext cx="116693" cy="374186"/>
            <a:chOff x="2774209" y="1954691"/>
            <a:chExt cx="116693" cy="374186"/>
          </a:xfrm>
        </p:grpSpPr>
        <p:sp>
          <p:nvSpPr>
            <p:cNvPr id="10741" name="Google Shape;10741;p67"/>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7"/>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3" name="Google Shape;10743;p67"/>
          <p:cNvGrpSpPr/>
          <p:nvPr/>
        </p:nvGrpSpPr>
        <p:grpSpPr>
          <a:xfrm>
            <a:off x="4017435" y="1324462"/>
            <a:ext cx="315092" cy="359397"/>
            <a:chOff x="4017435" y="1499912"/>
            <a:chExt cx="315092" cy="359397"/>
          </a:xfrm>
        </p:grpSpPr>
        <p:sp>
          <p:nvSpPr>
            <p:cNvPr id="10744" name="Google Shape;10744;p67"/>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7"/>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6" name="Google Shape;10746;p67"/>
          <p:cNvGrpSpPr/>
          <p:nvPr/>
        </p:nvGrpSpPr>
        <p:grpSpPr>
          <a:xfrm>
            <a:off x="3963652" y="1824309"/>
            <a:ext cx="374154" cy="284050"/>
            <a:chOff x="3963652" y="1999759"/>
            <a:chExt cx="374154" cy="284050"/>
          </a:xfrm>
        </p:grpSpPr>
        <p:sp>
          <p:nvSpPr>
            <p:cNvPr id="10747" name="Google Shape;10747;p67"/>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7"/>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67"/>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0" name="Google Shape;10750;p67"/>
          <p:cNvGrpSpPr/>
          <p:nvPr/>
        </p:nvGrpSpPr>
        <p:grpSpPr>
          <a:xfrm>
            <a:off x="1777536" y="1839416"/>
            <a:ext cx="376444" cy="253772"/>
            <a:chOff x="1777536" y="2014866"/>
            <a:chExt cx="376444" cy="253772"/>
          </a:xfrm>
        </p:grpSpPr>
        <p:sp>
          <p:nvSpPr>
            <p:cNvPr id="10751" name="Google Shape;10751;p67"/>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7"/>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7"/>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7"/>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7"/>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6" name="Google Shape;10756;p67"/>
          <p:cNvGrpSpPr/>
          <p:nvPr/>
        </p:nvGrpSpPr>
        <p:grpSpPr>
          <a:xfrm>
            <a:off x="1309875" y="1881876"/>
            <a:ext cx="374154" cy="169680"/>
            <a:chOff x="1309875" y="2057326"/>
            <a:chExt cx="374154" cy="169680"/>
          </a:xfrm>
        </p:grpSpPr>
        <p:sp>
          <p:nvSpPr>
            <p:cNvPr id="10757" name="Google Shape;10757;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7"/>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67"/>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7"/>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7"/>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7"/>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7"/>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8" name="Google Shape;10768;p67"/>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9" name="Google Shape;10769;p67"/>
          <p:cNvGrpSpPr/>
          <p:nvPr/>
        </p:nvGrpSpPr>
        <p:grpSpPr>
          <a:xfrm>
            <a:off x="2347450" y="1779114"/>
            <a:ext cx="113639" cy="373168"/>
            <a:chOff x="2347450" y="1954564"/>
            <a:chExt cx="113639" cy="373168"/>
          </a:xfrm>
        </p:grpSpPr>
        <p:sp>
          <p:nvSpPr>
            <p:cNvPr id="10770" name="Google Shape;10770;p67"/>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7"/>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72" name="Google Shape;10772;p67"/>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73" name="Google Shape;10773;p67"/>
          <p:cNvGrpSpPr/>
          <p:nvPr/>
        </p:nvGrpSpPr>
        <p:grpSpPr>
          <a:xfrm>
            <a:off x="3110102" y="1324430"/>
            <a:ext cx="330613" cy="358379"/>
            <a:chOff x="3110102" y="1499880"/>
            <a:chExt cx="330613" cy="358379"/>
          </a:xfrm>
        </p:grpSpPr>
        <p:sp>
          <p:nvSpPr>
            <p:cNvPr id="10774" name="Google Shape;10774;p67"/>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7"/>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7"/>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7"/>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7"/>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7"/>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7"/>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1" name="Google Shape;10781;p67"/>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2" name="Google Shape;10782;p67"/>
          <p:cNvGrpSpPr/>
          <p:nvPr/>
        </p:nvGrpSpPr>
        <p:grpSpPr>
          <a:xfrm>
            <a:off x="3485575" y="1824309"/>
            <a:ext cx="373772" cy="284050"/>
            <a:chOff x="3531200" y="1999759"/>
            <a:chExt cx="373772" cy="284050"/>
          </a:xfrm>
        </p:grpSpPr>
        <p:sp>
          <p:nvSpPr>
            <p:cNvPr id="10783" name="Google Shape;10783;p67"/>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7"/>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7"/>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7"/>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7" name="Google Shape;10787;p67"/>
          <p:cNvGrpSpPr/>
          <p:nvPr/>
        </p:nvGrpSpPr>
        <p:grpSpPr>
          <a:xfrm>
            <a:off x="2667058" y="1324843"/>
            <a:ext cx="330231" cy="359015"/>
            <a:chOff x="2667058" y="1500293"/>
            <a:chExt cx="330231" cy="359015"/>
          </a:xfrm>
        </p:grpSpPr>
        <p:sp>
          <p:nvSpPr>
            <p:cNvPr id="10788" name="Google Shape;10788;p67"/>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67"/>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7"/>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67"/>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67"/>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67"/>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67"/>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7"/>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7"/>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7"/>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7"/>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67"/>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67"/>
          <p:cNvGrpSpPr/>
          <p:nvPr/>
        </p:nvGrpSpPr>
        <p:grpSpPr>
          <a:xfrm>
            <a:off x="3567553" y="1324462"/>
            <a:ext cx="320022" cy="359778"/>
            <a:chOff x="3567553" y="1499912"/>
            <a:chExt cx="320022" cy="359778"/>
          </a:xfrm>
        </p:grpSpPr>
        <p:sp>
          <p:nvSpPr>
            <p:cNvPr id="10807" name="Google Shape;10807;p67"/>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7"/>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7"/>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7"/>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67"/>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67"/>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67"/>
          <p:cNvGrpSpPr/>
          <p:nvPr/>
        </p:nvGrpSpPr>
        <p:grpSpPr>
          <a:xfrm>
            <a:off x="1309875" y="1324462"/>
            <a:ext cx="359015" cy="358633"/>
            <a:chOff x="1309875" y="1499912"/>
            <a:chExt cx="359015" cy="358633"/>
          </a:xfrm>
        </p:grpSpPr>
        <p:sp>
          <p:nvSpPr>
            <p:cNvPr id="10814" name="Google Shape;10814;p67"/>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7"/>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67"/>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67"/>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67"/>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7"/>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7"/>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67"/>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67"/>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3" name="Google Shape;10823;p67"/>
          <p:cNvGrpSpPr/>
          <p:nvPr/>
        </p:nvGrpSpPr>
        <p:grpSpPr>
          <a:xfrm>
            <a:off x="2219466" y="1324843"/>
            <a:ext cx="330613" cy="359015"/>
            <a:chOff x="2219466" y="1500293"/>
            <a:chExt cx="330613" cy="359015"/>
          </a:xfrm>
        </p:grpSpPr>
        <p:sp>
          <p:nvSpPr>
            <p:cNvPr id="10824" name="Google Shape;10824;p67"/>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67"/>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6" name="Google Shape;10826;p67"/>
          <p:cNvGrpSpPr/>
          <p:nvPr/>
        </p:nvGrpSpPr>
        <p:grpSpPr>
          <a:xfrm>
            <a:off x="5343544" y="1333908"/>
            <a:ext cx="244676" cy="351095"/>
            <a:chOff x="5343544" y="1509358"/>
            <a:chExt cx="244676" cy="351095"/>
          </a:xfrm>
        </p:grpSpPr>
        <p:sp>
          <p:nvSpPr>
            <p:cNvPr id="10827" name="Google Shape;10827;p67"/>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7"/>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7"/>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0" name="Google Shape;10830;p67"/>
          <p:cNvGrpSpPr/>
          <p:nvPr/>
        </p:nvGrpSpPr>
        <p:grpSpPr>
          <a:xfrm>
            <a:off x="4882340" y="1333908"/>
            <a:ext cx="246171" cy="351095"/>
            <a:chOff x="4882340" y="1509358"/>
            <a:chExt cx="246171" cy="351095"/>
          </a:xfrm>
        </p:grpSpPr>
        <p:sp>
          <p:nvSpPr>
            <p:cNvPr id="10831" name="Google Shape;10831;p67"/>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67"/>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67"/>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7"/>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7"/>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6" name="Google Shape;10836;p67"/>
          <p:cNvGrpSpPr/>
          <p:nvPr/>
        </p:nvGrpSpPr>
        <p:grpSpPr>
          <a:xfrm>
            <a:off x="6273204" y="1333558"/>
            <a:ext cx="236343" cy="351445"/>
            <a:chOff x="6273204" y="1509008"/>
            <a:chExt cx="236343" cy="351445"/>
          </a:xfrm>
        </p:grpSpPr>
        <p:sp>
          <p:nvSpPr>
            <p:cNvPr id="10837" name="Google Shape;10837;p67"/>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67"/>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39" name="Google Shape;10839;p67"/>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0" name="Google Shape;10840;p67"/>
          <p:cNvGrpSpPr/>
          <p:nvPr/>
        </p:nvGrpSpPr>
        <p:grpSpPr>
          <a:xfrm>
            <a:off x="7219530" y="1332794"/>
            <a:ext cx="191625" cy="352209"/>
            <a:chOff x="7219530" y="1508244"/>
            <a:chExt cx="191625" cy="352209"/>
          </a:xfrm>
        </p:grpSpPr>
        <p:sp>
          <p:nvSpPr>
            <p:cNvPr id="10841" name="Google Shape;10841;p67"/>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7"/>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3" name="Google Shape;10843;p67"/>
          <p:cNvGrpSpPr/>
          <p:nvPr/>
        </p:nvGrpSpPr>
        <p:grpSpPr>
          <a:xfrm>
            <a:off x="7699309" y="1333176"/>
            <a:ext cx="154922" cy="351827"/>
            <a:chOff x="7699309" y="1508626"/>
            <a:chExt cx="154922" cy="351827"/>
          </a:xfrm>
        </p:grpSpPr>
        <p:sp>
          <p:nvSpPr>
            <p:cNvPr id="10844" name="Google Shape;10844;p67"/>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67"/>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7"/>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67"/>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67"/>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7"/>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67"/>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67"/>
          <p:cNvGrpSpPr/>
          <p:nvPr/>
        </p:nvGrpSpPr>
        <p:grpSpPr>
          <a:xfrm>
            <a:off x="8161690" y="1333558"/>
            <a:ext cx="153396" cy="351064"/>
            <a:chOff x="8161690" y="1509008"/>
            <a:chExt cx="153396" cy="351064"/>
          </a:xfrm>
        </p:grpSpPr>
        <p:sp>
          <p:nvSpPr>
            <p:cNvPr id="10852" name="Google Shape;10852;p67"/>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67"/>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67"/>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7"/>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6" name="Google Shape;10856;p67"/>
          <p:cNvGrpSpPr/>
          <p:nvPr/>
        </p:nvGrpSpPr>
        <p:grpSpPr>
          <a:xfrm>
            <a:off x="6746940" y="1333431"/>
            <a:ext cx="213221" cy="352304"/>
            <a:chOff x="6746940" y="1508881"/>
            <a:chExt cx="213221" cy="352304"/>
          </a:xfrm>
        </p:grpSpPr>
        <p:sp>
          <p:nvSpPr>
            <p:cNvPr id="10857" name="Google Shape;10857;p67"/>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67"/>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7"/>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67"/>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1" name="Google Shape;10861;p67"/>
          <p:cNvGrpSpPr/>
          <p:nvPr/>
        </p:nvGrpSpPr>
        <p:grpSpPr>
          <a:xfrm>
            <a:off x="5770336" y="1832165"/>
            <a:ext cx="350682" cy="292097"/>
            <a:chOff x="5770336" y="2007615"/>
            <a:chExt cx="350682" cy="292097"/>
          </a:xfrm>
        </p:grpSpPr>
        <p:sp>
          <p:nvSpPr>
            <p:cNvPr id="10862" name="Google Shape;10862;p67"/>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67"/>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67"/>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7"/>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67"/>
          <p:cNvGrpSpPr/>
          <p:nvPr/>
        </p:nvGrpSpPr>
        <p:grpSpPr>
          <a:xfrm>
            <a:off x="5326878" y="1804908"/>
            <a:ext cx="350332" cy="346229"/>
            <a:chOff x="5326878" y="1980358"/>
            <a:chExt cx="350332" cy="346229"/>
          </a:xfrm>
        </p:grpSpPr>
        <p:sp>
          <p:nvSpPr>
            <p:cNvPr id="10867" name="Google Shape;10867;p67"/>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7"/>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67"/>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67"/>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71" name="Google Shape;10871;p67"/>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72" name="Google Shape;10872;p67"/>
          <p:cNvGrpSpPr/>
          <p:nvPr/>
        </p:nvGrpSpPr>
        <p:grpSpPr>
          <a:xfrm>
            <a:off x="4883835" y="1817121"/>
            <a:ext cx="350300" cy="323043"/>
            <a:chOff x="4883835" y="1992571"/>
            <a:chExt cx="350300" cy="323043"/>
          </a:xfrm>
        </p:grpSpPr>
        <p:sp>
          <p:nvSpPr>
            <p:cNvPr id="10873" name="Google Shape;10873;p67"/>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7"/>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7"/>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67"/>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7"/>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67"/>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9" name="Google Shape;10879;p67"/>
          <p:cNvGrpSpPr/>
          <p:nvPr/>
        </p:nvGrpSpPr>
        <p:grpSpPr>
          <a:xfrm>
            <a:off x="7548967" y="1803477"/>
            <a:ext cx="333285" cy="349950"/>
            <a:chOff x="7548967" y="1978927"/>
            <a:chExt cx="333285" cy="349950"/>
          </a:xfrm>
        </p:grpSpPr>
        <p:sp>
          <p:nvSpPr>
            <p:cNvPr id="10880" name="Google Shape;10880;p67"/>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67"/>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67"/>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7"/>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7"/>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7"/>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67"/>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7" name="Google Shape;10887;p67"/>
          <p:cNvGrpSpPr/>
          <p:nvPr/>
        </p:nvGrpSpPr>
        <p:grpSpPr>
          <a:xfrm>
            <a:off x="6214142" y="1803477"/>
            <a:ext cx="346515" cy="350300"/>
            <a:chOff x="6214142" y="1978927"/>
            <a:chExt cx="346515" cy="350300"/>
          </a:xfrm>
        </p:grpSpPr>
        <p:sp>
          <p:nvSpPr>
            <p:cNvPr id="10888" name="Google Shape;10888;p67"/>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67"/>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0" name="Google Shape;10890;p67"/>
          <p:cNvGrpSpPr/>
          <p:nvPr/>
        </p:nvGrpSpPr>
        <p:grpSpPr>
          <a:xfrm>
            <a:off x="7105923" y="1803095"/>
            <a:ext cx="333285" cy="350682"/>
            <a:chOff x="7105923" y="1978545"/>
            <a:chExt cx="333285" cy="350682"/>
          </a:xfrm>
        </p:grpSpPr>
        <p:sp>
          <p:nvSpPr>
            <p:cNvPr id="10891" name="Google Shape;10891;p67"/>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7"/>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7"/>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67"/>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67"/>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7"/>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7"/>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8" name="Google Shape;10898;p67"/>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7"/>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00" name="Google Shape;10900;p67"/>
          <p:cNvGrpSpPr/>
          <p:nvPr/>
        </p:nvGrpSpPr>
        <p:grpSpPr>
          <a:xfrm>
            <a:off x="3616406" y="2246902"/>
            <a:ext cx="203393" cy="351827"/>
            <a:chOff x="3616406" y="2422352"/>
            <a:chExt cx="203393" cy="351827"/>
          </a:xfrm>
        </p:grpSpPr>
        <p:sp>
          <p:nvSpPr>
            <p:cNvPr id="10901" name="Google Shape;10901;p67"/>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7"/>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3" name="Google Shape;10903;p67"/>
          <p:cNvGrpSpPr/>
          <p:nvPr/>
        </p:nvGrpSpPr>
        <p:grpSpPr>
          <a:xfrm>
            <a:off x="878187" y="2246520"/>
            <a:ext cx="272696" cy="351827"/>
            <a:chOff x="913012" y="2421970"/>
            <a:chExt cx="272696" cy="351827"/>
          </a:xfrm>
        </p:grpSpPr>
        <p:sp>
          <p:nvSpPr>
            <p:cNvPr id="10904" name="Google Shape;10904;p67"/>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7"/>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7"/>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7"/>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8" name="Google Shape;10908;p67"/>
          <p:cNvGrpSpPr/>
          <p:nvPr/>
        </p:nvGrpSpPr>
        <p:grpSpPr>
          <a:xfrm>
            <a:off x="2274743" y="2246902"/>
            <a:ext cx="255649" cy="351445"/>
            <a:chOff x="2274743" y="2422352"/>
            <a:chExt cx="255649" cy="351445"/>
          </a:xfrm>
        </p:grpSpPr>
        <p:sp>
          <p:nvSpPr>
            <p:cNvPr id="10909" name="Google Shape;10909;p67"/>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67"/>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7"/>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2" name="Google Shape;10912;p67"/>
          <p:cNvGrpSpPr/>
          <p:nvPr/>
        </p:nvGrpSpPr>
        <p:grpSpPr>
          <a:xfrm>
            <a:off x="2708723" y="2245789"/>
            <a:ext cx="246552" cy="352558"/>
            <a:chOff x="2708723" y="2421239"/>
            <a:chExt cx="246552" cy="352558"/>
          </a:xfrm>
        </p:grpSpPr>
        <p:sp>
          <p:nvSpPr>
            <p:cNvPr id="10913" name="Google Shape;10913;p67"/>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67"/>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5" name="Google Shape;10915;p67"/>
          <p:cNvGrpSpPr/>
          <p:nvPr/>
        </p:nvGrpSpPr>
        <p:grpSpPr>
          <a:xfrm>
            <a:off x="1835485" y="2246902"/>
            <a:ext cx="259433" cy="350714"/>
            <a:chOff x="1835485" y="2422352"/>
            <a:chExt cx="259433" cy="350714"/>
          </a:xfrm>
        </p:grpSpPr>
        <p:sp>
          <p:nvSpPr>
            <p:cNvPr id="10916" name="Google Shape;10916;p67"/>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67"/>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7"/>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67"/>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67"/>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7"/>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7"/>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3" name="Google Shape;10923;p67"/>
          <p:cNvGrpSpPr/>
          <p:nvPr/>
        </p:nvGrpSpPr>
        <p:grpSpPr>
          <a:xfrm>
            <a:off x="3150240" y="2246902"/>
            <a:ext cx="212489" cy="351445"/>
            <a:chOff x="3150240" y="2422352"/>
            <a:chExt cx="212489" cy="351445"/>
          </a:xfrm>
        </p:grpSpPr>
        <p:sp>
          <p:nvSpPr>
            <p:cNvPr id="10924" name="Google Shape;10924;p67"/>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67"/>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6" name="Google Shape;10926;p67"/>
          <p:cNvGrpSpPr/>
          <p:nvPr/>
        </p:nvGrpSpPr>
        <p:grpSpPr>
          <a:xfrm>
            <a:off x="1367060" y="2246679"/>
            <a:ext cx="269261" cy="352050"/>
            <a:chOff x="1367060" y="2422129"/>
            <a:chExt cx="269261" cy="352050"/>
          </a:xfrm>
        </p:grpSpPr>
        <p:sp>
          <p:nvSpPr>
            <p:cNvPr id="10927" name="Google Shape;10927;p67"/>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67"/>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67"/>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7"/>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7"/>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7"/>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7"/>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7"/>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67"/>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67"/>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7"/>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7"/>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7"/>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7"/>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1" name="Google Shape;10941;p67"/>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2" name="Google Shape;10942;p67"/>
          <p:cNvGrpSpPr/>
          <p:nvPr/>
        </p:nvGrpSpPr>
        <p:grpSpPr>
          <a:xfrm>
            <a:off x="4882690" y="2249955"/>
            <a:ext cx="274573" cy="350682"/>
            <a:chOff x="4882690" y="2425405"/>
            <a:chExt cx="274573" cy="350682"/>
          </a:xfrm>
        </p:grpSpPr>
        <p:sp>
          <p:nvSpPr>
            <p:cNvPr id="10943" name="Google Shape;10943;p67"/>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67"/>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5" name="Google Shape;10945;p67"/>
          <p:cNvGrpSpPr/>
          <p:nvPr/>
        </p:nvGrpSpPr>
        <p:grpSpPr>
          <a:xfrm>
            <a:off x="6627639" y="2268434"/>
            <a:ext cx="355993" cy="313247"/>
            <a:chOff x="6627639" y="2443884"/>
            <a:chExt cx="355993" cy="313247"/>
          </a:xfrm>
        </p:grpSpPr>
        <p:sp>
          <p:nvSpPr>
            <p:cNvPr id="10946" name="Google Shape;10946;p67"/>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7"/>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7"/>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9" name="Google Shape;10949;p67"/>
          <p:cNvGrpSpPr/>
          <p:nvPr/>
        </p:nvGrpSpPr>
        <p:grpSpPr>
          <a:xfrm>
            <a:off x="6183451" y="2286690"/>
            <a:ext cx="351445" cy="277976"/>
            <a:chOff x="6183451" y="2462140"/>
            <a:chExt cx="351445" cy="277976"/>
          </a:xfrm>
        </p:grpSpPr>
        <p:sp>
          <p:nvSpPr>
            <p:cNvPr id="10950" name="Google Shape;10950;p67"/>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67"/>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67"/>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7"/>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67"/>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7"/>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7"/>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67"/>
          <p:cNvGrpSpPr/>
          <p:nvPr/>
        </p:nvGrpSpPr>
        <p:grpSpPr>
          <a:xfrm>
            <a:off x="5735477" y="2254408"/>
            <a:ext cx="353354" cy="341299"/>
            <a:chOff x="5735477" y="2429858"/>
            <a:chExt cx="353354" cy="341299"/>
          </a:xfrm>
        </p:grpSpPr>
        <p:sp>
          <p:nvSpPr>
            <p:cNvPr id="10958" name="Google Shape;10958;p67"/>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67"/>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67"/>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7"/>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67"/>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67"/>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4" name="Google Shape;10964;p67"/>
          <p:cNvGrpSpPr/>
          <p:nvPr/>
        </p:nvGrpSpPr>
        <p:grpSpPr>
          <a:xfrm>
            <a:off x="5243735" y="2271523"/>
            <a:ext cx="405255" cy="275499"/>
            <a:chOff x="5283337" y="2478774"/>
            <a:chExt cx="358633" cy="243913"/>
          </a:xfrm>
        </p:grpSpPr>
        <p:sp>
          <p:nvSpPr>
            <p:cNvPr id="10965" name="Google Shape;10965;p67"/>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67"/>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67"/>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67"/>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7"/>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7"/>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67"/>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67"/>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67"/>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7"/>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7"/>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7"/>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7"/>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7"/>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7"/>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7"/>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67"/>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2" name="Google Shape;10982;p67"/>
          <p:cNvGrpSpPr/>
          <p:nvPr/>
        </p:nvGrpSpPr>
        <p:grpSpPr>
          <a:xfrm>
            <a:off x="7964753" y="2295373"/>
            <a:ext cx="362068" cy="258670"/>
            <a:chOff x="7964753" y="2470823"/>
            <a:chExt cx="362068" cy="258670"/>
          </a:xfrm>
        </p:grpSpPr>
        <p:sp>
          <p:nvSpPr>
            <p:cNvPr id="10983" name="Google Shape;10983;p67"/>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67"/>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7"/>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67"/>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67"/>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67"/>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7"/>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7"/>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67"/>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2" name="Google Shape;10992;p67"/>
          <p:cNvGrpSpPr/>
          <p:nvPr/>
        </p:nvGrpSpPr>
        <p:grpSpPr>
          <a:xfrm>
            <a:off x="7524349" y="2280997"/>
            <a:ext cx="350332" cy="288948"/>
            <a:chOff x="7524349" y="2456447"/>
            <a:chExt cx="350332" cy="288948"/>
          </a:xfrm>
        </p:grpSpPr>
        <p:sp>
          <p:nvSpPr>
            <p:cNvPr id="10993" name="Google Shape;10993;p67"/>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67"/>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7"/>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7"/>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7"/>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8" name="Google Shape;10998;p67"/>
          <p:cNvGrpSpPr/>
          <p:nvPr/>
        </p:nvGrpSpPr>
        <p:grpSpPr>
          <a:xfrm>
            <a:off x="3972749" y="2719143"/>
            <a:ext cx="355230" cy="356725"/>
            <a:chOff x="3972749" y="2894211"/>
            <a:chExt cx="355230" cy="356725"/>
          </a:xfrm>
        </p:grpSpPr>
        <p:sp>
          <p:nvSpPr>
            <p:cNvPr id="10999" name="Google Shape;10999;p67"/>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7"/>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7"/>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67"/>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67"/>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4" name="Google Shape;11004;p67"/>
          <p:cNvGrpSpPr/>
          <p:nvPr/>
        </p:nvGrpSpPr>
        <p:grpSpPr>
          <a:xfrm>
            <a:off x="3527797" y="2743553"/>
            <a:ext cx="355993" cy="307904"/>
            <a:chOff x="3527797" y="2918796"/>
            <a:chExt cx="355993" cy="307904"/>
          </a:xfrm>
        </p:grpSpPr>
        <p:sp>
          <p:nvSpPr>
            <p:cNvPr id="11005" name="Google Shape;11005;p67"/>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67"/>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7"/>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7"/>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7"/>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67"/>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7"/>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67"/>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67"/>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7"/>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5" name="Google Shape;11015;p67"/>
          <p:cNvGrpSpPr/>
          <p:nvPr/>
        </p:nvGrpSpPr>
        <p:grpSpPr>
          <a:xfrm>
            <a:off x="3082845" y="2746336"/>
            <a:ext cx="356375" cy="302338"/>
            <a:chOff x="3082845" y="2920959"/>
            <a:chExt cx="356375" cy="302338"/>
          </a:xfrm>
        </p:grpSpPr>
        <p:sp>
          <p:nvSpPr>
            <p:cNvPr id="11016" name="Google Shape;11016;p67"/>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67"/>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8" name="Google Shape;11018;p67"/>
          <p:cNvGrpSpPr/>
          <p:nvPr/>
        </p:nvGrpSpPr>
        <p:grpSpPr>
          <a:xfrm>
            <a:off x="2639038" y="2719699"/>
            <a:ext cx="355612" cy="355612"/>
            <a:chOff x="2639038" y="2894942"/>
            <a:chExt cx="355612" cy="355612"/>
          </a:xfrm>
        </p:grpSpPr>
        <p:sp>
          <p:nvSpPr>
            <p:cNvPr id="11019" name="Google Shape;11019;p67"/>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7"/>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1" name="Google Shape;11021;p67"/>
          <p:cNvGrpSpPr/>
          <p:nvPr/>
        </p:nvGrpSpPr>
        <p:grpSpPr>
          <a:xfrm>
            <a:off x="2194468" y="2763622"/>
            <a:ext cx="355993" cy="267766"/>
            <a:chOff x="2194468" y="2938865"/>
            <a:chExt cx="355993" cy="267766"/>
          </a:xfrm>
        </p:grpSpPr>
        <p:sp>
          <p:nvSpPr>
            <p:cNvPr id="11022" name="Google Shape;11022;p67"/>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67"/>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67"/>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7"/>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67"/>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67"/>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67"/>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67"/>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67"/>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7"/>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7"/>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67"/>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67"/>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7"/>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7"/>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7"/>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7"/>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7"/>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7"/>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7"/>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67"/>
          <p:cNvGrpSpPr/>
          <p:nvPr/>
        </p:nvGrpSpPr>
        <p:grpSpPr>
          <a:xfrm>
            <a:off x="1749897" y="2719699"/>
            <a:ext cx="355993" cy="355612"/>
            <a:chOff x="1749897" y="2894561"/>
            <a:chExt cx="355993" cy="355612"/>
          </a:xfrm>
        </p:grpSpPr>
        <p:sp>
          <p:nvSpPr>
            <p:cNvPr id="11043" name="Google Shape;11043;p67"/>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7"/>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7"/>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67"/>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67"/>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7"/>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7"/>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7"/>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7"/>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7"/>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7"/>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4" name="Google Shape;11054;p67"/>
          <p:cNvGrpSpPr/>
          <p:nvPr/>
        </p:nvGrpSpPr>
        <p:grpSpPr>
          <a:xfrm>
            <a:off x="1305327" y="2718761"/>
            <a:ext cx="357520" cy="357488"/>
            <a:chOff x="1305327" y="2894211"/>
            <a:chExt cx="357520" cy="357488"/>
          </a:xfrm>
        </p:grpSpPr>
        <p:sp>
          <p:nvSpPr>
            <p:cNvPr id="11055" name="Google Shape;11055;p67"/>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67"/>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7"/>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7"/>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7"/>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67"/>
          <p:cNvGrpSpPr/>
          <p:nvPr/>
        </p:nvGrpSpPr>
        <p:grpSpPr>
          <a:xfrm>
            <a:off x="853950" y="2720860"/>
            <a:ext cx="364104" cy="353290"/>
            <a:chOff x="853950" y="2894720"/>
            <a:chExt cx="364104" cy="353290"/>
          </a:xfrm>
        </p:grpSpPr>
        <p:sp>
          <p:nvSpPr>
            <p:cNvPr id="11061" name="Google Shape;11061;p67"/>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67"/>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67"/>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67"/>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67"/>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67"/>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67"/>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8" name="Google Shape;11068;p67"/>
          <p:cNvGrpSpPr/>
          <p:nvPr/>
        </p:nvGrpSpPr>
        <p:grpSpPr>
          <a:xfrm>
            <a:off x="7066548" y="2737144"/>
            <a:ext cx="352209" cy="334938"/>
            <a:chOff x="7066548" y="2912594"/>
            <a:chExt cx="352209" cy="334938"/>
          </a:xfrm>
        </p:grpSpPr>
        <p:sp>
          <p:nvSpPr>
            <p:cNvPr id="11069" name="Google Shape;11069;p67"/>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7"/>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7"/>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7"/>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7"/>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7"/>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75" name="Google Shape;11075;p67"/>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67"/>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77" name="Google Shape;11077;p67"/>
          <p:cNvGrpSpPr/>
          <p:nvPr/>
        </p:nvGrpSpPr>
        <p:grpSpPr>
          <a:xfrm>
            <a:off x="7541397" y="2729352"/>
            <a:ext cx="318495" cy="352209"/>
            <a:chOff x="7541397" y="2904802"/>
            <a:chExt cx="318495" cy="352209"/>
          </a:xfrm>
        </p:grpSpPr>
        <p:sp>
          <p:nvSpPr>
            <p:cNvPr id="11078" name="Google Shape;11078;p67"/>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67"/>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0" name="Google Shape;11080;p67"/>
          <p:cNvGrpSpPr/>
          <p:nvPr/>
        </p:nvGrpSpPr>
        <p:grpSpPr>
          <a:xfrm>
            <a:off x="8003015" y="2728589"/>
            <a:ext cx="306759" cy="351445"/>
            <a:chOff x="8003015" y="2904039"/>
            <a:chExt cx="306759" cy="351445"/>
          </a:xfrm>
        </p:grpSpPr>
        <p:sp>
          <p:nvSpPr>
            <p:cNvPr id="11081" name="Google Shape;11081;p67"/>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7"/>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67"/>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67"/>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67"/>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7"/>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7" name="Google Shape;11087;p67"/>
          <p:cNvGrpSpPr/>
          <p:nvPr/>
        </p:nvGrpSpPr>
        <p:grpSpPr>
          <a:xfrm>
            <a:off x="5687770" y="2710046"/>
            <a:ext cx="369638" cy="369606"/>
            <a:chOff x="5687770" y="2885496"/>
            <a:chExt cx="369638" cy="369606"/>
          </a:xfrm>
        </p:grpSpPr>
        <p:sp>
          <p:nvSpPr>
            <p:cNvPr id="11088" name="Google Shape;11088;p67"/>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67"/>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7"/>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7"/>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67"/>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7"/>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67"/>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67"/>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7"/>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7"/>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8" name="Google Shape;11098;p67"/>
          <p:cNvGrpSpPr/>
          <p:nvPr/>
        </p:nvGrpSpPr>
        <p:grpSpPr>
          <a:xfrm>
            <a:off x="4881958" y="2729352"/>
            <a:ext cx="156417" cy="349537"/>
            <a:chOff x="4881958" y="2904802"/>
            <a:chExt cx="156417" cy="349537"/>
          </a:xfrm>
        </p:grpSpPr>
        <p:sp>
          <p:nvSpPr>
            <p:cNvPr id="11099" name="Google Shape;11099;p67"/>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67"/>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67"/>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7"/>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7"/>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7"/>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7"/>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6" name="Google Shape;11106;p67"/>
          <p:cNvGrpSpPr/>
          <p:nvPr/>
        </p:nvGrpSpPr>
        <p:grpSpPr>
          <a:xfrm>
            <a:off x="5230318" y="2711064"/>
            <a:ext cx="371133" cy="367443"/>
            <a:chOff x="5230318" y="2886514"/>
            <a:chExt cx="371133" cy="367443"/>
          </a:xfrm>
        </p:grpSpPr>
        <p:sp>
          <p:nvSpPr>
            <p:cNvPr id="11107" name="Google Shape;11107;p67"/>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67"/>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7"/>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7"/>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67"/>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67"/>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7"/>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67"/>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67"/>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6" name="Google Shape;11116;p67"/>
          <p:cNvGrpSpPr/>
          <p:nvPr/>
        </p:nvGrpSpPr>
        <p:grpSpPr>
          <a:xfrm>
            <a:off x="5748358" y="3259128"/>
            <a:ext cx="352590" cy="182561"/>
            <a:chOff x="5748358" y="3434578"/>
            <a:chExt cx="352590" cy="182561"/>
          </a:xfrm>
        </p:grpSpPr>
        <p:sp>
          <p:nvSpPr>
            <p:cNvPr id="11117" name="Google Shape;11117;p67"/>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67"/>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67"/>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7"/>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7"/>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7"/>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3" name="Google Shape;11123;p67"/>
          <p:cNvGrpSpPr/>
          <p:nvPr/>
        </p:nvGrpSpPr>
        <p:grpSpPr>
          <a:xfrm>
            <a:off x="862283" y="4099321"/>
            <a:ext cx="341204" cy="359301"/>
            <a:chOff x="862283" y="4274771"/>
            <a:chExt cx="341204" cy="359301"/>
          </a:xfrm>
        </p:grpSpPr>
        <p:sp>
          <p:nvSpPr>
            <p:cNvPr id="11124" name="Google Shape;11124;p67"/>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7"/>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7"/>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67"/>
          <p:cNvGrpSpPr/>
          <p:nvPr/>
        </p:nvGrpSpPr>
        <p:grpSpPr>
          <a:xfrm>
            <a:off x="1396957" y="4111915"/>
            <a:ext cx="301861" cy="332871"/>
            <a:chOff x="1396957" y="4287365"/>
            <a:chExt cx="301861" cy="332871"/>
          </a:xfrm>
        </p:grpSpPr>
        <p:sp>
          <p:nvSpPr>
            <p:cNvPr id="11128" name="Google Shape;11128;p67"/>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7"/>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7"/>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67"/>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67"/>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7"/>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67"/>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67"/>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7"/>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7"/>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67"/>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67"/>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7"/>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7"/>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67"/>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3" name="Google Shape;11143;p67"/>
          <p:cNvGrpSpPr/>
          <p:nvPr/>
        </p:nvGrpSpPr>
        <p:grpSpPr>
          <a:xfrm>
            <a:off x="1865381" y="4102056"/>
            <a:ext cx="396131" cy="355612"/>
            <a:chOff x="1865381" y="4277506"/>
            <a:chExt cx="396131" cy="355612"/>
          </a:xfrm>
        </p:grpSpPr>
        <p:sp>
          <p:nvSpPr>
            <p:cNvPr id="11144" name="Google Shape;11144;p67"/>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67"/>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7"/>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7"/>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67"/>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67"/>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0" name="Google Shape;11150;p67"/>
          <p:cNvGrpSpPr/>
          <p:nvPr/>
        </p:nvGrpSpPr>
        <p:grpSpPr>
          <a:xfrm>
            <a:off x="2411823" y="4128549"/>
            <a:ext cx="334398" cy="299953"/>
            <a:chOff x="2411823" y="4303999"/>
            <a:chExt cx="334398" cy="299953"/>
          </a:xfrm>
        </p:grpSpPr>
        <p:sp>
          <p:nvSpPr>
            <p:cNvPr id="11151" name="Google Shape;11151;p67"/>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67"/>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67"/>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67"/>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67"/>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67"/>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67"/>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8" name="Google Shape;11158;p67"/>
          <p:cNvGrpSpPr/>
          <p:nvPr/>
        </p:nvGrpSpPr>
        <p:grpSpPr>
          <a:xfrm>
            <a:off x="2903337" y="4103582"/>
            <a:ext cx="382519" cy="350682"/>
            <a:chOff x="2903337" y="4279032"/>
            <a:chExt cx="382519" cy="350682"/>
          </a:xfrm>
        </p:grpSpPr>
        <p:sp>
          <p:nvSpPr>
            <p:cNvPr id="11159" name="Google Shape;11159;p67"/>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67"/>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67"/>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7"/>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67"/>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67"/>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67"/>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7"/>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67"/>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67"/>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7"/>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7"/>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67"/>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67"/>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67"/>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4" name="Google Shape;11174;p67"/>
          <p:cNvGrpSpPr/>
          <p:nvPr/>
        </p:nvGrpSpPr>
        <p:grpSpPr>
          <a:xfrm>
            <a:off x="3933342" y="4140317"/>
            <a:ext cx="383632" cy="276449"/>
            <a:chOff x="3933342" y="4315767"/>
            <a:chExt cx="383632" cy="276449"/>
          </a:xfrm>
        </p:grpSpPr>
        <p:sp>
          <p:nvSpPr>
            <p:cNvPr id="11175" name="Google Shape;11175;p67"/>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7"/>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67"/>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67"/>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7"/>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7"/>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1" name="Google Shape;11181;p67"/>
          <p:cNvGrpSpPr/>
          <p:nvPr/>
        </p:nvGrpSpPr>
        <p:grpSpPr>
          <a:xfrm>
            <a:off x="3441065" y="4127055"/>
            <a:ext cx="337069" cy="302593"/>
            <a:chOff x="3441065" y="4302505"/>
            <a:chExt cx="337069" cy="302593"/>
          </a:xfrm>
        </p:grpSpPr>
        <p:sp>
          <p:nvSpPr>
            <p:cNvPr id="11182" name="Google Shape;11182;p67"/>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67"/>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7"/>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7"/>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67"/>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67"/>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7"/>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67"/>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67"/>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7"/>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7"/>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67"/>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67"/>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5" name="Google Shape;11195;p67"/>
          <p:cNvGrpSpPr/>
          <p:nvPr/>
        </p:nvGrpSpPr>
        <p:grpSpPr>
          <a:xfrm>
            <a:off x="3532345" y="3187185"/>
            <a:ext cx="339328" cy="336274"/>
            <a:chOff x="3532345" y="3362635"/>
            <a:chExt cx="339328" cy="336274"/>
          </a:xfrm>
        </p:grpSpPr>
        <p:sp>
          <p:nvSpPr>
            <p:cNvPr id="11196" name="Google Shape;11196;p6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67"/>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67"/>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67"/>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01" name="Google Shape;11201;p67"/>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02" name="Google Shape;11202;p67"/>
          <p:cNvGrpSpPr/>
          <p:nvPr/>
        </p:nvGrpSpPr>
        <p:grpSpPr>
          <a:xfrm>
            <a:off x="1883955" y="3633250"/>
            <a:ext cx="162873" cy="351445"/>
            <a:chOff x="1883955" y="3808700"/>
            <a:chExt cx="162873" cy="351445"/>
          </a:xfrm>
        </p:grpSpPr>
        <p:sp>
          <p:nvSpPr>
            <p:cNvPr id="11203" name="Google Shape;11203;p67"/>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67"/>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5" name="Google Shape;11205;p67"/>
          <p:cNvGrpSpPr/>
          <p:nvPr/>
        </p:nvGrpSpPr>
        <p:grpSpPr>
          <a:xfrm>
            <a:off x="939156" y="3633759"/>
            <a:ext cx="192007" cy="351318"/>
            <a:chOff x="939156" y="3809209"/>
            <a:chExt cx="192007" cy="351318"/>
          </a:xfrm>
        </p:grpSpPr>
        <p:sp>
          <p:nvSpPr>
            <p:cNvPr id="11206" name="Google Shape;11206;p67"/>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67"/>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8" name="Google Shape;11208;p67"/>
          <p:cNvGrpSpPr/>
          <p:nvPr/>
        </p:nvGrpSpPr>
        <p:grpSpPr>
          <a:xfrm>
            <a:off x="2306167" y="3634395"/>
            <a:ext cx="193915" cy="349155"/>
            <a:chOff x="2306167" y="3809845"/>
            <a:chExt cx="193915" cy="349155"/>
          </a:xfrm>
        </p:grpSpPr>
        <p:sp>
          <p:nvSpPr>
            <p:cNvPr id="11209" name="Google Shape;11209;p67"/>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67"/>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67"/>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7"/>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67"/>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67"/>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7"/>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6" name="Google Shape;11216;p67"/>
          <p:cNvGrpSpPr/>
          <p:nvPr/>
        </p:nvGrpSpPr>
        <p:grpSpPr>
          <a:xfrm>
            <a:off x="1323901" y="3631723"/>
            <a:ext cx="356343" cy="356757"/>
            <a:chOff x="1323901" y="3807173"/>
            <a:chExt cx="356343" cy="356757"/>
          </a:xfrm>
        </p:grpSpPr>
        <p:sp>
          <p:nvSpPr>
            <p:cNvPr id="11217" name="Google Shape;11217;p67"/>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67"/>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67"/>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67"/>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7"/>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67"/>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67"/>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7"/>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7"/>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67"/>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67"/>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67"/>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67"/>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7"/>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67"/>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67"/>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7"/>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7"/>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7"/>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67"/>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67"/>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7"/>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7"/>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7"/>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41" name="Google Shape;11241;p67"/>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2" name="Google Shape;11242;p67"/>
          <p:cNvGrpSpPr/>
          <p:nvPr/>
        </p:nvGrpSpPr>
        <p:grpSpPr>
          <a:xfrm>
            <a:off x="859262" y="3178470"/>
            <a:ext cx="306759" cy="351445"/>
            <a:chOff x="859262" y="3353920"/>
            <a:chExt cx="306759" cy="351445"/>
          </a:xfrm>
        </p:grpSpPr>
        <p:sp>
          <p:nvSpPr>
            <p:cNvPr id="11243" name="Google Shape;11243;p67"/>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67"/>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67"/>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7"/>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7"/>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48" name="Google Shape;11248;p67"/>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9" name="Google Shape;11249;p67"/>
          <p:cNvGrpSpPr/>
          <p:nvPr/>
        </p:nvGrpSpPr>
        <p:grpSpPr>
          <a:xfrm>
            <a:off x="3967437" y="3661652"/>
            <a:ext cx="364708" cy="295405"/>
            <a:chOff x="3967437" y="3837102"/>
            <a:chExt cx="364708" cy="295405"/>
          </a:xfrm>
        </p:grpSpPr>
        <p:sp>
          <p:nvSpPr>
            <p:cNvPr id="11250" name="Google Shape;11250;p67"/>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7"/>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67"/>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67"/>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67"/>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5" name="Google Shape;11255;p67"/>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7"/>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7"/>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8" name="Google Shape;11258;p67"/>
          <p:cNvGrpSpPr/>
          <p:nvPr/>
        </p:nvGrpSpPr>
        <p:grpSpPr>
          <a:xfrm>
            <a:off x="5811827" y="3631001"/>
            <a:ext cx="283743" cy="308444"/>
            <a:chOff x="5964227" y="3858701"/>
            <a:chExt cx="283743" cy="308444"/>
          </a:xfrm>
        </p:grpSpPr>
        <p:sp>
          <p:nvSpPr>
            <p:cNvPr id="11259" name="Google Shape;11259;p67"/>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7"/>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67"/>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67"/>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3" name="Google Shape;11263;p67"/>
          <p:cNvGrpSpPr/>
          <p:nvPr/>
        </p:nvGrpSpPr>
        <p:grpSpPr>
          <a:xfrm>
            <a:off x="6243508" y="3697623"/>
            <a:ext cx="320372" cy="213602"/>
            <a:chOff x="6395908" y="3873073"/>
            <a:chExt cx="320372" cy="213602"/>
          </a:xfrm>
        </p:grpSpPr>
        <p:sp>
          <p:nvSpPr>
            <p:cNvPr id="11264" name="Google Shape;11264;p67"/>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67"/>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67"/>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7"/>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67"/>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67"/>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7"/>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7"/>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7"/>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67"/>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4" name="Google Shape;11274;p67"/>
          <p:cNvGrpSpPr/>
          <p:nvPr/>
        </p:nvGrpSpPr>
        <p:grpSpPr>
          <a:xfrm>
            <a:off x="7262890" y="3627366"/>
            <a:ext cx="357138" cy="352018"/>
            <a:chOff x="7415290" y="3802816"/>
            <a:chExt cx="357138" cy="352018"/>
          </a:xfrm>
        </p:grpSpPr>
        <p:sp>
          <p:nvSpPr>
            <p:cNvPr id="11275" name="Google Shape;11275;p67"/>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67"/>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67"/>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7"/>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67"/>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67"/>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7"/>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67"/>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3" name="Google Shape;11283;p67"/>
          <p:cNvGrpSpPr/>
          <p:nvPr/>
        </p:nvGrpSpPr>
        <p:grpSpPr>
          <a:xfrm>
            <a:off x="6737312" y="3657963"/>
            <a:ext cx="355230" cy="293401"/>
            <a:chOff x="6889712" y="3833413"/>
            <a:chExt cx="355230" cy="293401"/>
          </a:xfrm>
        </p:grpSpPr>
        <p:sp>
          <p:nvSpPr>
            <p:cNvPr id="11284" name="Google Shape;11284;p67"/>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67"/>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7"/>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67"/>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67"/>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9" name="Google Shape;11289;p67"/>
          <p:cNvGrpSpPr/>
          <p:nvPr/>
        </p:nvGrpSpPr>
        <p:grpSpPr>
          <a:xfrm>
            <a:off x="7707152" y="3660420"/>
            <a:ext cx="282318" cy="337168"/>
            <a:chOff x="1635875" y="237775"/>
            <a:chExt cx="4370250" cy="5219325"/>
          </a:xfrm>
        </p:grpSpPr>
        <p:sp>
          <p:nvSpPr>
            <p:cNvPr id="11290" name="Google Shape;11290;p67"/>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67"/>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67"/>
          <p:cNvGrpSpPr/>
          <p:nvPr/>
        </p:nvGrpSpPr>
        <p:grpSpPr>
          <a:xfrm>
            <a:off x="3103963" y="3185690"/>
            <a:ext cx="297886" cy="337578"/>
            <a:chOff x="3103963" y="3361140"/>
            <a:chExt cx="297886" cy="337578"/>
          </a:xfrm>
        </p:grpSpPr>
        <p:sp>
          <p:nvSpPr>
            <p:cNvPr id="11293" name="Google Shape;11293;p67"/>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67"/>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67"/>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7"/>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6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6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67"/>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6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7"/>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7"/>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67"/>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6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67"/>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67"/>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6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6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67"/>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67"/>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6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7" name="Google Shape;11317;p67"/>
          <p:cNvGrpSpPr/>
          <p:nvPr/>
        </p:nvGrpSpPr>
        <p:grpSpPr>
          <a:xfrm>
            <a:off x="2667821" y="3185658"/>
            <a:ext cx="273046" cy="337801"/>
            <a:chOff x="2667821" y="3361108"/>
            <a:chExt cx="273046" cy="337801"/>
          </a:xfrm>
        </p:grpSpPr>
        <p:sp>
          <p:nvSpPr>
            <p:cNvPr id="11318" name="Google Shape;11318;p67"/>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67"/>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7"/>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7"/>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7"/>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67"/>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67"/>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67"/>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7"/>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7"/>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7"/>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67"/>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67"/>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67"/>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67"/>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7"/>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67"/>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67"/>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67"/>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7" name="Google Shape;11337;p67"/>
          <p:cNvGrpSpPr/>
          <p:nvPr/>
        </p:nvGrpSpPr>
        <p:grpSpPr>
          <a:xfrm>
            <a:off x="2212469" y="3184863"/>
            <a:ext cx="282715" cy="338660"/>
            <a:chOff x="2212469" y="3360313"/>
            <a:chExt cx="282715" cy="338660"/>
          </a:xfrm>
        </p:grpSpPr>
        <p:sp>
          <p:nvSpPr>
            <p:cNvPr id="11338" name="Google Shape;11338;p67"/>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67"/>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7"/>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1" name="Google Shape;11341;p67"/>
          <p:cNvGrpSpPr/>
          <p:nvPr/>
        </p:nvGrpSpPr>
        <p:grpSpPr>
          <a:xfrm>
            <a:off x="1768821" y="3185658"/>
            <a:ext cx="278739" cy="339073"/>
            <a:chOff x="1768821" y="3361108"/>
            <a:chExt cx="278739" cy="339073"/>
          </a:xfrm>
        </p:grpSpPr>
        <p:sp>
          <p:nvSpPr>
            <p:cNvPr id="11342" name="Google Shape;11342;p67"/>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7"/>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7"/>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67"/>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67"/>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7"/>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7"/>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67"/>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7"/>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7"/>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67"/>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3" name="Google Shape;11353;p67"/>
          <p:cNvGrpSpPr/>
          <p:nvPr/>
        </p:nvGrpSpPr>
        <p:grpSpPr>
          <a:xfrm>
            <a:off x="5337883" y="3161423"/>
            <a:ext cx="307141" cy="376826"/>
            <a:chOff x="5337883" y="3336873"/>
            <a:chExt cx="307141" cy="376826"/>
          </a:xfrm>
        </p:grpSpPr>
        <p:sp>
          <p:nvSpPr>
            <p:cNvPr id="11354" name="Google Shape;11354;p67"/>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7"/>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6" name="Google Shape;11356;p67"/>
          <p:cNvGrpSpPr/>
          <p:nvPr/>
        </p:nvGrpSpPr>
        <p:grpSpPr>
          <a:xfrm>
            <a:off x="4883835" y="3161805"/>
            <a:ext cx="323425" cy="377557"/>
            <a:chOff x="4883835" y="3337255"/>
            <a:chExt cx="323425" cy="377557"/>
          </a:xfrm>
        </p:grpSpPr>
        <p:sp>
          <p:nvSpPr>
            <p:cNvPr id="11357" name="Google Shape;11357;p67"/>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67"/>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67"/>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67"/>
          <p:cNvGrpSpPr/>
          <p:nvPr/>
        </p:nvGrpSpPr>
        <p:grpSpPr>
          <a:xfrm>
            <a:off x="6193310" y="3231839"/>
            <a:ext cx="352590" cy="237488"/>
            <a:chOff x="6193310" y="3407289"/>
            <a:chExt cx="352590" cy="237488"/>
          </a:xfrm>
        </p:grpSpPr>
        <p:sp>
          <p:nvSpPr>
            <p:cNvPr id="11361" name="Google Shape;11361;p67"/>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67"/>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67"/>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67"/>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7"/>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67"/>
          <p:cNvGrpSpPr/>
          <p:nvPr/>
        </p:nvGrpSpPr>
        <p:grpSpPr>
          <a:xfrm>
            <a:off x="6637117" y="3222393"/>
            <a:ext cx="353735" cy="254504"/>
            <a:chOff x="6637117" y="3397843"/>
            <a:chExt cx="353735" cy="254504"/>
          </a:xfrm>
        </p:grpSpPr>
        <p:sp>
          <p:nvSpPr>
            <p:cNvPr id="11367" name="Google Shape;11367;p67"/>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67"/>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67"/>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67"/>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7"/>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67"/>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67"/>
          <p:cNvGrpSpPr/>
          <p:nvPr/>
        </p:nvGrpSpPr>
        <p:grpSpPr>
          <a:xfrm>
            <a:off x="7075994" y="3174081"/>
            <a:ext cx="360637" cy="352336"/>
            <a:chOff x="7075994" y="3349531"/>
            <a:chExt cx="360637" cy="352336"/>
          </a:xfrm>
        </p:grpSpPr>
        <p:sp>
          <p:nvSpPr>
            <p:cNvPr id="11374" name="Google Shape;11374;p67"/>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67"/>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67"/>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7"/>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67"/>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67"/>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67"/>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1" name="Google Shape;11381;p67"/>
          <p:cNvGrpSpPr/>
          <p:nvPr/>
        </p:nvGrpSpPr>
        <p:grpSpPr>
          <a:xfrm>
            <a:off x="7651983" y="3173731"/>
            <a:ext cx="107183" cy="352399"/>
            <a:chOff x="7651983" y="3349181"/>
            <a:chExt cx="107183" cy="352399"/>
          </a:xfrm>
        </p:grpSpPr>
        <p:sp>
          <p:nvSpPr>
            <p:cNvPr id="11382" name="Google Shape;11382;p67"/>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7"/>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67"/>
          <p:cNvGrpSpPr/>
          <p:nvPr/>
        </p:nvGrpSpPr>
        <p:grpSpPr>
          <a:xfrm>
            <a:off x="7973468" y="3206872"/>
            <a:ext cx="352590" cy="287072"/>
            <a:chOff x="7973468" y="3382322"/>
            <a:chExt cx="352590" cy="287072"/>
          </a:xfrm>
        </p:grpSpPr>
        <p:sp>
          <p:nvSpPr>
            <p:cNvPr id="11385" name="Google Shape;11385;p67"/>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7"/>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7"/>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7"/>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67"/>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67"/>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67"/>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67"/>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67"/>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67"/>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7"/>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67"/>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97" name="Google Shape;11397;p67"/>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398" name="Google Shape;11398;p67"/>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402"/>
        <p:cNvGrpSpPr/>
        <p:nvPr/>
      </p:nvGrpSpPr>
      <p:grpSpPr>
        <a:xfrm>
          <a:off x="0" y="0"/>
          <a:ext cx="0" cy="0"/>
          <a:chOff x="0" y="0"/>
          <a:chExt cx="0" cy="0"/>
        </a:xfrm>
      </p:grpSpPr>
      <p:grpSp>
        <p:nvGrpSpPr>
          <p:cNvPr id="11403" name="Google Shape;11403;p68"/>
          <p:cNvGrpSpPr/>
          <p:nvPr/>
        </p:nvGrpSpPr>
        <p:grpSpPr>
          <a:xfrm>
            <a:off x="821808" y="1576858"/>
            <a:ext cx="347872" cy="347488"/>
            <a:chOff x="849677" y="1500658"/>
            <a:chExt cx="347872" cy="347488"/>
          </a:xfrm>
        </p:grpSpPr>
        <p:sp>
          <p:nvSpPr>
            <p:cNvPr id="11404" name="Google Shape;11404;p68"/>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68"/>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68"/>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68"/>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68"/>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68"/>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0" name="Google Shape;11410;p68"/>
          <p:cNvGrpSpPr/>
          <p:nvPr/>
        </p:nvGrpSpPr>
        <p:grpSpPr>
          <a:xfrm>
            <a:off x="1387984" y="1576858"/>
            <a:ext cx="315872" cy="347488"/>
            <a:chOff x="1415853" y="1500658"/>
            <a:chExt cx="315872" cy="347488"/>
          </a:xfrm>
        </p:grpSpPr>
        <p:sp>
          <p:nvSpPr>
            <p:cNvPr id="11411" name="Google Shape;11411;p68"/>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68"/>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68"/>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68"/>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5" name="Google Shape;11415;p68"/>
          <p:cNvGrpSpPr/>
          <p:nvPr/>
        </p:nvGrpSpPr>
        <p:grpSpPr>
          <a:xfrm>
            <a:off x="4669520" y="1576858"/>
            <a:ext cx="347520" cy="347104"/>
            <a:chOff x="4697389" y="1500658"/>
            <a:chExt cx="347520" cy="347104"/>
          </a:xfrm>
        </p:grpSpPr>
        <p:sp>
          <p:nvSpPr>
            <p:cNvPr id="11416" name="Google Shape;11416;p68"/>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68"/>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68"/>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9" name="Google Shape;11419;p68"/>
          <p:cNvGrpSpPr/>
          <p:nvPr/>
        </p:nvGrpSpPr>
        <p:grpSpPr>
          <a:xfrm>
            <a:off x="3575664" y="2041146"/>
            <a:ext cx="347520" cy="353760"/>
            <a:chOff x="3603533" y="1964946"/>
            <a:chExt cx="347520" cy="353760"/>
          </a:xfrm>
        </p:grpSpPr>
        <p:sp>
          <p:nvSpPr>
            <p:cNvPr id="11420" name="Google Shape;11420;p68"/>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68"/>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68"/>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3" name="Google Shape;11423;p68"/>
          <p:cNvGrpSpPr/>
          <p:nvPr/>
        </p:nvGrpSpPr>
        <p:grpSpPr>
          <a:xfrm>
            <a:off x="1922896" y="2040538"/>
            <a:ext cx="357792" cy="352448"/>
            <a:chOff x="1950765" y="1964338"/>
            <a:chExt cx="357792" cy="352448"/>
          </a:xfrm>
        </p:grpSpPr>
        <p:sp>
          <p:nvSpPr>
            <p:cNvPr id="11424" name="Google Shape;11424;p68"/>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68"/>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68"/>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68"/>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8" name="Google Shape;11428;p68"/>
          <p:cNvGrpSpPr/>
          <p:nvPr/>
        </p:nvGrpSpPr>
        <p:grpSpPr>
          <a:xfrm>
            <a:off x="7407760" y="2040890"/>
            <a:ext cx="367712" cy="353248"/>
            <a:chOff x="7435629" y="1964690"/>
            <a:chExt cx="367712" cy="353248"/>
          </a:xfrm>
        </p:grpSpPr>
        <p:sp>
          <p:nvSpPr>
            <p:cNvPr id="11429" name="Google Shape;11429;p68"/>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68"/>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68"/>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68"/>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3" name="Google Shape;11433;p68"/>
          <p:cNvGrpSpPr/>
          <p:nvPr/>
        </p:nvGrpSpPr>
        <p:grpSpPr>
          <a:xfrm>
            <a:off x="2484880" y="2041242"/>
            <a:ext cx="333024" cy="352896"/>
            <a:chOff x="2512749" y="1965042"/>
            <a:chExt cx="333024" cy="352896"/>
          </a:xfrm>
        </p:grpSpPr>
        <p:sp>
          <p:nvSpPr>
            <p:cNvPr id="11434" name="Google Shape;11434;p68"/>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68"/>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68"/>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68"/>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68"/>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9" name="Google Shape;11439;p68"/>
          <p:cNvGrpSpPr/>
          <p:nvPr/>
        </p:nvGrpSpPr>
        <p:grpSpPr>
          <a:xfrm>
            <a:off x="1370448" y="2057978"/>
            <a:ext cx="365792" cy="335392"/>
            <a:chOff x="1398317" y="1981778"/>
            <a:chExt cx="365792" cy="335392"/>
          </a:xfrm>
        </p:grpSpPr>
        <p:sp>
          <p:nvSpPr>
            <p:cNvPr id="11440" name="Google Shape;11440;p68"/>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68"/>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68"/>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68"/>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68"/>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68"/>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6" name="Google Shape;11446;p68"/>
          <p:cNvGrpSpPr/>
          <p:nvPr/>
        </p:nvGrpSpPr>
        <p:grpSpPr>
          <a:xfrm>
            <a:off x="3024368" y="2079770"/>
            <a:ext cx="353600" cy="314752"/>
            <a:chOff x="3052237" y="2003570"/>
            <a:chExt cx="353600" cy="314752"/>
          </a:xfrm>
        </p:grpSpPr>
        <p:sp>
          <p:nvSpPr>
            <p:cNvPr id="11447" name="Google Shape;11447;p68"/>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68"/>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68"/>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0" name="Google Shape;11450;p68"/>
          <p:cNvGrpSpPr/>
          <p:nvPr/>
        </p:nvGrpSpPr>
        <p:grpSpPr>
          <a:xfrm>
            <a:off x="1376144" y="3034266"/>
            <a:ext cx="368096" cy="223968"/>
            <a:chOff x="1404013" y="2958066"/>
            <a:chExt cx="368096" cy="223968"/>
          </a:xfrm>
        </p:grpSpPr>
        <p:sp>
          <p:nvSpPr>
            <p:cNvPr id="11451" name="Google Shape;11451;p68"/>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68"/>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53" name="Google Shape;11453;p68"/>
          <p:cNvSpPr/>
          <p:nvPr/>
        </p:nvSpPr>
        <p:spPr>
          <a:xfrm>
            <a:off x="4119728"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68"/>
          <p:cNvSpPr/>
          <p:nvPr/>
        </p:nvSpPr>
        <p:spPr>
          <a:xfrm>
            <a:off x="852272"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55" name="Google Shape;11455;p68"/>
          <p:cNvGrpSpPr/>
          <p:nvPr/>
        </p:nvGrpSpPr>
        <p:grpSpPr>
          <a:xfrm>
            <a:off x="1923280" y="2961402"/>
            <a:ext cx="370368" cy="367328"/>
            <a:chOff x="1951149" y="2885202"/>
            <a:chExt cx="370368" cy="367328"/>
          </a:xfrm>
        </p:grpSpPr>
        <p:sp>
          <p:nvSpPr>
            <p:cNvPr id="11456" name="Google Shape;11456;p68"/>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68"/>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68"/>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9" name="Google Shape;11459;p68"/>
          <p:cNvGrpSpPr/>
          <p:nvPr/>
        </p:nvGrpSpPr>
        <p:grpSpPr>
          <a:xfrm>
            <a:off x="2473808" y="2982362"/>
            <a:ext cx="367328" cy="327296"/>
            <a:chOff x="2501677" y="2906162"/>
            <a:chExt cx="367328" cy="327296"/>
          </a:xfrm>
        </p:grpSpPr>
        <p:sp>
          <p:nvSpPr>
            <p:cNvPr id="11460" name="Google Shape;11460;p68"/>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68"/>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68"/>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63" name="Google Shape;11463;p68"/>
          <p:cNvSpPr/>
          <p:nvPr/>
        </p:nvSpPr>
        <p:spPr>
          <a:xfrm>
            <a:off x="3569968"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64" name="Google Shape;11464;p68"/>
          <p:cNvGrpSpPr/>
          <p:nvPr/>
        </p:nvGrpSpPr>
        <p:grpSpPr>
          <a:xfrm>
            <a:off x="3022448" y="2969914"/>
            <a:ext cx="367712" cy="354240"/>
            <a:chOff x="3050317" y="2893714"/>
            <a:chExt cx="367712" cy="354240"/>
          </a:xfrm>
        </p:grpSpPr>
        <p:sp>
          <p:nvSpPr>
            <p:cNvPr id="11465" name="Google Shape;11465;p68"/>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68"/>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67" name="Google Shape;11467;p68"/>
          <p:cNvSpPr/>
          <p:nvPr/>
        </p:nvSpPr>
        <p:spPr>
          <a:xfrm>
            <a:off x="4666864"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68"/>
          <p:cNvSpPr/>
          <p:nvPr/>
        </p:nvSpPr>
        <p:spPr>
          <a:xfrm>
            <a:off x="8018512"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69" name="Google Shape;11469;p68"/>
          <p:cNvGrpSpPr/>
          <p:nvPr/>
        </p:nvGrpSpPr>
        <p:grpSpPr>
          <a:xfrm>
            <a:off x="7503408" y="2962554"/>
            <a:ext cx="185184" cy="367296"/>
            <a:chOff x="7531277" y="2886354"/>
            <a:chExt cx="185184" cy="367296"/>
          </a:xfrm>
        </p:grpSpPr>
        <p:sp>
          <p:nvSpPr>
            <p:cNvPr id="11470" name="Google Shape;11470;p68"/>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68"/>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68"/>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3" name="Google Shape;11473;p68"/>
          <p:cNvGrpSpPr/>
          <p:nvPr/>
        </p:nvGrpSpPr>
        <p:grpSpPr>
          <a:xfrm>
            <a:off x="6898768" y="2962938"/>
            <a:ext cx="297184" cy="367296"/>
            <a:chOff x="6926637" y="2886738"/>
            <a:chExt cx="297184" cy="367296"/>
          </a:xfrm>
        </p:grpSpPr>
        <p:sp>
          <p:nvSpPr>
            <p:cNvPr id="11474" name="Google Shape;11474;p68"/>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68"/>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68"/>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7" name="Google Shape;11477;p68"/>
          <p:cNvSpPr/>
          <p:nvPr/>
        </p:nvSpPr>
        <p:spPr>
          <a:xfrm>
            <a:off x="5227696"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68"/>
          <p:cNvSpPr/>
          <p:nvPr/>
        </p:nvSpPr>
        <p:spPr>
          <a:xfrm>
            <a:off x="5806416"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79" name="Google Shape;11479;p68"/>
          <p:cNvGrpSpPr/>
          <p:nvPr/>
        </p:nvGrpSpPr>
        <p:grpSpPr>
          <a:xfrm>
            <a:off x="6312784" y="2962554"/>
            <a:ext cx="370368" cy="368064"/>
            <a:chOff x="6340653" y="2886354"/>
            <a:chExt cx="370368" cy="368064"/>
          </a:xfrm>
        </p:grpSpPr>
        <p:sp>
          <p:nvSpPr>
            <p:cNvPr id="11480" name="Google Shape;11480;p68"/>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68"/>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68"/>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68"/>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68"/>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68"/>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6" name="Google Shape;11486;p68"/>
          <p:cNvGrpSpPr/>
          <p:nvPr/>
        </p:nvGrpSpPr>
        <p:grpSpPr>
          <a:xfrm>
            <a:off x="5218928" y="2057626"/>
            <a:ext cx="354752" cy="336512"/>
            <a:chOff x="5246797" y="1981426"/>
            <a:chExt cx="354752" cy="336512"/>
          </a:xfrm>
        </p:grpSpPr>
        <p:sp>
          <p:nvSpPr>
            <p:cNvPr id="11487" name="Google Shape;11487;p68"/>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68"/>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9" name="Google Shape;11489;p68"/>
          <p:cNvGrpSpPr/>
          <p:nvPr/>
        </p:nvGrpSpPr>
        <p:grpSpPr>
          <a:xfrm>
            <a:off x="4120880" y="2178266"/>
            <a:ext cx="355136" cy="216256"/>
            <a:chOff x="4148749" y="2102066"/>
            <a:chExt cx="355136" cy="216256"/>
          </a:xfrm>
        </p:grpSpPr>
        <p:sp>
          <p:nvSpPr>
            <p:cNvPr id="11490" name="Google Shape;11490;p68"/>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68"/>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68"/>
          <p:cNvGrpSpPr/>
          <p:nvPr/>
        </p:nvGrpSpPr>
        <p:grpSpPr>
          <a:xfrm>
            <a:off x="5766800" y="2077626"/>
            <a:ext cx="354752" cy="315360"/>
            <a:chOff x="5794669" y="2001426"/>
            <a:chExt cx="354752" cy="315360"/>
          </a:xfrm>
        </p:grpSpPr>
        <p:sp>
          <p:nvSpPr>
            <p:cNvPr id="11493" name="Google Shape;11493;p68"/>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68"/>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5" name="Google Shape;11495;p68"/>
          <p:cNvGrpSpPr/>
          <p:nvPr/>
        </p:nvGrpSpPr>
        <p:grpSpPr>
          <a:xfrm>
            <a:off x="6317360" y="2106042"/>
            <a:ext cx="352832" cy="289216"/>
            <a:chOff x="6345229" y="2029842"/>
            <a:chExt cx="352832" cy="289216"/>
          </a:xfrm>
        </p:grpSpPr>
        <p:sp>
          <p:nvSpPr>
            <p:cNvPr id="11496" name="Google Shape;11496;p68"/>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68"/>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8" name="Google Shape;11498;p68"/>
          <p:cNvGrpSpPr/>
          <p:nvPr/>
        </p:nvGrpSpPr>
        <p:grpSpPr>
          <a:xfrm>
            <a:off x="4669520" y="2112538"/>
            <a:ext cx="354752" cy="281984"/>
            <a:chOff x="4697389" y="2036338"/>
            <a:chExt cx="354752" cy="281984"/>
          </a:xfrm>
        </p:grpSpPr>
        <p:sp>
          <p:nvSpPr>
            <p:cNvPr id="11499" name="Google Shape;11499;p68"/>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68"/>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1" name="Google Shape;11501;p68"/>
          <p:cNvGrpSpPr/>
          <p:nvPr/>
        </p:nvGrpSpPr>
        <p:grpSpPr>
          <a:xfrm>
            <a:off x="1376144" y="2500954"/>
            <a:ext cx="353600" cy="354944"/>
            <a:chOff x="1404013" y="2424754"/>
            <a:chExt cx="353600" cy="354944"/>
          </a:xfrm>
        </p:grpSpPr>
        <p:sp>
          <p:nvSpPr>
            <p:cNvPr id="11502" name="Google Shape;11502;p68"/>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68"/>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68"/>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68"/>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68"/>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7" name="Google Shape;11507;p68"/>
          <p:cNvGrpSpPr/>
          <p:nvPr/>
        </p:nvGrpSpPr>
        <p:grpSpPr>
          <a:xfrm>
            <a:off x="826384" y="2504474"/>
            <a:ext cx="355104" cy="351040"/>
            <a:chOff x="854253" y="2428274"/>
            <a:chExt cx="355104" cy="351040"/>
          </a:xfrm>
        </p:grpSpPr>
        <p:sp>
          <p:nvSpPr>
            <p:cNvPr id="11508" name="Google Shape;11508;p68"/>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68"/>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0" name="Google Shape;11510;p68"/>
          <p:cNvGrpSpPr/>
          <p:nvPr/>
        </p:nvGrpSpPr>
        <p:grpSpPr>
          <a:xfrm>
            <a:off x="6869040" y="2517146"/>
            <a:ext cx="354752" cy="275904"/>
            <a:chOff x="6896909" y="2440946"/>
            <a:chExt cx="354752" cy="275904"/>
          </a:xfrm>
        </p:grpSpPr>
        <p:sp>
          <p:nvSpPr>
            <p:cNvPr id="11511" name="Google Shape;11511;p68"/>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68"/>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13" name="Google Shape;11513;p68"/>
          <p:cNvSpPr/>
          <p:nvPr/>
        </p:nvSpPr>
        <p:spPr>
          <a:xfrm>
            <a:off x="6319632"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14" name="Google Shape;11514;p68"/>
          <p:cNvGrpSpPr/>
          <p:nvPr/>
        </p:nvGrpSpPr>
        <p:grpSpPr>
          <a:xfrm>
            <a:off x="5237200" y="2500954"/>
            <a:ext cx="321984" cy="354560"/>
            <a:chOff x="5265069" y="2424754"/>
            <a:chExt cx="321984" cy="354560"/>
          </a:xfrm>
        </p:grpSpPr>
        <p:sp>
          <p:nvSpPr>
            <p:cNvPr id="11515" name="Google Shape;11515;p68"/>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68"/>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7" name="Google Shape;11517;p68"/>
          <p:cNvGrpSpPr/>
          <p:nvPr/>
        </p:nvGrpSpPr>
        <p:grpSpPr>
          <a:xfrm>
            <a:off x="4122800" y="2542970"/>
            <a:ext cx="355104" cy="259584"/>
            <a:chOff x="4150669" y="2466770"/>
            <a:chExt cx="355104" cy="259584"/>
          </a:xfrm>
        </p:grpSpPr>
        <p:sp>
          <p:nvSpPr>
            <p:cNvPr id="11518" name="Google Shape;11518;p68"/>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68"/>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68"/>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68"/>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2" name="Google Shape;11522;p68"/>
          <p:cNvGrpSpPr/>
          <p:nvPr/>
        </p:nvGrpSpPr>
        <p:grpSpPr>
          <a:xfrm>
            <a:off x="4671824" y="2501146"/>
            <a:ext cx="354336" cy="353984"/>
            <a:chOff x="4699693" y="2424946"/>
            <a:chExt cx="354336" cy="353984"/>
          </a:xfrm>
        </p:grpSpPr>
        <p:sp>
          <p:nvSpPr>
            <p:cNvPr id="11523" name="Google Shape;11523;p68"/>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68"/>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5" name="Google Shape;11525;p68"/>
          <p:cNvSpPr/>
          <p:nvPr/>
        </p:nvSpPr>
        <p:spPr>
          <a:xfrm>
            <a:off x="5782032"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68"/>
          <p:cNvSpPr/>
          <p:nvPr/>
        </p:nvSpPr>
        <p:spPr>
          <a:xfrm>
            <a:off x="3023984"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7" name="Google Shape;11527;p68"/>
          <p:cNvGrpSpPr/>
          <p:nvPr/>
        </p:nvGrpSpPr>
        <p:grpSpPr>
          <a:xfrm>
            <a:off x="1925168" y="2628442"/>
            <a:ext cx="355136" cy="227072"/>
            <a:chOff x="1953037" y="2552242"/>
            <a:chExt cx="355136" cy="227072"/>
          </a:xfrm>
        </p:grpSpPr>
        <p:sp>
          <p:nvSpPr>
            <p:cNvPr id="11528" name="Google Shape;11528;p68"/>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68"/>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30" name="Google Shape;11530;p68"/>
          <p:cNvSpPr/>
          <p:nvPr/>
        </p:nvSpPr>
        <p:spPr>
          <a:xfrm>
            <a:off x="3576048"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31" name="Google Shape;11531;p68"/>
          <p:cNvGrpSpPr/>
          <p:nvPr/>
        </p:nvGrpSpPr>
        <p:grpSpPr>
          <a:xfrm>
            <a:off x="2473072" y="2603418"/>
            <a:ext cx="355104" cy="250944"/>
            <a:chOff x="2500941" y="2527218"/>
            <a:chExt cx="355104" cy="250944"/>
          </a:xfrm>
        </p:grpSpPr>
        <p:sp>
          <p:nvSpPr>
            <p:cNvPr id="11532" name="Google Shape;11532;p68"/>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68"/>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68"/>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68"/>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68"/>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37" name="Google Shape;11537;p68"/>
          <p:cNvSpPr/>
          <p:nvPr/>
        </p:nvSpPr>
        <p:spPr>
          <a:xfrm>
            <a:off x="7419568"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38" name="Google Shape;11538;p68"/>
          <p:cNvGrpSpPr/>
          <p:nvPr/>
        </p:nvGrpSpPr>
        <p:grpSpPr>
          <a:xfrm>
            <a:off x="7965936" y="2503322"/>
            <a:ext cx="356256" cy="351808"/>
            <a:chOff x="7993805" y="2427122"/>
            <a:chExt cx="356256" cy="351808"/>
          </a:xfrm>
        </p:grpSpPr>
        <p:sp>
          <p:nvSpPr>
            <p:cNvPr id="11539" name="Google Shape;11539;p68"/>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68"/>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68"/>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2" name="Google Shape;11542;p68"/>
          <p:cNvGrpSpPr/>
          <p:nvPr/>
        </p:nvGrpSpPr>
        <p:grpSpPr>
          <a:xfrm>
            <a:off x="850768" y="2041210"/>
            <a:ext cx="308640" cy="353312"/>
            <a:chOff x="878637" y="1965010"/>
            <a:chExt cx="308640" cy="353312"/>
          </a:xfrm>
        </p:grpSpPr>
        <p:sp>
          <p:nvSpPr>
            <p:cNvPr id="11543" name="Google Shape;11543;p68"/>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68"/>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68"/>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6" name="Google Shape;11546;p68"/>
          <p:cNvGrpSpPr/>
          <p:nvPr/>
        </p:nvGrpSpPr>
        <p:grpSpPr>
          <a:xfrm>
            <a:off x="6868272" y="2040922"/>
            <a:ext cx="348256" cy="352448"/>
            <a:chOff x="6896141" y="1964722"/>
            <a:chExt cx="348256" cy="352448"/>
          </a:xfrm>
        </p:grpSpPr>
        <p:sp>
          <p:nvSpPr>
            <p:cNvPr id="11547" name="Google Shape;11547;p68"/>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68"/>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68"/>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0" name="Google Shape;11550;p68"/>
          <p:cNvGrpSpPr/>
          <p:nvPr/>
        </p:nvGrpSpPr>
        <p:grpSpPr>
          <a:xfrm>
            <a:off x="7962128" y="2091578"/>
            <a:ext cx="355136" cy="303328"/>
            <a:chOff x="7989997" y="2015378"/>
            <a:chExt cx="355136" cy="303328"/>
          </a:xfrm>
        </p:grpSpPr>
        <p:sp>
          <p:nvSpPr>
            <p:cNvPr id="11551" name="Google Shape;11551;p68"/>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68"/>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68"/>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4" name="Google Shape;11554;p68"/>
          <p:cNvGrpSpPr/>
          <p:nvPr/>
        </p:nvGrpSpPr>
        <p:grpSpPr>
          <a:xfrm>
            <a:off x="3570352" y="1585562"/>
            <a:ext cx="348640" cy="330784"/>
            <a:chOff x="3598221" y="1509362"/>
            <a:chExt cx="348640" cy="330784"/>
          </a:xfrm>
        </p:grpSpPr>
        <p:sp>
          <p:nvSpPr>
            <p:cNvPr id="11555" name="Google Shape;11555;p68"/>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68"/>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68"/>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68"/>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9" name="Google Shape;11559;p68"/>
          <p:cNvGrpSpPr/>
          <p:nvPr/>
        </p:nvGrpSpPr>
        <p:grpSpPr>
          <a:xfrm>
            <a:off x="5218928" y="1576858"/>
            <a:ext cx="347872" cy="347488"/>
            <a:chOff x="5246797" y="1500658"/>
            <a:chExt cx="347872" cy="347488"/>
          </a:xfrm>
        </p:grpSpPr>
        <p:sp>
          <p:nvSpPr>
            <p:cNvPr id="11560" name="Google Shape;11560;p68"/>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68"/>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68"/>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68"/>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4" name="Google Shape;11564;p68"/>
          <p:cNvGrpSpPr/>
          <p:nvPr/>
        </p:nvGrpSpPr>
        <p:grpSpPr>
          <a:xfrm>
            <a:off x="5768720" y="1576858"/>
            <a:ext cx="349024" cy="346752"/>
            <a:chOff x="5796589" y="1500658"/>
            <a:chExt cx="349024" cy="346752"/>
          </a:xfrm>
        </p:grpSpPr>
        <p:sp>
          <p:nvSpPr>
            <p:cNvPr id="11565" name="Google Shape;11565;p68"/>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66" name="Google Shape;11566;p68"/>
            <p:cNvGrpSpPr/>
            <p:nvPr/>
          </p:nvGrpSpPr>
          <p:grpSpPr>
            <a:xfrm>
              <a:off x="5796589" y="1500658"/>
              <a:ext cx="349024" cy="346752"/>
              <a:chOff x="5796589" y="1500658"/>
              <a:chExt cx="349024" cy="346752"/>
            </a:xfrm>
          </p:grpSpPr>
          <p:sp>
            <p:nvSpPr>
              <p:cNvPr id="11567" name="Google Shape;11567;p68"/>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68"/>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68"/>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68"/>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71" name="Google Shape;11571;p68"/>
          <p:cNvGrpSpPr/>
          <p:nvPr/>
        </p:nvGrpSpPr>
        <p:grpSpPr>
          <a:xfrm>
            <a:off x="6867504" y="1578778"/>
            <a:ext cx="348640" cy="343296"/>
            <a:chOff x="6895373" y="1502578"/>
            <a:chExt cx="348640" cy="343296"/>
          </a:xfrm>
        </p:grpSpPr>
        <p:sp>
          <p:nvSpPr>
            <p:cNvPr id="11572" name="Google Shape;11572;p68"/>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68"/>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68"/>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5" name="Google Shape;11575;p68"/>
          <p:cNvGrpSpPr/>
          <p:nvPr/>
        </p:nvGrpSpPr>
        <p:grpSpPr>
          <a:xfrm>
            <a:off x="4119728" y="1581658"/>
            <a:ext cx="347904" cy="336992"/>
            <a:chOff x="4147597" y="1505458"/>
            <a:chExt cx="347904" cy="336992"/>
          </a:xfrm>
        </p:grpSpPr>
        <p:sp>
          <p:nvSpPr>
            <p:cNvPr id="11576" name="Google Shape;11576;p68"/>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68"/>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68"/>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68"/>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68"/>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68"/>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68"/>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3" name="Google Shape;11583;p68"/>
          <p:cNvGrpSpPr/>
          <p:nvPr/>
        </p:nvGrpSpPr>
        <p:grpSpPr>
          <a:xfrm>
            <a:off x="2471536" y="1576090"/>
            <a:ext cx="347488" cy="348256"/>
            <a:chOff x="2499405" y="1499890"/>
            <a:chExt cx="347488" cy="348256"/>
          </a:xfrm>
        </p:grpSpPr>
        <p:sp>
          <p:nvSpPr>
            <p:cNvPr id="11584" name="Google Shape;11584;p68"/>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68"/>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68"/>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68"/>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68"/>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9" name="Google Shape;11589;p68"/>
          <p:cNvGrpSpPr/>
          <p:nvPr/>
        </p:nvGrpSpPr>
        <p:grpSpPr>
          <a:xfrm>
            <a:off x="1928976" y="1576698"/>
            <a:ext cx="331520" cy="348032"/>
            <a:chOff x="1956845" y="1500498"/>
            <a:chExt cx="331520" cy="348032"/>
          </a:xfrm>
        </p:grpSpPr>
        <p:sp>
          <p:nvSpPr>
            <p:cNvPr id="11590" name="Google Shape;11590;p68"/>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68"/>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68"/>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68"/>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68"/>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68"/>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68"/>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68"/>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68"/>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68"/>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68"/>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68"/>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68"/>
          <p:cNvGrpSpPr/>
          <p:nvPr/>
        </p:nvGrpSpPr>
        <p:grpSpPr>
          <a:xfrm>
            <a:off x="6317744" y="1626074"/>
            <a:ext cx="348640" cy="250656"/>
            <a:chOff x="6345613" y="1549874"/>
            <a:chExt cx="348640" cy="250656"/>
          </a:xfrm>
        </p:grpSpPr>
        <p:sp>
          <p:nvSpPr>
            <p:cNvPr id="11603" name="Google Shape;11603;p68"/>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68"/>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68"/>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68"/>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68"/>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68"/>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9" name="Google Shape;11609;p68"/>
          <p:cNvGrpSpPr/>
          <p:nvPr/>
        </p:nvGrpSpPr>
        <p:grpSpPr>
          <a:xfrm>
            <a:off x="7416912" y="1583226"/>
            <a:ext cx="348640" cy="334272"/>
            <a:chOff x="7444781" y="1507026"/>
            <a:chExt cx="348640" cy="334272"/>
          </a:xfrm>
        </p:grpSpPr>
        <p:sp>
          <p:nvSpPr>
            <p:cNvPr id="11610" name="Google Shape;11610;p68"/>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68"/>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68"/>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68"/>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68"/>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5" name="Google Shape;11615;p68"/>
          <p:cNvGrpSpPr/>
          <p:nvPr/>
        </p:nvGrpSpPr>
        <p:grpSpPr>
          <a:xfrm>
            <a:off x="7967472" y="1582938"/>
            <a:ext cx="347872" cy="334944"/>
            <a:chOff x="7995341" y="1506738"/>
            <a:chExt cx="347872" cy="334944"/>
          </a:xfrm>
        </p:grpSpPr>
        <p:sp>
          <p:nvSpPr>
            <p:cNvPr id="11616" name="Google Shape;11616;p68"/>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68"/>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68"/>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68"/>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68"/>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68"/>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2" name="Google Shape;11622;p68"/>
          <p:cNvGrpSpPr/>
          <p:nvPr/>
        </p:nvGrpSpPr>
        <p:grpSpPr>
          <a:xfrm>
            <a:off x="3020176" y="1599130"/>
            <a:ext cx="347872" cy="303904"/>
            <a:chOff x="3048045" y="1522930"/>
            <a:chExt cx="347872" cy="303904"/>
          </a:xfrm>
        </p:grpSpPr>
        <p:sp>
          <p:nvSpPr>
            <p:cNvPr id="11623" name="Google Shape;11623;p68"/>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24" name="Google Shape;11624;p68"/>
            <p:cNvGrpSpPr/>
            <p:nvPr/>
          </p:nvGrpSpPr>
          <p:grpSpPr>
            <a:xfrm>
              <a:off x="3048045" y="1522930"/>
              <a:ext cx="347872" cy="303904"/>
              <a:chOff x="3048045" y="1522930"/>
              <a:chExt cx="347872" cy="303904"/>
            </a:xfrm>
          </p:grpSpPr>
          <p:sp>
            <p:nvSpPr>
              <p:cNvPr id="11625" name="Google Shape;11625;p68"/>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68"/>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27" name="Google Shape;11627;p68"/>
          <p:cNvGrpSpPr/>
          <p:nvPr/>
        </p:nvGrpSpPr>
        <p:grpSpPr>
          <a:xfrm>
            <a:off x="1105264" y="3428122"/>
            <a:ext cx="313984" cy="358560"/>
            <a:chOff x="1133133" y="3351922"/>
            <a:chExt cx="313984" cy="358560"/>
          </a:xfrm>
        </p:grpSpPr>
        <p:sp>
          <p:nvSpPr>
            <p:cNvPr id="11628" name="Google Shape;11628;p68"/>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68"/>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68"/>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68"/>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68"/>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68"/>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68"/>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68"/>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68"/>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68"/>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68"/>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68"/>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68"/>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68"/>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68"/>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68"/>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44" name="Google Shape;11644;p68"/>
          <p:cNvSpPr/>
          <p:nvPr/>
        </p:nvSpPr>
        <p:spPr>
          <a:xfrm>
            <a:off x="1681328"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5" name="Google Shape;11645;p68"/>
          <p:cNvGrpSpPr/>
          <p:nvPr/>
        </p:nvGrpSpPr>
        <p:grpSpPr>
          <a:xfrm>
            <a:off x="2767184" y="3428794"/>
            <a:ext cx="288448" cy="357120"/>
            <a:chOff x="2795053" y="3352594"/>
            <a:chExt cx="288448" cy="357120"/>
          </a:xfrm>
        </p:grpSpPr>
        <p:sp>
          <p:nvSpPr>
            <p:cNvPr id="11646" name="Google Shape;11646;p68"/>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68"/>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68"/>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68"/>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68"/>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68"/>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68"/>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68"/>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68"/>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5" name="Google Shape;11655;p68"/>
          <p:cNvGrpSpPr/>
          <p:nvPr/>
        </p:nvGrpSpPr>
        <p:grpSpPr>
          <a:xfrm>
            <a:off x="2208656" y="3429402"/>
            <a:ext cx="304832" cy="356512"/>
            <a:chOff x="2236525" y="3353202"/>
            <a:chExt cx="304832" cy="356512"/>
          </a:xfrm>
        </p:grpSpPr>
        <p:sp>
          <p:nvSpPr>
            <p:cNvPr id="11656" name="Google Shape;11656;p68"/>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68"/>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68"/>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9" name="Google Shape;11659;p68"/>
          <p:cNvGrpSpPr/>
          <p:nvPr/>
        </p:nvGrpSpPr>
        <p:grpSpPr>
          <a:xfrm>
            <a:off x="3882768" y="3428890"/>
            <a:ext cx="256800" cy="357024"/>
            <a:chOff x="3910637" y="3352690"/>
            <a:chExt cx="256800" cy="357024"/>
          </a:xfrm>
        </p:grpSpPr>
        <p:sp>
          <p:nvSpPr>
            <p:cNvPr id="11660" name="Google Shape;11660;p68"/>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68"/>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68"/>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3" name="Google Shape;11663;p68"/>
          <p:cNvGrpSpPr/>
          <p:nvPr/>
        </p:nvGrpSpPr>
        <p:grpSpPr>
          <a:xfrm>
            <a:off x="6028560" y="3428122"/>
            <a:ext cx="360064" cy="360096"/>
            <a:chOff x="6056429" y="3351922"/>
            <a:chExt cx="360064" cy="360096"/>
          </a:xfrm>
        </p:grpSpPr>
        <p:sp>
          <p:nvSpPr>
            <p:cNvPr id="11664" name="Google Shape;11664;p68"/>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68"/>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68"/>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7" name="Google Shape;11667;p68"/>
          <p:cNvGrpSpPr/>
          <p:nvPr/>
        </p:nvGrpSpPr>
        <p:grpSpPr>
          <a:xfrm>
            <a:off x="6581008" y="3429274"/>
            <a:ext cx="357408" cy="357408"/>
            <a:chOff x="6608877" y="3353074"/>
            <a:chExt cx="357408" cy="357408"/>
          </a:xfrm>
        </p:grpSpPr>
        <p:sp>
          <p:nvSpPr>
            <p:cNvPr id="11668" name="Google Shape;11668;p68"/>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68"/>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68"/>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68"/>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68"/>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68"/>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68"/>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75" name="Google Shape;11675;p68"/>
          <p:cNvSpPr/>
          <p:nvPr/>
        </p:nvSpPr>
        <p:spPr>
          <a:xfrm>
            <a:off x="7680176"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68"/>
          <p:cNvSpPr/>
          <p:nvPr/>
        </p:nvSpPr>
        <p:spPr>
          <a:xfrm>
            <a:off x="4395216"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77" name="Google Shape;11677;p68"/>
          <p:cNvGrpSpPr/>
          <p:nvPr/>
        </p:nvGrpSpPr>
        <p:grpSpPr>
          <a:xfrm>
            <a:off x="4931664" y="3446426"/>
            <a:ext cx="357408" cy="323488"/>
            <a:chOff x="4959533" y="3370226"/>
            <a:chExt cx="357408" cy="323488"/>
          </a:xfrm>
        </p:grpSpPr>
        <p:sp>
          <p:nvSpPr>
            <p:cNvPr id="11678" name="Google Shape;11678;p68"/>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68"/>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68"/>
          <p:cNvGrpSpPr/>
          <p:nvPr/>
        </p:nvGrpSpPr>
        <p:grpSpPr>
          <a:xfrm>
            <a:off x="7130768" y="3429274"/>
            <a:ext cx="357056" cy="357408"/>
            <a:chOff x="7158637" y="3353074"/>
            <a:chExt cx="357056" cy="357408"/>
          </a:xfrm>
        </p:grpSpPr>
        <p:sp>
          <p:nvSpPr>
            <p:cNvPr id="11681" name="Google Shape;11681;p68"/>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68"/>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68"/>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68"/>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5" name="Google Shape;11685;p68"/>
          <p:cNvGrpSpPr/>
          <p:nvPr/>
        </p:nvGrpSpPr>
        <p:grpSpPr>
          <a:xfrm>
            <a:off x="3288400" y="3428602"/>
            <a:ext cx="344832" cy="356544"/>
            <a:chOff x="3316269" y="3352402"/>
            <a:chExt cx="344832" cy="356544"/>
          </a:xfrm>
        </p:grpSpPr>
        <p:sp>
          <p:nvSpPr>
            <p:cNvPr id="11686" name="Google Shape;11686;p68"/>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68"/>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68"/>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9" name="Google Shape;11689;p68"/>
          <p:cNvGrpSpPr/>
          <p:nvPr/>
        </p:nvGrpSpPr>
        <p:grpSpPr>
          <a:xfrm>
            <a:off x="5481040" y="3447706"/>
            <a:ext cx="358560" cy="319552"/>
            <a:chOff x="5508909" y="3371506"/>
            <a:chExt cx="358560" cy="319552"/>
          </a:xfrm>
        </p:grpSpPr>
        <p:sp>
          <p:nvSpPr>
            <p:cNvPr id="11690" name="Google Shape;11690;p68"/>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68"/>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68"/>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68"/>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68"/>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68"/>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68"/>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68"/>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68"/>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68"/>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00" name="Google Shape;11700;p68"/>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Nature Icons</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704"/>
        <p:cNvGrpSpPr/>
        <p:nvPr/>
      </p:nvGrpSpPr>
      <p:grpSpPr>
        <a:xfrm>
          <a:off x="0" y="0"/>
          <a:ext cx="0" cy="0"/>
          <a:chOff x="0" y="0"/>
          <a:chExt cx="0" cy="0"/>
        </a:xfrm>
      </p:grpSpPr>
      <p:sp>
        <p:nvSpPr>
          <p:cNvPr id="11705" name="Google Shape;11705;p69"/>
          <p:cNvSpPr/>
          <p:nvPr/>
        </p:nvSpPr>
        <p:spPr>
          <a:xfrm>
            <a:off x="257674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06" name="Google Shape;11706;p69"/>
          <p:cNvGrpSpPr/>
          <p:nvPr/>
        </p:nvGrpSpPr>
        <p:grpSpPr>
          <a:xfrm>
            <a:off x="3026217" y="3893352"/>
            <a:ext cx="346056" cy="345674"/>
            <a:chOff x="3303268" y="3817349"/>
            <a:chExt cx="346056" cy="345674"/>
          </a:xfrm>
        </p:grpSpPr>
        <p:sp>
          <p:nvSpPr>
            <p:cNvPr id="11707" name="Google Shape;11707;p69"/>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69"/>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69"/>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69"/>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1" name="Google Shape;11711;p69"/>
          <p:cNvGrpSpPr/>
          <p:nvPr/>
        </p:nvGrpSpPr>
        <p:grpSpPr>
          <a:xfrm>
            <a:off x="3475306" y="3893352"/>
            <a:ext cx="346056" cy="345674"/>
            <a:chOff x="3752358" y="3817349"/>
            <a:chExt cx="346056" cy="345674"/>
          </a:xfrm>
        </p:grpSpPr>
        <p:sp>
          <p:nvSpPr>
            <p:cNvPr id="11712" name="Google Shape;11712;p69"/>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69"/>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69"/>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69"/>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6" name="Google Shape;11716;p69"/>
          <p:cNvGrpSpPr/>
          <p:nvPr/>
        </p:nvGrpSpPr>
        <p:grpSpPr>
          <a:xfrm>
            <a:off x="4822956" y="3893352"/>
            <a:ext cx="346024" cy="345674"/>
            <a:chOff x="5100008" y="3817349"/>
            <a:chExt cx="346024" cy="345674"/>
          </a:xfrm>
        </p:grpSpPr>
        <p:sp>
          <p:nvSpPr>
            <p:cNvPr id="11717" name="Google Shape;11717;p69"/>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69"/>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69"/>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0" name="Google Shape;11720;p69"/>
          <p:cNvGrpSpPr/>
          <p:nvPr/>
        </p:nvGrpSpPr>
        <p:grpSpPr>
          <a:xfrm>
            <a:off x="5721867" y="3893352"/>
            <a:ext cx="345674" cy="345674"/>
            <a:chOff x="5998919" y="3817349"/>
            <a:chExt cx="345674" cy="345674"/>
          </a:xfrm>
        </p:grpSpPr>
        <p:sp>
          <p:nvSpPr>
            <p:cNvPr id="11721" name="Google Shape;11721;p69"/>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69"/>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69"/>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4" name="Google Shape;11724;p69"/>
          <p:cNvGrpSpPr/>
          <p:nvPr/>
        </p:nvGrpSpPr>
        <p:grpSpPr>
          <a:xfrm>
            <a:off x="3924396" y="3893352"/>
            <a:ext cx="346024" cy="345674"/>
            <a:chOff x="4201447" y="3817349"/>
            <a:chExt cx="346024" cy="345674"/>
          </a:xfrm>
        </p:grpSpPr>
        <p:sp>
          <p:nvSpPr>
            <p:cNvPr id="11725" name="Google Shape;11725;p69"/>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69"/>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7" name="Google Shape;11727;p69"/>
          <p:cNvGrpSpPr/>
          <p:nvPr/>
        </p:nvGrpSpPr>
        <p:grpSpPr>
          <a:xfrm>
            <a:off x="4373867" y="3893352"/>
            <a:ext cx="346024" cy="345674"/>
            <a:chOff x="4650919" y="3817349"/>
            <a:chExt cx="346024" cy="345674"/>
          </a:xfrm>
        </p:grpSpPr>
        <p:sp>
          <p:nvSpPr>
            <p:cNvPr id="11728" name="Google Shape;11728;p69"/>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69"/>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69"/>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1" name="Google Shape;11731;p69"/>
          <p:cNvGrpSpPr/>
          <p:nvPr/>
        </p:nvGrpSpPr>
        <p:grpSpPr>
          <a:xfrm>
            <a:off x="5272810" y="3893352"/>
            <a:ext cx="345642" cy="345674"/>
            <a:chOff x="5549861" y="3817349"/>
            <a:chExt cx="345642" cy="345674"/>
          </a:xfrm>
        </p:grpSpPr>
        <p:sp>
          <p:nvSpPr>
            <p:cNvPr id="11732" name="Google Shape;11732;p69"/>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69"/>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69"/>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5" name="Google Shape;11735;p69"/>
          <p:cNvGrpSpPr/>
          <p:nvPr/>
        </p:nvGrpSpPr>
        <p:grpSpPr>
          <a:xfrm>
            <a:off x="1281335" y="3474029"/>
            <a:ext cx="367255" cy="269855"/>
            <a:chOff x="1306445" y="3397829"/>
            <a:chExt cx="367255" cy="269855"/>
          </a:xfrm>
        </p:grpSpPr>
        <p:sp>
          <p:nvSpPr>
            <p:cNvPr id="11736" name="Google Shape;11736;p69"/>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69"/>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69"/>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69"/>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69"/>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69"/>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2" name="Google Shape;11742;p69"/>
          <p:cNvGrpSpPr/>
          <p:nvPr/>
        </p:nvGrpSpPr>
        <p:grpSpPr>
          <a:xfrm>
            <a:off x="1756207" y="3467600"/>
            <a:ext cx="367255" cy="282364"/>
            <a:chOff x="1781317" y="3391400"/>
            <a:chExt cx="367255" cy="282364"/>
          </a:xfrm>
        </p:grpSpPr>
        <p:sp>
          <p:nvSpPr>
            <p:cNvPr id="11743" name="Google Shape;11743;p69"/>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69"/>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69"/>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69"/>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69"/>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69"/>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9" name="Google Shape;11749;p69"/>
          <p:cNvGrpSpPr/>
          <p:nvPr/>
        </p:nvGrpSpPr>
        <p:grpSpPr>
          <a:xfrm>
            <a:off x="3653720" y="3447133"/>
            <a:ext cx="369164" cy="323297"/>
            <a:chOff x="3678830" y="3370933"/>
            <a:chExt cx="369164" cy="323297"/>
          </a:xfrm>
        </p:grpSpPr>
        <p:sp>
          <p:nvSpPr>
            <p:cNvPr id="11750" name="Google Shape;11750;p69"/>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69"/>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69"/>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69"/>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69"/>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69"/>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69"/>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69"/>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69"/>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69"/>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69"/>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1" name="Google Shape;11761;p69"/>
          <p:cNvGrpSpPr/>
          <p:nvPr/>
        </p:nvGrpSpPr>
        <p:grpSpPr>
          <a:xfrm>
            <a:off x="834155" y="3424375"/>
            <a:ext cx="312316" cy="368400"/>
            <a:chOff x="859265" y="3348175"/>
            <a:chExt cx="312316" cy="368400"/>
          </a:xfrm>
        </p:grpSpPr>
        <p:sp>
          <p:nvSpPr>
            <p:cNvPr id="11762" name="Google Shape;11762;p69"/>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69"/>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69"/>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69"/>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69"/>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7" name="Google Shape;11767;p69"/>
          <p:cNvSpPr/>
          <p:nvPr/>
        </p:nvSpPr>
        <p:spPr>
          <a:xfrm>
            <a:off x="223181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8" name="Google Shape;11768;p69"/>
          <p:cNvGrpSpPr/>
          <p:nvPr/>
        </p:nvGrpSpPr>
        <p:grpSpPr>
          <a:xfrm>
            <a:off x="2741264" y="3437213"/>
            <a:ext cx="330110" cy="308908"/>
            <a:chOff x="2766264" y="3394042"/>
            <a:chExt cx="294873" cy="275934"/>
          </a:xfrm>
        </p:grpSpPr>
        <p:sp>
          <p:nvSpPr>
            <p:cNvPr id="11769" name="Google Shape;11769;p69"/>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69"/>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69"/>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69"/>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3" name="Google Shape;11773;p69"/>
          <p:cNvGrpSpPr/>
          <p:nvPr/>
        </p:nvGrpSpPr>
        <p:grpSpPr>
          <a:xfrm>
            <a:off x="3189862" y="3435388"/>
            <a:ext cx="346406" cy="347552"/>
            <a:chOff x="3214972" y="3359188"/>
            <a:chExt cx="346406" cy="347552"/>
          </a:xfrm>
        </p:grpSpPr>
        <p:sp>
          <p:nvSpPr>
            <p:cNvPr id="11774" name="Google Shape;11774;p69"/>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69"/>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69"/>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69"/>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69"/>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69"/>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69"/>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69"/>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69"/>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69"/>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69"/>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69"/>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69"/>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69"/>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8" name="Google Shape;11788;p69"/>
          <p:cNvGrpSpPr/>
          <p:nvPr/>
        </p:nvGrpSpPr>
        <p:grpSpPr>
          <a:xfrm>
            <a:off x="4604196" y="3485393"/>
            <a:ext cx="367255" cy="244486"/>
            <a:chOff x="4629306" y="3409193"/>
            <a:chExt cx="367255" cy="244486"/>
          </a:xfrm>
        </p:grpSpPr>
        <p:sp>
          <p:nvSpPr>
            <p:cNvPr id="11789" name="Google Shape;11789;p69"/>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69"/>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69"/>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69"/>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69"/>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69"/>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69"/>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69"/>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69"/>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69"/>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9" name="Google Shape;11799;p69"/>
          <p:cNvGrpSpPr/>
          <p:nvPr/>
        </p:nvGrpSpPr>
        <p:grpSpPr>
          <a:xfrm>
            <a:off x="4168380" y="3426284"/>
            <a:ext cx="289939" cy="334661"/>
            <a:chOff x="4193490" y="3350084"/>
            <a:chExt cx="289939" cy="334661"/>
          </a:xfrm>
        </p:grpSpPr>
        <p:sp>
          <p:nvSpPr>
            <p:cNvPr id="11800" name="Google Shape;11800;p69"/>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69"/>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69"/>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69"/>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69"/>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69"/>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69"/>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69"/>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69"/>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69"/>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0" name="Google Shape;11810;p69"/>
          <p:cNvGrpSpPr/>
          <p:nvPr/>
        </p:nvGrpSpPr>
        <p:grpSpPr>
          <a:xfrm>
            <a:off x="6508171" y="3427430"/>
            <a:ext cx="357037" cy="357005"/>
            <a:chOff x="6533281" y="3351230"/>
            <a:chExt cx="357037" cy="357005"/>
          </a:xfrm>
        </p:grpSpPr>
        <p:sp>
          <p:nvSpPr>
            <p:cNvPr id="11811" name="Google Shape;11811;p69"/>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69"/>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69"/>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4" name="Google Shape;11814;p69"/>
          <p:cNvGrpSpPr/>
          <p:nvPr/>
        </p:nvGrpSpPr>
        <p:grpSpPr>
          <a:xfrm>
            <a:off x="6033331" y="3427430"/>
            <a:ext cx="357387" cy="357005"/>
            <a:chOff x="6058441" y="3351230"/>
            <a:chExt cx="357387" cy="357005"/>
          </a:xfrm>
        </p:grpSpPr>
        <p:sp>
          <p:nvSpPr>
            <p:cNvPr id="11815" name="Google Shape;11815;p69"/>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69"/>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7" name="Google Shape;11817;p69"/>
          <p:cNvGrpSpPr/>
          <p:nvPr/>
        </p:nvGrpSpPr>
        <p:grpSpPr>
          <a:xfrm>
            <a:off x="7932373" y="3427048"/>
            <a:ext cx="357387" cy="357387"/>
            <a:chOff x="7957483" y="3350848"/>
            <a:chExt cx="357387" cy="357387"/>
          </a:xfrm>
        </p:grpSpPr>
        <p:sp>
          <p:nvSpPr>
            <p:cNvPr id="11818" name="Google Shape;11818;p69"/>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69"/>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69"/>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69"/>
          <p:cNvGrpSpPr/>
          <p:nvPr/>
        </p:nvGrpSpPr>
        <p:grpSpPr>
          <a:xfrm>
            <a:off x="6982661" y="3427430"/>
            <a:ext cx="357387" cy="357005"/>
            <a:chOff x="7007771" y="3351230"/>
            <a:chExt cx="357387" cy="357005"/>
          </a:xfrm>
        </p:grpSpPr>
        <p:sp>
          <p:nvSpPr>
            <p:cNvPr id="11822" name="Google Shape;11822;p69"/>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69"/>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69"/>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69"/>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69"/>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7" name="Google Shape;11827;p69"/>
          <p:cNvGrpSpPr/>
          <p:nvPr/>
        </p:nvGrpSpPr>
        <p:grpSpPr>
          <a:xfrm>
            <a:off x="5083620" y="3427430"/>
            <a:ext cx="357005" cy="357005"/>
            <a:chOff x="5108729" y="3351230"/>
            <a:chExt cx="357005" cy="357005"/>
          </a:xfrm>
        </p:grpSpPr>
        <p:sp>
          <p:nvSpPr>
            <p:cNvPr id="11828" name="Google Shape;11828;p69"/>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69"/>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0" name="Google Shape;11830;p69"/>
          <p:cNvGrpSpPr/>
          <p:nvPr/>
        </p:nvGrpSpPr>
        <p:grpSpPr>
          <a:xfrm>
            <a:off x="5558459" y="3427430"/>
            <a:ext cx="357419" cy="357005"/>
            <a:chOff x="5583569" y="3351230"/>
            <a:chExt cx="357419" cy="357005"/>
          </a:xfrm>
        </p:grpSpPr>
        <p:sp>
          <p:nvSpPr>
            <p:cNvPr id="11831" name="Google Shape;11831;p69"/>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69"/>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3" name="Google Shape;11833;p69"/>
          <p:cNvGrpSpPr/>
          <p:nvPr/>
        </p:nvGrpSpPr>
        <p:grpSpPr>
          <a:xfrm>
            <a:off x="7457119" y="3427430"/>
            <a:ext cx="357419" cy="357005"/>
            <a:chOff x="7482229" y="3351230"/>
            <a:chExt cx="357419" cy="357005"/>
          </a:xfrm>
        </p:grpSpPr>
        <p:sp>
          <p:nvSpPr>
            <p:cNvPr id="11834" name="Google Shape;11834;p69"/>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69"/>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69"/>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69"/>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69"/>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9" name="Google Shape;11839;p69"/>
          <p:cNvGrpSpPr/>
          <p:nvPr/>
        </p:nvGrpSpPr>
        <p:grpSpPr>
          <a:xfrm>
            <a:off x="3739375" y="2966882"/>
            <a:ext cx="222874" cy="345737"/>
            <a:chOff x="3764485" y="2890682"/>
            <a:chExt cx="222874" cy="345737"/>
          </a:xfrm>
        </p:grpSpPr>
        <p:sp>
          <p:nvSpPr>
            <p:cNvPr id="11840" name="Google Shape;11840;p69"/>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69"/>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69"/>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3" name="Google Shape;11843;p69"/>
          <p:cNvGrpSpPr/>
          <p:nvPr/>
        </p:nvGrpSpPr>
        <p:grpSpPr>
          <a:xfrm>
            <a:off x="2213507" y="2984331"/>
            <a:ext cx="422596" cy="310382"/>
            <a:chOff x="2278533" y="2937377"/>
            <a:chExt cx="346788" cy="254704"/>
          </a:xfrm>
        </p:grpSpPr>
        <p:sp>
          <p:nvSpPr>
            <p:cNvPr id="11844" name="Google Shape;11844;p69"/>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69"/>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46" name="Google Shape;11846;p69"/>
          <p:cNvSpPr/>
          <p:nvPr/>
        </p:nvSpPr>
        <p:spPr>
          <a:xfrm>
            <a:off x="320275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47" name="Google Shape;11847;p69"/>
          <p:cNvGrpSpPr/>
          <p:nvPr/>
        </p:nvGrpSpPr>
        <p:grpSpPr>
          <a:xfrm>
            <a:off x="1811527" y="2967710"/>
            <a:ext cx="286152" cy="346438"/>
            <a:chOff x="1836637" y="2891510"/>
            <a:chExt cx="286152" cy="346438"/>
          </a:xfrm>
        </p:grpSpPr>
        <p:sp>
          <p:nvSpPr>
            <p:cNvPr id="11848" name="Google Shape;11848;p69"/>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69"/>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69"/>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69"/>
          <p:cNvGrpSpPr/>
          <p:nvPr/>
        </p:nvGrpSpPr>
        <p:grpSpPr>
          <a:xfrm>
            <a:off x="5560751" y="2982129"/>
            <a:ext cx="379764" cy="337684"/>
            <a:chOff x="5585861" y="2905929"/>
            <a:chExt cx="379764" cy="337684"/>
          </a:xfrm>
        </p:grpSpPr>
        <p:sp>
          <p:nvSpPr>
            <p:cNvPr id="11852" name="Google Shape;11852;p69"/>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69"/>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69"/>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69"/>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6" name="Google Shape;11856;p69"/>
          <p:cNvGrpSpPr/>
          <p:nvPr/>
        </p:nvGrpSpPr>
        <p:grpSpPr>
          <a:xfrm>
            <a:off x="1302566" y="2986680"/>
            <a:ext cx="347934" cy="310024"/>
            <a:chOff x="1327676" y="2910480"/>
            <a:chExt cx="347934" cy="310024"/>
          </a:xfrm>
        </p:grpSpPr>
        <p:sp>
          <p:nvSpPr>
            <p:cNvPr id="11857" name="Google Shape;11857;p69"/>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69"/>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69"/>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69"/>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69"/>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62" name="Google Shape;11862;p69"/>
          <p:cNvSpPr/>
          <p:nvPr/>
        </p:nvSpPr>
        <p:spPr>
          <a:xfrm>
            <a:off x="276085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3" name="Google Shape;11863;p69"/>
          <p:cNvGrpSpPr/>
          <p:nvPr/>
        </p:nvGrpSpPr>
        <p:grpSpPr>
          <a:xfrm>
            <a:off x="2728291" y="2945764"/>
            <a:ext cx="382828" cy="358601"/>
            <a:chOff x="2753373" y="2902523"/>
            <a:chExt cx="347552" cy="325557"/>
          </a:xfrm>
        </p:grpSpPr>
        <p:sp>
          <p:nvSpPr>
            <p:cNvPr id="11864" name="Google Shape;11864;p69"/>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69"/>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69"/>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69"/>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69"/>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69"/>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0" name="Google Shape;11870;p69"/>
          <p:cNvGrpSpPr/>
          <p:nvPr/>
        </p:nvGrpSpPr>
        <p:grpSpPr>
          <a:xfrm>
            <a:off x="823906" y="2979455"/>
            <a:ext cx="356655" cy="335425"/>
            <a:chOff x="849016" y="2903255"/>
            <a:chExt cx="356655" cy="335425"/>
          </a:xfrm>
        </p:grpSpPr>
        <p:sp>
          <p:nvSpPr>
            <p:cNvPr id="11871" name="Google Shape;11871;p69"/>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69"/>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69"/>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69"/>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69"/>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69"/>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69"/>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69"/>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69"/>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69"/>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69"/>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2" name="Google Shape;11882;p69"/>
          <p:cNvGrpSpPr/>
          <p:nvPr/>
        </p:nvGrpSpPr>
        <p:grpSpPr>
          <a:xfrm>
            <a:off x="4185823" y="3002977"/>
            <a:ext cx="280072" cy="275520"/>
            <a:chOff x="4210933" y="2926777"/>
            <a:chExt cx="280072" cy="275520"/>
          </a:xfrm>
        </p:grpSpPr>
        <p:sp>
          <p:nvSpPr>
            <p:cNvPr id="11883" name="Google Shape;11883;p69"/>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69"/>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69"/>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69"/>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69"/>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69"/>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69"/>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69"/>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69"/>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69"/>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69"/>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69"/>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69"/>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6" name="Google Shape;11896;p69"/>
          <p:cNvGrpSpPr/>
          <p:nvPr/>
        </p:nvGrpSpPr>
        <p:grpSpPr>
          <a:xfrm>
            <a:off x="4642106" y="2991582"/>
            <a:ext cx="320273" cy="318395"/>
            <a:chOff x="4667216" y="2915382"/>
            <a:chExt cx="320273" cy="318395"/>
          </a:xfrm>
        </p:grpSpPr>
        <p:sp>
          <p:nvSpPr>
            <p:cNvPr id="11897" name="Google Shape;11897;p69"/>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69"/>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69"/>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69"/>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1" name="Google Shape;11901;p69"/>
          <p:cNvGrpSpPr/>
          <p:nvPr/>
        </p:nvGrpSpPr>
        <p:grpSpPr>
          <a:xfrm>
            <a:off x="5145370" y="3010839"/>
            <a:ext cx="261929" cy="280550"/>
            <a:chOff x="5170480" y="2934639"/>
            <a:chExt cx="261929" cy="280550"/>
          </a:xfrm>
        </p:grpSpPr>
        <p:sp>
          <p:nvSpPr>
            <p:cNvPr id="11902" name="Google Shape;11902;p69"/>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69"/>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69"/>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69"/>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69"/>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69"/>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69"/>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9" name="Google Shape;11909;p69"/>
          <p:cNvGrpSpPr/>
          <p:nvPr/>
        </p:nvGrpSpPr>
        <p:grpSpPr>
          <a:xfrm>
            <a:off x="6044313" y="2968091"/>
            <a:ext cx="362321" cy="364231"/>
            <a:chOff x="6069423" y="2891892"/>
            <a:chExt cx="362321" cy="364231"/>
          </a:xfrm>
        </p:grpSpPr>
        <p:sp>
          <p:nvSpPr>
            <p:cNvPr id="11910" name="Google Shape;11910;p69"/>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69"/>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69"/>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69"/>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69"/>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69"/>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6" name="Google Shape;11916;p69"/>
          <p:cNvGrpSpPr/>
          <p:nvPr/>
        </p:nvGrpSpPr>
        <p:grpSpPr>
          <a:xfrm>
            <a:off x="6546845" y="2995370"/>
            <a:ext cx="308878" cy="311170"/>
            <a:chOff x="6571955" y="2919170"/>
            <a:chExt cx="308878" cy="311170"/>
          </a:xfrm>
        </p:grpSpPr>
        <p:sp>
          <p:nvSpPr>
            <p:cNvPr id="11917" name="Google Shape;11917;p69"/>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69"/>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69"/>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69"/>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69"/>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69"/>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69"/>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69"/>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69"/>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69"/>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7" name="Google Shape;11927;p69"/>
          <p:cNvGrpSpPr/>
          <p:nvPr/>
        </p:nvGrpSpPr>
        <p:grpSpPr>
          <a:xfrm>
            <a:off x="7474944" y="3010935"/>
            <a:ext cx="350576" cy="280454"/>
            <a:chOff x="7500054" y="2934735"/>
            <a:chExt cx="350576" cy="280454"/>
          </a:xfrm>
        </p:grpSpPr>
        <p:sp>
          <p:nvSpPr>
            <p:cNvPr id="11928" name="Google Shape;11928;p69"/>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69"/>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69"/>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69"/>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69"/>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69"/>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69"/>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69"/>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6" name="Google Shape;11936;p69"/>
          <p:cNvGrpSpPr/>
          <p:nvPr/>
        </p:nvGrpSpPr>
        <p:grpSpPr>
          <a:xfrm>
            <a:off x="6987570" y="2950862"/>
            <a:ext cx="332012" cy="355454"/>
            <a:chOff x="7055134" y="2919170"/>
            <a:chExt cx="290321" cy="310820"/>
          </a:xfrm>
        </p:grpSpPr>
        <p:sp>
          <p:nvSpPr>
            <p:cNvPr id="11937" name="Google Shape;11937;p69"/>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69"/>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69"/>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69"/>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69"/>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69"/>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69"/>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69"/>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69"/>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69"/>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69"/>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69"/>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69"/>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69"/>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1" name="Google Shape;11951;p69"/>
          <p:cNvGrpSpPr/>
          <p:nvPr/>
        </p:nvGrpSpPr>
        <p:grpSpPr>
          <a:xfrm>
            <a:off x="7960033" y="2976813"/>
            <a:ext cx="330109" cy="347552"/>
            <a:chOff x="7985143" y="2900613"/>
            <a:chExt cx="330109" cy="347552"/>
          </a:xfrm>
        </p:grpSpPr>
        <p:sp>
          <p:nvSpPr>
            <p:cNvPr id="11952" name="Google Shape;11952;p69"/>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69"/>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69"/>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69"/>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69"/>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69"/>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69"/>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69"/>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0" name="Google Shape;11960;p69"/>
          <p:cNvGrpSpPr/>
          <p:nvPr/>
        </p:nvGrpSpPr>
        <p:grpSpPr>
          <a:xfrm>
            <a:off x="7965731" y="2511426"/>
            <a:ext cx="354363" cy="353631"/>
            <a:chOff x="7990840" y="2435226"/>
            <a:chExt cx="354363" cy="353631"/>
          </a:xfrm>
        </p:grpSpPr>
        <p:sp>
          <p:nvSpPr>
            <p:cNvPr id="11961" name="Google Shape;11961;p69"/>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69"/>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69"/>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4" name="Google Shape;11964;p69"/>
          <p:cNvGrpSpPr/>
          <p:nvPr/>
        </p:nvGrpSpPr>
        <p:grpSpPr>
          <a:xfrm>
            <a:off x="1792207" y="2556530"/>
            <a:ext cx="350958" cy="263043"/>
            <a:chOff x="1817317" y="2480330"/>
            <a:chExt cx="350958" cy="263043"/>
          </a:xfrm>
        </p:grpSpPr>
        <p:sp>
          <p:nvSpPr>
            <p:cNvPr id="11965" name="Google Shape;11965;p69"/>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69"/>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69"/>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69"/>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69"/>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69"/>
          <p:cNvGrpSpPr/>
          <p:nvPr/>
        </p:nvGrpSpPr>
        <p:grpSpPr>
          <a:xfrm>
            <a:off x="1316617" y="2559549"/>
            <a:ext cx="419913" cy="308109"/>
            <a:chOff x="1341727" y="2483349"/>
            <a:chExt cx="419913" cy="308109"/>
          </a:xfrm>
        </p:grpSpPr>
        <p:sp>
          <p:nvSpPr>
            <p:cNvPr id="11971" name="Google Shape;11971;p69"/>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69"/>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69"/>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4" name="Google Shape;11974;p69"/>
          <p:cNvGrpSpPr/>
          <p:nvPr/>
        </p:nvGrpSpPr>
        <p:grpSpPr>
          <a:xfrm>
            <a:off x="829222" y="2523936"/>
            <a:ext cx="376358" cy="330109"/>
            <a:chOff x="854332" y="2447736"/>
            <a:chExt cx="376358" cy="330109"/>
          </a:xfrm>
        </p:grpSpPr>
        <p:sp>
          <p:nvSpPr>
            <p:cNvPr id="11975" name="Google Shape;11975;p69"/>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69"/>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69"/>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69"/>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69"/>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69"/>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69"/>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69"/>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69"/>
          <p:cNvGrpSpPr/>
          <p:nvPr/>
        </p:nvGrpSpPr>
        <p:grpSpPr>
          <a:xfrm>
            <a:off x="4181653" y="2527151"/>
            <a:ext cx="322151" cy="322374"/>
            <a:chOff x="4206763" y="2450951"/>
            <a:chExt cx="322151" cy="322374"/>
          </a:xfrm>
        </p:grpSpPr>
        <p:sp>
          <p:nvSpPr>
            <p:cNvPr id="11984" name="Google Shape;11984;p69"/>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69"/>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6" name="Google Shape;11986;p69"/>
          <p:cNvGrpSpPr/>
          <p:nvPr/>
        </p:nvGrpSpPr>
        <p:grpSpPr>
          <a:xfrm>
            <a:off x="7491236" y="2526259"/>
            <a:ext cx="327976" cy="324316"/>
            <a:chOff x="7528096" y="2450059"/>
            <a:chExt cx="327976" cy="324316"/>
          </a:xfrm>
        </p:grpSpPr>
        <p:sp>
          <p:nvSpPr>
            <p:cNvPr id="11987" name="Google Shape;11987;p69"/>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69"/>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69"/>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69"/>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69"/>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2" name="Google Shape;11992;p69"/>
          <p:cNvGrpSpPr/>
          <p:nvPr/>
        </p:nvGrpSpPr>
        <p:grpSpPr>
          <a:xfrm>
            <a:off x="7052019" y="2588742"/>
            <a:ext cx="282364" cy="198619"/>
            <a:chOff x="7077129" y="2512542"/>
            <a:chExt cx="282364" cy="198619"/>
          </a:xfrm>
        </p:grpSpPr>
        <p:sp>
          <p:nvSpPr>
            <p:cNvPr id="11993" name="Google Shape;11993;p69"/>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69"/>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69"/>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69"/>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69"/>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69"/>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9" name="Google Shape;11999;p69"/>
          <p:cNvGrpSpPr/>
          <p:nvPr/>
        </p:nvGrpSpPr>
        <p:grpSpPr>
          <a:xfrm>
            <a:off x="3700351" y="2520912"/>
            <a:ext cx="334279" cy="334661"/>
            <a:chOff x="3725461" y="2444712"/>
            <a:chExt cx="334279" cy="334661"/>
          </a:xfrm>
        </p:grpSpPr>
        <p:sp>
          <p:nvSpPr>
            <p:cNvPr id="12000" name="Google Shape;12000;p69"/>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69"/>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69"/>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69"/>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69"/>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69"/>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69"/>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7" name="Google Shape;12007;p69"/>
          <p:cNvGrpSpPr/>
          <p:nvPr/>
        </p:nvGrpSpPr>
        <p:grpSpPr>
          <a:xfrm>
            <a:off x="6552128" y="2533421"/>
            <a:ext cx="332019" cy="310788"/>
            <a:chOff x="6577238" y="2457221"/>
            <a:chExt cx="332019" cy="310788"/>
          </a:xfrm>
        </p:grpSpPr>
        <p:sp>
          <p:nvSpPr>
            <p:cNvPr id="12008" name="Google Shape;12008;p69"/>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69"/>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69"/>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69"/>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69"/>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69"/>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4" name="Google Shape;12014;p69"/>
          <p:cNvGrpSpPr/>
          <p:nvPr/>
        </p:nvGrpSpPr>
        <p:grpSpPr>
          <a:xfrm>
            <a:off x="2793451" y="2515978"/>
            <a:ext cx="247892" cy="346024"/>
            <a:chOff x="2818561" y="2439778"/>
            <a:chExt cx="247892" cy="346024"/>
          </a:xfrm>
        </p:grpSpPr>
        <p:sp>
          <p:nvSpPr>
            <p:cNvPr id="12015" name="Google Shape;12015;p69"/>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69"/>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69"/>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69"/>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69"/>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69"/>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69"/>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69"/>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69"/>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69"/>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69"/>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69"/>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7" name="Google Shape;12027;p69"/>
          <p:cNvGrpSpPr/>
          <p:nvPr/>
        </p:nvGrpSpPr>
        <p:grpSpPr>
          <a:xfrm>
            <a:off x="3182668" y="2550832"/>
            <a:ext cx="419933" cy="275170"/>
            <a:chOff x="3207778" y="2474632"/>
            <a:chExt cx="419933" cy="275170"/>
          </a:xfrm>
        </p:grpSpPr>
        <p:sp>
          <p:nvSpPr>
            <p:cNvPr id="12028" name="Google Shape;12028;p69"/>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69"/>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69"/>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69"/>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69"/>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69"/>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69"/>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69"/>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69"/>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69"/>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69"/>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69"/>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69"/>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69"/>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2" name="Google Shape;12042;p69"/>
          <p:cNvGrpSpPr/>
          <p:nvPr/>
        </p:nvGrpSpPr>
        <p:grpSpPr>
          <a:xfrm>
            <a:off x="6074265" y="2532275"/>
            <a:ext cx="337684" cy="314194"/>
            <a:chOff x="6099375" y="2456075"/>
            <a:chExt cx="337684" cy="314194"/>
          </a:xfrm>
        </p:grpSpPr>
        <p:sp>
          <p:nvSpPr>
            <p:cNvPr id="12043" name="Google Shape;12043;p69"/>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69"/>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5" name="Google Shape;12045;p69"/>
          <p:cNvGrpSpPr/>
          <p:nvPr/>
        </p:nvGrpSpPr>
        <p:grpSpPr>
          <a:xfrm>
            <a:off x="2287513" y="2544784"/>
            <a:ext cx="312698" cy="286534"/>
            <a:chOff x="2312623" y="2468584"/>
            <a:chExt cx="312698" cy="286534"/>
          </a:xfrm>
        </p:grpSpPr>
        <p:sp>
          <p:nvSpPr>
            <p:cNvPr id="12046" name="Google Shape;12046;p69"/>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69"/>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69"/>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9" name="Google Shape;12049;p69"/>
          <p:cNvGrpSpPr/>
          <p:nvPr/>
        </p:nvGrpSpPr>
        <p:grpSpPr>
          <a:xfrm>
            <a:off x="5593695" y="2517124"/>
            <a:ext cx="345292" cy="342618"/>
            <a:chOff x="5618805" y="2440924"/>
            <a:chExt cx="345292" cy="342618"/>
          </a:xfrm>
        </p:grpSpPr>
        <p:sp>
          <p:nvSpPr>
            <p:cNvPr id="12050" name="Google Shape;12050;p69"/>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69"/>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69"/>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69"/>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69"/>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5" name="Google Shape;12055;p69"/>
          <p:cNvGrpSpPr/>
          <p:nvPr/>
        </p:nvGrpSpPr>
        <p:grpSpPr>
          <a:xfrm>
            <a:off x="4628069" y="2522790"/>
            <a:ext cx="377886" cy="331255"/>
            <a:chOff x="4653179" y="2446590"/>
            <a:chExt cx="377886" cy="331255"/>
          </a:xfrm>
        </p:grpSpPr>
        <p:sp>
          <p:nvSpPr>
            <p:cNvPr id="12056" name="Google Shape;12056;p69"/>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69"/>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69"/>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69"/>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0" name="Google Shape;12060;p69"/>
          <p:cNvGrpSpPr/>
          <p:nvPr/>
        </p:nvGrpSpPr>
        <p:grpSpPr>
          <a:xfrm>
            <a:off x="5159407" y="2535681"/>
            <a:ext cx="252062" cy="305122"/>
            <a:chOff x="5184517" y="2459481"/>
            <a:chExt cx="252062" cy="305122"/>
          </a:xfrm>
        </p:grpSpPr>
        <p:sp>
          <p:nvSpPr>
            <p:cNvPr id="12061" name="Google Shape;12061;p69"/>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69"/>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69"/>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69"/>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69"/>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69"/>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67" name="Google Shape;12067;p69"/>
          <p:cNvSpPr/>
          <p:nvPr/>
        </p:nvSpPr>
        <p:spPr>
          <a:xfrm>
            <a:off x="177591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68" name="Google Shape;12068;p69"/>
          <p:cNvGrpSpPr/>
          <p:nvPr/>
        </p:nvGrpSpPr>
        <p:grpSpPr>
          <a:xfrm>
            <a:off x="6130349" y="2045308"/>
            <a:ext cx="249770" cy="363849"/>
            <a:chOff x="6155459" y="1969108"/>
            <a:chExt cx="249770" cy="363849"/>
          </a:xfrm>
        </p:grpSpPr>
        <p:sp>
          <p:nvSpPr>
            <p:cNvPr id="12069" name="Google Shape;12069;p69"/>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69"/>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69"/>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69"/>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69"/>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69"/>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69"/>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69"/>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69"/>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8" name="Google Shape;12078;p69"/>
          <p:cNvGrpSpPr/>
          <p:nvPr/>
        </p:nvGrpSpPr>
        <p:grpSpPr>
          <a:xfrm>
            <a:off x="2254919" y="2046804"/>
            <a:ext cx="353631" cy="354395"/>
            <a:chOff x="2280029" y="1970604"/>
            <a:chExt cx="353631" cy="354395"/>
          </a:xfrm>
        </p:grpSpPr>
        <p:sp>
          <p:nvSpPr>
            <p:cNvPr id="12079" name="Google Shape;12079;p69"/>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69"/>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69"/>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69"/>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3" name="Google Shape;12083;p69"/>
          <p:cNvGrpSpPr/>
          <p:nvPr/>
        </p:nvGrpSpPr>
        <p:grpSpPr>
          <a:xfrm>
            <a:off x="8039990" y="2076374"/>
            <a:ext cx="255086" cy="301685"/>
            <a:chOff x="8065100" y="2000174"/>
            <a:chExt cx="255086" cy="301685"/>
          </a:xfrm>
        </p:grpSpPr>
        <p:sp>
          <p:nvSpPr>
            <p:cNvPr id="12084" name="Google Shape;12084;p69"/>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69"/>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69"/>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69"/>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8" name="Google Shape;12088;p69"/>
          <p:cNvGrpSpPr/>
          <p:nvPr/>
        </p:nvGrpSpPr>
        <p:grpSpPr>
          <a:xfrm>
            <a:off x="6608595" y="2045308"/>
            <a:ext cx="249420" cy="363849"/>
            <a:chOff x="6633705" y="1969108"/>
            <a:chExt cx="249420" cy="363849"/>
          </a:xfrm>
        </p:grpSpPr>
        <p:sp>
          <p:nvSpPr>
            <p:cNvPr id="12089" name="Google Shape;12089;p69"/>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69"/>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69"/>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69"/>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69"/>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69"/>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69"/>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69"/>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7" name="Google Shape;12097;p69"/>
          <p:cNvGrpSpPr/>
          <p:nvPr/>
        </p:nvGrpSpPr>
        <p:grpSpPr>
          <a:xfrm>
            <a:off x="5185921" y="2045308"/>
            <a:ext cx="226661" cy="363467"/>
            <a:chOff x="5211031" y="1969108"/>
            <a:chExt cx="226661" cy="363467"/>
          </a:xfrm>
        </p:grpSpPr>
        <p:sp>
          <p:nvSpPr>
            <p:cNvPr id="12098" name="Google Shape;12098;p69"/>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69"/>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0" name="Google Shape;12100;p69"/>
          <p:cNvGrpSpPr/>
          <p:nvPr/>
        </p:nvGrpSpPr>
        <p:grpSpPr>
          <a:xfrm>
            <a:off x="3687842" y="2046804"/>
            <a:ext cx="354363" cy="354395"/>
            <a:chOff x="3712952" y="1970604"/>
            <a:chExt cx="354363" cy="354395"/>
          </a:xfrm>
        </p:grpSpPr>
        <p:sp>
          <p:nvSpPr>
            <p:cNvPr id="12101" name="Google Shape;12101;p69"/>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69"/>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69"/>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69"/>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69"/>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69"/>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69"/>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69"/>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69"/>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0" name="Google Shape;12110;p69"/>
          <p:cNvGrpSpPr/>
          <p:nvPr/>
        </p:nvGrpSpPr>
        <p:grpSpPr>
          <a:xfrm>
            <a:off x="3210329" y="2046804"/>
            <a:ext cx="354363" cy="354745"/>
            <a:chOff x="3235438" y="1970604"/>
            <a:chExt cx="354363" cy="354745"/>
          </a:xfrm>
        </p:grpSpPr>
        <p:sp>
          <p:nvSpPr>
            <p:cNvPr id="12111" name="Google Shape;12111;p69"/>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69"/>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69"/>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69"/>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69"/>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69"/>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69"/>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69"/>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69"/>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69"/>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69"/>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69"/>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69"/>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4" name="Google Shape;12124;p69"/>
          <p:cNvGrpSpPr/>
          <p:nvPr/>
        </p:nvGrpSpPr>
        <p:grpSpPr>
          <a:xfrm>
            <a:off x="1304475" y="2066125"/>
            <a:ext cx="341472" cy="335074"/>
            <a:chOff x="1329585" y="1989925"/>
            <a:chExt cx="341472" cy="335074"/>
          </a:xfrm>
        </p:grpSpPr>
        <p:sp>
          <p:nvSpPr>
            <p:cNvPr id="12125" name="Google Shape;12125;p69"/>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69"/>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69"/>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8" name="Google Shape;12128;p69"/>
          <p:cNvGrpSpPr/>
          <p:nvPr/>
        </p:nvGrpSpPr>
        <p:grpSpPr>
          <a:xfrm>
            <a:off x="5566761" y="2066106"/>
            <a:ext cx="416649" cy="325597"/>
            <a:chOff x="5626763" y="2013829"/>
            <a:chExt cx="351722" cy="274788"/>
          </a:xfrm>
        </p:grpSpPr>
        <p:sp>
          <p:nvSpPr>
            <p:cNvPr id="12129" name="Google Shape;12129;p69"/>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69"/>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69"/>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69"/>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69"/>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69"/>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69"/>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69"/>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69"/>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69"/>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9" name="Google Shape;12139;p69"/>
          <p:cNvGrpSpPr/>
          <p:nvPr/>
        </p:nvGrpSpPr>
        <p:grpSpPr>
          <a:xfrm>
            <a:off x="7551495" y="2060077"/>
            <a:ext cx="276698" cy="333133"/>
            <a:chOff x="7576605" y="1983877"/>
            <a:chExt cx="276698" cy="333133"/>
          </a:xfrm>
        </p:grpSpPr>
        <p:sp>
          <p:nvSpPr>
            <p:cNvPr id="12140" name="Google Shape;12140;p69"/>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69"/>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2" name="Google Shape;12142;p69"/>
          <p:cNvGrpSpPr/>
          <p:nvPr/>
        </p:nvGrpSpPr>
        <p:grpSpPr>
          <a:xfrm>
            <a:off x="828458" y="2051738"/>
            <a:ext cx="337334" cy="353599"/>
            <a:chOff x="853568" y="1975538"/>
            <a:chExt cx="337334" cy="353599"/>
          </a:xfrm>
        </p:grpSpPr>
        <p:sp>
          <p:nvSpPr>
            <p:cNvPr id="12143" name="Google Shape;12143;p69"/>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69"/>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69"/>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69"/>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7" name="Google Shape;12147;p69"/>
          <p:cNvGrpSpPr/>
          <p:nvPr/>
        </p:nvGrpSpPr>
        <p:grpSpPr>
          <a:xfrm>
            <a:off x="2733192" y="2085828"/>
            <a:ext cx="327085" cy="277080"/>
            <a:chOff x="2770052" y="2009628"/>
            <a:chExt cx="327085" cy="277080"/>
          </a:xfrm>
        </p:grpSpPr>
        <p:sp>
          <p:nvSpPr>
            <p:cNvPr id="12148" name="Google Shape;12148;p69"/>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69"/>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50" name="Google Shape;12150;p69"/>
          <p:cNvSpPr/>
          <p:nvPr/>
        </p:nvSpPr>
        <p:spPr>
          <a:xfrm>
            <a:off x="703495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51" name="Google Shape;12151;p69"/>
          <p:cNvGrpSpPr/>
          <p:nvPr/>
        </p:nvGrpSpPr>
        <p:grpSpPr>
          <a:xfrm>
            <a:off x="4170289" y="2046804"/>
            <a:ext cx="344878" cy="343573"/>
            <a:chOff x="4195399" y="1970604"/>
            <a:chExt cx="344878" cy="343573"/>
          </a:xfrm>
        </p:grpSpPr>
        <p:sp>
          <p:nvSpPr>
            <p:cNvPr id="12152" name="Google Shape;12152;p69"/>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69"/>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69"/>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69"/>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6" name="Google Shape;12156;p69"/>
          <p:cNvGrpSpPr/>
          <p:nvPr/>
        </p:nvGrpSpPr>
        <p:grpSpPr>
          <a:xfrm>
            <a:off x="4649681" y="2053647"/>
            <a:ext cx="344528" cy="344114"/>
            <a:chOff x="4674791" y="1977447"/>
            <a:chExt cx="344528" cy="344114"/>
          </a:xfrm>
        </p:grpSpPr>
        <p:sp>
          <p:nvSpPr>
            <p:cNvPr id="12157" name="Google Shape;12157;p69"/>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69"/>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69"/>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69"/>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69"/>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69"/>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69"/>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69"/>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69"/>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69"/>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69"/>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69"/>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69"/>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69"/>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69"/>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69"/>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69"/>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69"/>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69"/>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69"/>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69"/>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69"/>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69"/>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69"/>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69"/>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69"/>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3" name="Google Shape;12183;p69"/>
          <p:cNvGrpSpPr/>
          <p:nvPr/>
        </p:nvGrpSpPr>
        <p:grpSpPr>
          <a:xfrm>
            <a:off x="6058700" y="1623497"/>
            <a:ext cx="382819" cy="310788"/>
            <a:chOff x="6083810" y="1547297"/>
            <a:chExt cx="382819" cy="310788"/>
          </a:xfrm>
        </p:grpSpPr>
        <p:sp>
          <p:nvSpPr>
            <p:cNvPr id="12184" name="Google Shape;12184;p69"/>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69"/>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69"/>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69"/>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69"/>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69"/>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69"/>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69"/>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69"/>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69"/>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69"/>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69"/>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69"/>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69"/>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69"/>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69"/>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69"/>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69"/>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2" name="Google Shape;12202;p69"/>
          <p:cNvGrpSpPr/>
          <p:nvPr/>
        </p:nvGrpSpPr>
        <p:grpSpPr>
          <a:xfrm>
            <a:off x="6533190" y="1614393"/>
            <a:ext cx="382788" cy="328613"/>
            <a:chOff x="6558300" y="1538193"/>
            <a:chExt cx="382788" cy="328613"/>
          </a:xfrm>
        </p:grpSpPr>
        <p:sp>
          <p:nvSpPr>
            <p:cNvPr id="12203" name="Google Shape;12203;p69"/>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69"/>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5" name="Google Shape;12205;p69"/>
          <p:cNvGrpSpPr/>
          <p:nvPr/>
        </p:nvGrpSpPr>
        <p:grpSpPr>
          <a:xfrm>
            <a:off x="5168892" y="1587497"/>
            <a:ext cx="259605" cy="346024"/>
            <a:chOff x="5194002" y="1511297"/>
            <a:chExt cx="259605" cy="346024"/>
          </a:xfrm>
        </p:grpSpPr>
        <p:sp>
          <p:nvSpPr>
            <p:cNvPr id="12206" name="Google Shape;12206;p69"/>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69"/>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69"/>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69"/>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0" name="Google Shape;12210;p69"/>
          <p:cNvGrpSpPr/>
          <p:nvPr/>
        </p:nvGrpSpPr>
        <p:grpSpPr>
          <a:xfrm>
            <a:off x="1369631" y="1588261"/>
            <a:ext cx="252444" cy="351722"/>
            <a:chOff x="1394741" y="1512061"/>
            <a:chExt cx="252444" cy="351722"/>
          </a:xfrm>
        </p:grpSpPr>
        <p:sp>
          <p:nvSpPr>
            <p:cNvPr id="12211" name="Google Shape;12211;p69"/>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69"/>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69"/>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69"/>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69"/>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69"/>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69"/>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69"/>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69"/>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69"/>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69"/>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69"/>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69"/>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69"/>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69"/>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69"/>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69"/>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69"/>
          <p:cNvGrpSpPr/>
          <p:nvPr/>
        </p:nvGrpSpPr>
        <p:grpSpPr>
          <a:xfrm>
            <a:off x="829986" y="1580685"/>
            <a:ext cx="380910" cy="339594"/>
            <a:chOff x="855096" y="1504485"/>
            <a:chExt cx="380910" cy="339594"/>
          </a:xfrm>
        </p:grpSpPr>
        <p:sp>
          <p:nvSpPr>
            <p:cNvPr id="12229" name="Google Shape;12229;p69"/>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69"/>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69"/>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69"/>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69"/>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69"/>
          <p:cNvGrpSpPr/>
          <p:nvPr/>
        </p:nvGrpSpPr>
        <p:grpSpPr>
          <a:xfrm>
            <a:off x="1794466" y="1587879"/>
            <a:ext cx="352103" cy="352103"/>
            <a:chOff x="1819576" y="1511679"/>
            <a:chExt cx="352103" cy="352103"/>
          </a:xfrm>
        </p:grpSpPr>
        <p:sp>
          <p:nvSpPr>
            <p:cNvPr id="12235" name="Google Shape;12235;p69"/>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69"/>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69"/>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69"/>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9" name="Google Shape;12239;p69"/>
          <p:cNvGrpSpPr/>
          <p:nvPr/>
        </p:nvGrpSpPr>
        <p:grpSpPr>
          <a:xfrm>
            <a:off x="5595987" y="1576961"/>
            <a:ext cx="371424" cy="355446"/>
            <a:chOff x="5621097" y="1500761"/>
            <a:chExt cx="371424" cy="355446"/>
          </a:xfrm>
        </p:grpSpPr>
        <p:sp>
          <p:nvSpPr>
            <p:cNvPr id="12240" name="Google Shape;12240;p69"/>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69"/>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2" name="Google Shape;12242;p69"/>
          <p:cNvGrpSpPr/>
          <p:nvPr/>
        </p:nvGrpSpPr>
        <p:grpSpPr>
          <a:xfrm>
            <a:off x="4645129" y="1617799"/>
            <a:ext cx="359679" cy="321833"/>
            <a:chOff x="4670239" y="1541599"/>
            <a:chExt cx="359679" cy="321833"/>
          </a:xfrm>
        </p:grpSpPr>
        <p:sp>
          <p:nvSpPr>
            <p:cNvPr id="12243" name="Google Shape;12243;p69"/>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69"/>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69"/>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69"/>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69"/>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8" name="Google Shape;12248;p69"/>
          <p:cNvGrpSpPr/>
          <p:nvPr/>
        </p:nvGrpSpPr>
        <p:grpSpPr>
          <a:xfrm>
            <a:off x="4187319" y="1578585"/>
            <a:ext cx="321037" cy="353822"/>
            <a:chOff x="4212429" y="1502385"/>
            <a:chExt cx="321037" cy="353822"/>
          </a:xfrm>
        </p:grpSpPr>
        <p:sp>
          <p:nvSpPr>
            <p:cNvPr id="12249" name="Google Shape;12249;p69"/>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69"/>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69"/>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69"/>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3" name="Google Shape;12253;p69"/>
          <p:cNvGrpSpPr/>
          <p:nvPr/>
        </p:nvGrpSpPr>
        <p:grpSpPr>
          <a:xfrm>
            <a:off x="2277678" y="1582181"/>
            <a:ext cx="336188" cy="335425"/>
            <a:chOff x="2302788" y="1505981"/>
            <a:chExt cx="336188" cy="335425"/>
          </a:xfrm>
        </p:grpSpPr>
        <p:sp>
          <p:nvSpPr>
            <p:cNvPr id="12254" name="Google Shape;12254;p69"/>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69"/>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69"/>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69"/>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69"/>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69"/>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69"/>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69"/>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69"/>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69"/>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69"/>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69"/>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69"/>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69"/>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69"/>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69"/>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69"/>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1" name="Google Shape;12271;p69"/>
          <p:cNvGrpSpPr/>
          <p:nvPr/>
        </p:nvGrpSpPr>
        <p:grpSpPr>
          <a:xfrm>
            <a:off x="2755191" y="1598096"/>
            <a:ext cx="333133" cy="321037"/>
            <a:chOff x="2780301" y="1521896"/>
            <a:chExt cx="333133" cy="321037"/>
          </a:xfrm>
        </p:grpSpPr>
        <p:sp>
          <p:nvSpPr>
            <p:cNvPr id="12272" name="Google Shape;12272;p69"/>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69"/>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69"/>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69"/>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69"/>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69"/>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69"/>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69"/>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69"/>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69"/>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69"/>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69"/>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69"/>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69"/>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69"/>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69"/>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69"/>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69"/>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69"/>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69"/>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2" name="Google Shape;12292;p69"/>
          <p:cNvGrpSpPr/>
          <p:nvPr/>
        </p:nvGrpSpPr>
        <p:grpSpPr>
          <a:xfrm>
            <a:off x="3291049" y="1591285"/>
            <a:ext cx="211892" cy="339594"/>
            <a:chOff x="3316159" y="1515085"/>
            <a:chExt cx="211892" cy="339594"/>
          </a:xfrm>
        </p:grpSpPr>
        <p:sp>
          <p:nvSpPr>
            <p:cNvPr id="12293" name="Google Shape;12293;p69"/>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69"/>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69"/>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96" name="Google Shape;12296;p69"/>
            <p:cNvGrpSpPr/>
            <p:nvPr/>
          </p:nvGrpSpPr>
          <p:grpSpPr>
            <a:xfrm>
              <a:off x="3316159" y="1515085"/>
              <a:ext cx="211892" cy="339594"/>
              <a:chOff x="3316159" y="1515085"/>
              <a:chExt cx="211892" cy="339594"/>
            </a:xfrm>
          </p:grpSpPr>
          <p:sp>
            <p:nvSpPr>
              <p:cNvPr id="12297" name="Google Shape;12297;p69"/>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69"/>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69"/>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69"/>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69"/>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69"/>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303" name="Google Shape;12303;p69"/>
          <p:cNvGrpSpPr/>
          <p:nvPr/>
        </p:nvGrpSpPr>
        <p:grpSpPr>
          <a:xfrm>
            <a:off x="3691248" y="1620855"/>
            <a:ext cx="361971" cy="314958"/>
            <a:chOff x="3716358" y="1544655"/>
            <a:chExt cx="361971" cy="314958"/>
          </a:xfrm>
        </p:grpSpPr>
        <p:sp>
          <p:nvSpPr>
            <p:cNvPr id="12304" name="Google Shape;12304;p69"/>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69"/>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69"/>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69"/>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69"/>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9" name="Google Shape;12309;p69"/>
            <p:cNvGrpSpPr/>
            <p:nvPr/>
          </p:nvGrpSpPr>
          <p:grpSpPr>
            <a:xfrm>
              <a:off x="3716358" y="1544655"/>
              <a:ext cx="361971" cy="314958"/>
              <a:chOff x="3716358" y="1544655"/>
              <a:chExt cx="361971" cy="314958"/>
            </a:xfrm>
          </p:grpSpPr>
          <p:sp>
            <p:nvSpPr>
              <p:cNvPr id="12310" name="Google Shape;12310;p69"/>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69"/>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69"/>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69"/>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69"/>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315" name="Google Shape;12315;p69"/>
          <p:cNvGrpSpPr/>
          <p:nvPr/>
        </p:nvGrpSpPr>
        <p:grpSpPr>
          <a:xfrm>
            <a:off x="6986814" y="1633752"/>
            <a:ext cx="499533" cy="305136"/>
            <a:chOff x="7009649" y="1541981"/>
            <a:chExt cx="524940" cy="320655"/>
          </a:xfrm>
        </p:grpSpPr>
        <p:sp>
          <p:nvSpPr>
            <p:cNvPr id="12316" name="Google Shape;12316;p69"/>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69"/>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69"/>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69"/>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69"/>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69"/>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69"/>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69"/>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4" name="Google Shape;12324;p69"/>
          <p:cNvGrpSpPr/>
          <p:nvPr/>
        </p:nvGrpSpPr>
        <p:grpSpPr>
          <a:xfrm>
            <a:off x="8008924" y="1594309"/>
            <a:ext cx="282746" cy="340358"/>
            <a:chOff x="8034034" y="1518109"/>
            <a:chExt cx="282746" cy="340358"/>
          </a:xfrm>
        </p:grpSpPr>
        <p:sp>
          <p:nvSpPr>
            <p:cNvPr id="12325" name="Google Shape;12325;p69"/>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69"/>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69"/>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69"/>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9" name="Google Shape;12329;p69"/>
          <p:cNvGrpSpPr/>
          <p:nvPr/>
        </p:nvGrpSpPr>
        <p:grpSpPr>
          <a:xfrm>
            <a:off x="7557192" y="1576134"/>
            <a:ext cx="369133" cy="360411"/>
            <a:chOff x="7582302" y="1499934"/>
            <a:chExt cx="369133" cy="360411"/>
          </a:xfrm>
        </p:grpSpPr>
        <p:sp>
          <p:nvSpPr>
            <p:cNvPr id="12330" name="Google Shape;12330;p69"/>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69"/>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69"/>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69"/>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69"/>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5" name="Google Shape;12335;p69"/>
          <p:cNvGrpSpPr/>
          <p:nvPr/>
        </p:nvGrpSpPr>
        <p:grpSpPr>
          <a:xfrm>
            <a:off x="6170979" y="3893352"/>
            <a:ext cx="346056" cy="345674"/>
            <a:chOff x="2238181" y="4120624"/>
            <a:chExt cx="346056" cy="345674"/>
          </a:xfrm>
        </p:grpSpPr>
        <p:grpSp>
          <p:nvGrpSpPr>
            <p:cNvPr id="12336" name="Google Shape;12336;p69"/>
            <p:cNvGrpSpPr/>
            <p:nvPr/>
          </p:nvGrpSpPr>
          <p:grpSpPr>
            <a:xfrm>
              <a:off x="2309209" y="4177423"/>
              <a:ext cx="204025" cy="232089"/>
              <a:chOff x="1512725" y="258500"/>
              <a:chExt cx="4570900" cy="5199625"/>
            </a:xfrm>
          </p:grpSpPr>
          <p:sp>
            <p:nvSpPr>
              <p:cNvPr id="12337" name="Google Shape;12337;p69"/>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69"/>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39" name="Google Shape;12339;p69"/>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40" name="Google Shape;12340;p69"/>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SEO &amp; Marketing Icons</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44"/>
        <p:cNvGrpSpPr/>
        <p:nvPr/>
      </p:nvGrpSpPr>
      <p:grpSpPr>
        <a:xfrm>
          <a:off x="0" y="0"/>
          <a:ext cx="0" cy="0"/>
          <a:chOff x="0" y="0"/>
          <a:chExt cx="0" cy="0"/>
        </a:xfrm>
      </p:grpSpPr>
      <p:pic>
        <p:nvPicPr>
          <p:cNvPr id="12345" name="Google Shape;12345;p7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theme/theme1.xml><?xml version="1.0" encoding="utf-8"?>
<a:theme xmlns:a="http://schemas.openxmlformats.org/drawingml/2006/main" name="Dark Gradient Pitch Deck by Slidesgo">
  <a:themeElements>
    <a:clrScheme name="Simple Light">
      <a:dk1>
        <a:srgbClr val="FFFFFF"/>
      </a:dk1>
      <a:lt1>
        <a:srgbClr val="191919"/>
      </a:lt1>
      <a:dk2>
        <a:srgbClr val="0044B8"/>
      </a:dk2>
      <a:lt2>
        <a:srgbClr val="00B47E"/>
      </a:lt2>
      <a:accent1>
        <a:srgbClr val="88AFF1"/>
      </a:accent1>
      <a:accent2>
        <a:srgbClr val="B6DED1"/>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150</TotalTime>
  <Words>1491</Words>
  <Application>Microsoft Office PowerPoint</Application>
  <PresentationFormat>On-screen Show (16:9)</PresentationFormat>
  <Paragraphs>246</Paragraphs>
  <Slides>37</Slides>
  <Notes>37</Notes>
  <HiddenSlides>0</HiddenSlides>
  <MMClips>0</MMClips>
  <ScaleCrop>false</ScaleCrop>
  <HeadingPairs>
    <vt:vector size="4" baseType="variant">
      <vt:variant>
        <vt:lpstr>Theme</vt:lpstr>
      </vt:variant>
      <vt:variant>
        <vt:i4>2</vt:i4>
      </vt:variant>
      <vt:variant>
        <vt:lpstr>Slide Titles</vt:lpstr>
      </vt:variant>
      <vt:variant>
        <vt:i4>37</vt:i4>
      </vt:variant>
    </vt:vector>
  </HeadingPairs>
  <TitlesOfParts>
    <vt:vector size="39" baseType="lpstr">
      <vt:lpstr>Dark Gradient Pitch Deck by Slidesgo</vt:lpstr>
      <vt:lpstr>Slidesgo Final Pages</vt:lpstr>
      <vt:lpstr>Sign2Connect</vt:lpstr>
      <vt:lpstr>Table of contents</vt:lpstr>
      <vt:lpstr>Table of contents</vt:lpstr>
      <vt:lpstr>Table of contents</vt:lpstr>
      <vt:lpstr>Introduction</vt:lpstr>
      <vt:lpstr>Introduction</vt:lpstr>
      <vt:lpstr>Problem Statement</vt:lpstr>
      <vt:lpstr>🧩    Proposed Solution</vt:lpstr>
      <vt:lpstr>120+ languages</vt:lpstr>
      <vt:lpstr>Objectives</vt:lpstr>
      <vt:lpstr>Key Features</vt:lpstr>
      <vt:lpstr>Product infographic</vt:lpstr>
      <vt:lpstr>Competition comparison</vt:lpstr>
      <vt:lpstr>Conclusion</vt:lpstr>
      <vt:lpstr>Thanks!</vt:lpstr>
      <vt:lpstr>Revenue by quarter</vt:lpstr>
      <vt:lpstr>Introduction</vt:lpstr>
      <vt:lpstr>Market size overview</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Sign2Connect</dc:title>
  <cp:lastModifiedBy>priyaselvan0605@gmail.com</cp:lastModifiedBy>
  <cp:revision>2</cp:revision>
  <dcterms:modified xsi:type="dcterms:W3CDTF">2026-01-10T15:56:12Z</dcterms:modified>
</cp:coreProperties>
</file>